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54"/>
  </p:notesMasterIdLst>
  <p:sldIdLst>
    <p:sldId id="258" r:id="rId5"/>
    <p:sldId id="648" r:id="rId6"/>
    <p:sldId id="283" r:id="rId7"/>
    <p:sldId id="262" r:id="rId8"/>
    <p:sldId id="263" r:id="rId9"/>
    <p:sldId id="598" r:id="rId10"/>
    <p:sldId id="599" r:id="rId11"/>
    <p:sldId id="603" r:id="rId12"/>
    <p:sldId id="604" r:id="rId13"/>
    <p:sldId id="605" r:id="rId14"/>
    <p:sldId id="608" r:id="rId15"/>
    <p:sldId id="607" r:id="rId16"/>
    <p:sldId id="609" r:id="rId17"/>
    <p:sldId id="610" r:id="rId18"/>
    <p:sldId id="612" r:id="rId19"/>
    <p:sldId id="613" r:id="rId20"/>
    <p:sldId id="611" r:id="rId21"/>
    <p:sldId id="615" r:id="rId22"/>
    <p:sldId id="614" r:id="rId23"/>
    <p:sldId id="616" r:id="rId24"/>
    <p:sldId id="617" r:id="rId25"/>
    <p:sldId id="618" r:id="rId26"/>
    <p:sldId id="620" r:id="rId27"/>
    <p:sldId id="621" r:id="rId28"/>
    <p:sldId id="472" r:id="rId29"/>
    <p:sldId id="479" r:id="rId30"/>
    <p:sldId id="486" r:id="rId31"/>
    <p:sldId id="622" r:id="rId32"/>
    <p:sldId id="623" r:id="rId33"/>
    <p:sldId id="624" r:id="rId34"/>
    <p:sldId id="625" r:id="rId35"/>
    <p:sldId id="626" r:id="rId36"/>
    <p:sldId id="632" r:id="rId37"/>
    <p:sldId id="484" r:id="rId38"/>
    <p:sldId id="639" r:id="rId39"/>
    <p:sldId id="638" r:id="rId40"/>
    <p:sldId id="628" r:id="rId41"/>
    <p:sldId id="640" r:id="rId42"/>
    <p:sldId id="633" r:id="rId43"/>
    <p:sldId id="634" r:id="rId44"/>
    <p:sldId id="487" r:id="rId45"/>
    <p:sldId id="422" r:id="rId46"/>
    <p:sldId id="641" r:id="rId47"/>
    <p:sldId id="642" r:id="rId48"/>
    <p:sldId id="423" r:id="rId49"/>
    <p:sldId id="647" r:id="rId50"/>
    <p:sldId id="644" r:id="rId51"/>
    <p:sldId id="645" r:id="rId52"/>
    <p:sldId id="646" r:id="rId5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Рыжиков Артём Сергеевич" initials="РС" lastIdx="5" clrIdx="0">
    <p:extLst>
      <p:ext uri="{19B8F6BF-5375-455C-9EA6-DF929625EA0E}">
        <p15:presenceInfo xmlns:p15="http://schemas.microsoft.com/office/powerpoint/2012/main" userId="S::aryzhikov@edu.hse.ru::4aadcdae-265f-4871-bedc-7950475199b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4843" autoAdjust="0"/>
    <p:restoredTop sz="94660"/>
  </p:normalViewPr>
  <p:slideViewPr>
    <p:cSldViewPr snapToGrid="0">
      <p:cViewPr>
        <p:scale>
          <a:sx n="65" d="100"/>
          <a:sy n="65" d="100"/>
        </p:scale>
        <p:origin x="1288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commentAuthors" Target="comment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0.478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7154 4715 11883,'-33'0'-433,"0"2"-39,7 3 427,6-3 1,-1 0 0,23-18 138,12-15 1,5-6 0,11-3 150,3 1 1,2-3 0,-3 2 0,-1-3-1,1-6 1,6-5 0,4 1 0,5-1-83,6-7 1,-3-9 0,-22 35 0,0 0 0,0 0 0,0 0-42,0 1 1,0-1 0,0-2 0,2 0 0,1 3 0,0 0 0,0 1 0,0 0 122,26-32 1,3 6 0,-8 5 0,-1 6-653,-2 3 0,-2 12-85,0 1 0,-10 24 405,-11 13 1,-19 12 0,-25 27-1,-10 5 107,-7 7 1,-13 12-1,22-32 1,1 1-1,-3 1 1,0-1 101,-1 0 1,-1 0 0,-3 6 0,1 1 0,4-2 0,0 0 0,-1 0 0,0 0-1,0-1 1,1 0 0,2-2 0,1 0 0,-1 1 0,0-1 0,2-1 0,1 1 204,-19 34 1,0-5 0,8-10-561,5-6 1,8 2 4,0-1 1,21-23-1,14-22-18,14-18 0,12-22 0,0-15 0,4-9 142,5-5 0,-21 26 0,1-1 0,0-2 0,0-1 0,1-2 0,1 0 226,0 0 1,1 0 0,1-1 0,0 0 0,1 0 0,-1 2 0,-1 0 0,0 1-20,1 1 0,1-1 0,0-1 0,0 2 0,-2 4 0,1 1 0,30-26 147,-8 10 1,0 9-1,-7 10-731,-2 4 1,-4 8 347,0 18 0,-20 21 0,-18 30 170,-16 10 0,-16 11 0,-12 1 0,17-34 0,0 1-36,-3 2 1,-2 1 0,-3 6 0,-3 0 0,-1-2 0,-1-1 0,-1 0 0,0 0 120,0 0 1,-1 1 0,1 0 0,1 0 0,4-5 0,1 0 0,0-1 0,1 0-15,1-1 1,0 0 0,2-2 0,2-1-1,-17 32-1092,5-12 738,11 1 0,38-28 0,25-18 0,21-33 105,15-26 1,-32 10-1,2-3 1,7-4-1,1-1 1,2-4-1,1-2 0,4-5 1,2-1-1,3-3 1,0-1-1,-19 19 1,0-2-1,1 1 141,3-2 0,2-1 0,-1 1 0,-1-1 0,1 0 0,1 0 0,5-4 0,1-1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0.479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3098 10091 11804,'-9'44'245,"4"3"1,3 9 0,2 10 0,0-5 172,0-7 1,-5 4-876,0 5 1,-13 8-528,2 3 492,4-22 0,5-52-82,7-31 574,7-32 0,9-18 0,-4 34 0,0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0.480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3098 10028 11804,'-26'-9'983,"5"23"-492,21 18 1,8 11-165,8 10 1,14 3 0,10 5-24,0-4 0,-3-6-632,0-4 0,6-8 0,17 1-164,-8-12 0,-5-20 163,-10 3 0,8-18 205,8-14 0,-10-10 0,-11-20 156,-9-7 1,-8 4 95,-4-14 1,-4-2 0,-7-3 98,0 12 0,-7-11-256,-4-1 1,-3 6-855,-1 10 883,-1 20 0,0 14 0,0 16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0.481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4953 10012 11805,'0'-26'983,"-10"44"-738,-1 34 1,1 23 0,10-5 0,0-7 81,0-6 1,7 1 0,3-4-94,4 2 1,16 7-563,6 5 0,20-12 0,6-19 0,-3-20 0,0-17 0,-5-14 82,4-12 0,-2-13 0,-14 1 0,-5-2 0,-4-4 0,-2-1 0,-1-4 0,-4-2 257,-5-1 0,-3-11 0,-4 4 0,-4-1 127,-5-1 1,2 2-1,-1-1 48,-3 3 1,-6-6 86,-3-5-807,-13 14-450,2 22 859,-1 46 1,-3 14 0,12 26-1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0.482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4607 9855 11840,'47'9'491,"6"-9"1,3-11-407,5-3 0,-9 0 0,6 2-1069,-7 2 786,3-8 1,2 1-1,6-6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0.483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5425 9745 11900,'47'-9'983,"4"1"-537,6 2 1,1 5-1431,10-5 738,-10 5 0,-11-6 0,-9-2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0.484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7642 7419 13908,'47'-9'-984,"-3"2"492,3 7 0,3 0 499,13 0 0,0 0 115,0 0 1,2 0-53,3 0 1,-5 5 0,3 1-22,-1-3 1,-18-1 0,5-2 0,-5 0-128,-1 0 1,1 0 0,0-2 0,0-1-4,1-3 0,-7-1 1,1 4 73,2-2 1,10-8 10,9 3 1,-2-6-35,2-5 0,-9 7-242,-12-7 251,-10 14 20,-17-14 1,-30 13 28,-22-8 0,4 7 8,-9 4 0,-2 3-103,-8 2 0,5 0 59,5 0 27,14 0 553,-2 0-306,21-7-306,37-2 0,-3 1 19,27 3 1,-5 3 14,6 2 1,-3 7-60,8 3 0,-18 4-83,2 2-13,-17-7 44,18 12 125,-17-18-1,6 11 0,-20-5 7,-17 7 0,-6 6-13,-15 10 1,-2-1-41,-8 1 0,-12-1-121,-9 0 1,-4 6 0,-1 0 159,5-2 0,3-2 0,6-2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0.485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16305 7576 12947,'-25'-17'983,"10"18"-656,9 25 1,19 20 0,6 13-83,4 2 1,-1-1 0,-6-11 0,-2 1-190,-4 3 0,3 6 1,-8-3-1,0 0-548,2-4 0,-5-1-492,3 1 492,-3-3 0,3-16 0,0-27 0,1-33 246,-6-30 0,0-11 0,0 8 0,0 3 101,0 1 0,-7 3 0,-2 6 0,-2 0 145,1 0 0,1 0 0,-3 0 0,2-1 0,-3 1 0,-1-3 0,-1-8 0,-6-3 983,0-7 0,0 14 0,-2 15-492,13 15 1,16 8-165,26 11 1,10 3 0,7 2 163,3 0 1,-1 0-120,7 0 1,3 0-865,2 0 0,-11 11 0,-15 10 0,-20 5 246,-12 16 0,-10 0 0,-11 5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0.486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16305 7906 12947,'47'-5'491,"0"0"1,2-1-1,4 6 1,-5 7-1476,5 4 738,-11 3 0,-11 8 0,-8 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0.487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17044 8252 12947,'26'-9'983,"2"2"0,-26 7 0,5 0-1891,0-21 618,-6-5 1,-2-19 460,-15 3 0,-8 15 113,-13 12 0,2 18-72,-7 8 1,7 18 278,-2 19 1,6 11-915,5 9 0,10-7-69,11-8 0,19-18 0,12-9 0,12-14 0,15-7 0,-4-17 0,3-9 0,-10-7 0,-5-3 0,-16-3 493,-6-2 421,-9 10 69,-13 3 1,-2 32-1,-7 17 1,11 2-1,15 14 1,8-4-790,13 14 0,6-15-194,0-5 0,6-18-492,-1-4 868,4-20 0,-13-1 0,-3-12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0.488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17374 7560 12947,'-9'53'245,"4"-1"1,5 0 0,4-3 0,3 2-1,1 1 1,1 6 0,3-4 0,-1 0-210,1 0 0,4 8-528,5 0 0,1 1-492,5 5 738,-5-17 0,-6 1 0,0-11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0.489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17626 7780 12947,'7'47'983,"-6"-8"-492,5 3 1,-5 1-1,-1 15 1,-3 3 268,-8-3-1744,8-18 0,-25 4 1686,10-34 281,-13-3 0,13-16-649,12-6 1,28 6-827,15 4 0,-4 10 0,4 5 0,-1 4 0,12 2 0,-8 7 0,-3 3 0,-4 4-492,-2 1 0,-13-6 738,3-3 0,-20-13 0,6-2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0.490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18003 8142 12947,'33'0'983,"6"-2"-492,-8-3 1,-3-6-1,9-10 1,-8-5-336,8-10 0,-11-5-1140,-5-6 859,-10 7 0,-15-2 616,-17 11 1,-7 11-1,-19 20 1,9 21-1,-10 16 1,19 19-1,3 7 1,17 1-984,14-6 0,20 0 0,22-11 0,12-5 0,9-16 0,-1-12 0,-10-14 0,-4-9 246,-11-12 0,-11 4 0,-8-6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0.491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16588 9494 12947,'-26'14'491,"-2"-11"1,17-3-489,-10-21 1,0 2-496,-10 3 0,6 9 388,-11 12 1,6 13 594,-7 13 1,11 9-1,5 13 1,12-2-524,9 6 0,16-15-378,16-5 0,6-11 14,9-10 0,6-16-96,-1-11 0,-1-22 0,-9-14 0,-11-13 203,-10-2 0,-10-7 0,-6-2 247,-4 8 1,-2 12 0,-3 6 213,-1-9 1,-5 10 0,3-8 810,-2 5 0,5 15-492,-10-5 1,2 37-1,-4 11 1,-3 22-1,9 20 1,4 8-538,6 2 1,13 3-1,9 5 1,3-6-283,3-4 0,0-3 0,0-9-164,-2 3 0,7 6-492,9-1 0,-4 1 738,8-32 0,-20-3 0,4-16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0.492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17201 9462 11788,'26'-9'983,"2"2"0,-26 7 0,5 0-414,-7 21-1553,0-15 0,7 15 492,-5-49 0,-11 8 255,-17-16 0,-6 11 728,-10 15 1,0 12-1,-5 13 1,7 15-1,3 12 1,13 16-1,8 4 1,9 10-984,12-4 0,20-14 0,17-12 0,-5-21 164,10-10 0,-9-22 0,11-13-164,-5-15 0,-15 1 0,3-15 0,-13 8 96,-3-7 1,-11 10 1260,-15 5-374,-1 18 1,-22 17-1,7 28 1,6-3-1,15 19 1,12 2-186,9 8 1,8 6-799,13-6 0,3-10 0,7-16 0,1-12 0,-1-19 0,-9-25 246,-6-17 0,-8-11 0,-8-5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0.493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17563 8802 11788,'-27'14'327,"12"7"1,10 5 0,6 23-83,5 5 1,4 2 0,9-7 0,4 3-1,1 6 1,-4 1 0,2 1 0,-1-4 33,0-2 1,2 2-772,-2 1 0,2-6-492,3 7 0,-3-22 738,-15-6 0,-1-21 0,-7-2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0.494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17421 9321 11788,'-21'-20'491,"21"5"1,18 3-67,29-4 1,11 2-918,15 3 0,0 6 261,-5 10 1,-20 4 0,-19 7-1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0.495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18129 9226 11788,'40'-1'304,"5"-5"0,-13 8-589,-1-18 1,-13 1 241,-13-22 0,-7 13 261,-8-8 0,-4 18 109,-18 4 1,-3 11 0,-10 13 163,3 13 1,9 4-1,7 6 1,1 12-1,-1 19 1,12-7-1,14-9 1,21-10-984,16-5 0,8-18 0,7-8 0,1-17 0,-1-9 0,-3-10 0,-17-12 0,-6 2 0,-16-6 0,-6 4 238,-15-5 1,3 19 744,-19 2 1,17 20-165,-11 11 1,9 22 0,1 23-83,6 1 1,5-2 0,7-6 0,7-1-738,5 0 0,9-7 354,-2-3 0,4-4 0,1-2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0.496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18821 9116 11981,'-41'-8'983,"3"-6"0,6 12-492,15 2 1,6 24-253,22 18 0,1-2-279,14 8 1,4 0-1,5 7 34,0 0 1,-11-11 0,8-2-285,-2-7 1,6 10 51,6 8 0,-3-1 29,-3 1 1,-2-6-256,-3-5-13,0 3 39,1-5-35,-1 7 351,-6-13-270,-10-5-6,-22-20 1,-17-14 192,-18-11 1,7-3 204,-2 3 0,6 0-46,-11 1 0,-2 4 294,-8 1 0,14 6 735,-4-1 0,24 3 0,-17 2-249,25 0-911,-6 7 44,30 9 0,12 3 67,21 7 0,-5-6-38,0 1 0,-3-6-222,8-4 1,-3 1-225,8-7 316,-17 0 70,9-5 0,-27-21 56,4-10 1,-11-6-41,-10-5 1,0 1-19,0-7 1,6-4-341,-1 0 506,7 6 0,-3 8 0,7 13 0,-1 3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0.497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16635 12260 12014,'38'-40'983,"-3"0"-836,7 3 0,4-2 0,1-2 0,-7 4-150,-5 4 0,2 1 0,1 1 0,1-1 27,-1 1 1,6-6 0,-2 1 0,1 1-22,-1 1 0,9 3 0,-4 0 0,2-1 181,0 1 1,2-2 0,3-2-98,3-2 1,1 2-1,-11 7 1,0 2-66,1-2 0,-3-2 0,-1-1 1,-2-1 29,1 1 0,-4 0 0,-1-1 1,-1 1 37,-1-1 1,6 1-1,-5-1 46,-2 1 0,10-8-54,3-2 1,1 2 0,-6 2 60,-1 4 0,-10 7-150,4 0 1,-1 0 54,7-6 1,4 1 129,-5-1 1,-6 11 3,2 0 31,-14 15-146,13-22-353,-4 17 131,8-19-153,0 6 324,-1-1-10,-15 10 64,-1 1-109,-14 12-378,5-5 194,-55 7 1,26 0-29,-43 0 0,7 5 357,-11 1 0,6-1 453,3-5-359,11 0 697,4 0-576,13 0-813,10 7 0,50-12 0,17-1 0,7-6 82,-11-4 0,-3 2 225,13 4 0,-8-2 478,3 6 1,-10 3 127,-1 8 1,-12 0 510,1 11-650,-10-11 0,-5 30-324,-11-3 0,-12 4 0,-8 5-194,-10-3 0,1-1 0,-2-6-92,-2 1 0,-7 11 0,-2 8 82,2 8 0,2-6 0,1 8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0.498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20975 12417 12009,'-27'19'491,"12"7"1,11 16-247,9 21 1,9 9 0,7 1 0,-2-12 81,-1-8 1,3-6 0,2 2-820,1 3 0,2-3-492,6 3 0,-15-24 809,-3-7 1,-14-35-1,0-3 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0.499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20943 12527 12009,'-17'-33'983,"-4"-4"-492,19 13 1,-2-9-1,15-4 1,1 14-386,14-3 1,8 3-176,7-8 0,5 12-423,1 3 0,7 12 0,4 4 0,-15 14 225,-1 13 1,-19 16 106,-2 10 0,-12 8 423,-14 7 0,-11-10 720,-10-1 0,-4-13-492,-8-13 1,22-18-1,11-19 1,26-2-820,26-13 0,-2 10 0,9 6-164,2 3 0,-2 11 164,-1 7 0,1 12 0,12 10-164,-8 2 0,-23 0 196,2 13 1,-25-1 0,-12 13 540,-18-11 1,-17-14 0,-8-16 0,-6 1-1,-4-1 1,-4-10 0,3 0 0,-1-5-240,1-5 1,-3-3 0,1-4-7,-5-8 0,8 1 0,-8-13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0.500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22437 12338 12009,'-18'11'983,"4"-11"0,14 51-492,21-25 1,4-10-724,17-22 0,-13-15-260,-13-15 0,-12-5 0,-20-6 0,-7 16 648,-24 10 0,-9 16 89,-12 20 1,-2 17 0,14 20 0,14 1-1,11 1 1,12-4 0,-2 10 0,5 1-1,5 0 1,6 11 0,10-9 0,6-1 81,3-2 1,21-6 0,12-9-574,12-3 0,9-17 0,-12-15 0,2-6-82,1-4 0,6 0 0,-9-2-656,0-3 738,12-11 0,-24-2 0,8-4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0.501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23207 12338 12009,'-17'28'491,"6"4"1,9 12-247,8 18 1,1 5 0,5 1 0,-3-10 245,-2-8 1,0-6-1,-2 3 1,4 2-163,6 9-463,1-18 0,19-12-160,7-18 0,23-5-34,8-10 0,9-2 0,4-3 0,-13 4 0,-15 5 0,-15 2-164,6 5 0,-12 4-492,5 11 738,-11-10 0,1 3 0,-10-14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0.502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23191 12684 11965,'11'-33'327,"10"7"1,16 7 0,17 3-83,2 0 1,10 2 0,2 2 0,-8 3 81,-8 2 1,-5 0 0,2 2-1312,3-5 738,-17 3 0,9-7 0,-20 5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0.503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23191 12181 11881,'74'0'245,"-1"0"1,1 0 0,-8 0 0,4 0 81,3 0 1,6 0 0,-11 0-1312,-2 0 961,6 0 0,-14 7 0,3 2 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0.504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519 629 12009,'-26'-2'983,"5"19"-815,21 25 0,-5 9 1,1 10-158,6 2 0,0 19 0,3-35 0,0 0 0,1-2 0,-1-1-27,4 40 0,-3-38 0,0 1 0,-2 0 0,-1 0 1,0-1-1,1 1-29,-1 1 0,1 0 1,1-3-1,0-1 0,2 40 1,0-6-284,0-4 0,0-6 0,-3-11-164,1-4 0,5 6-395,-4-1 887,-1-22 0,-10-37 0,-1-36 0,-6-7 0,3-10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0.505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535 597 12009,'5'-29'491,"11"2"1,0 17-1,20-6 1,3 9-241,13-3 1,6 6-1,7-1-272,-3 3 0,-2 1 0,-11-3-185,3-1 1,13-6 0,5 4 0,-7 0 55,-6 0 1,1-3-1,-6 5 1,-1-1 11,-2-1 0,7 4 0,3-6 70,2 2 1,0-5-1,-10 3 12,1 0 0,-3 1 81,-1 3 1,-5-4 146,10-7 1,-4 6 30,-2-1 0,-11 8 7,1-3 1,-18 8-64,8 9-566,-19-8 128,20 25 562,-10-10 54,13-1-84,1-3 10,-8-14 11,-8 7-110,-9 9 1,-7 20-88,0 11 0,0 15 0,0-5 0,0-3-25,0-3 0,0 5 0,0 7 0,0 8-112,0 6 1,1 2 0,3 1-1,3 4-69,-3-40 1,1 1-1,-3 0 1,1 1-1,1-1 1,1 1-1,3 41-105,1-1 0,-4-4 0,6-9 0,-1-7-246,-1-6 0,0 3-492,-4-1 971,-3 1 0,-2 0 0,-9-9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0.506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739 2405 12009,'58'10'983,"5"-1"-738,3-2 1,9-2 0,-12-5 0,5 0-1,9 0 1,9 0 0,0 0 0,-1 0-157,1 0 1,-41-3-1,1-1 1,-2 0-1,1 0 1,0-2-1,1 1-286,-2 0 0,1 0 1,38-4-1,-7-3 0,-5 3-295,-1 2 0,-2-4 246,-5 6 0,-7 0 0,-2 5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0.507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29135 6256 11821,'0'49'983,"-2"6"-738,-3 10 1,-2 10 0,-6-14 0,3 6-1,-2-1 1,3 2 0,0-3 0,2-6-140,4-3 0,1 2 0,2-6-308,0-1 1,10 3-165,11-2 0,20-15-126,21-16 0,3-12-492,8-15 738,-13-16 0,1-5 0,-14-11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0.508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29606 6963 11746,'0'-26'-306,"0"5"797,7 63 1,-3-14-1,6 35 1,1-13-1,4 8 1,5-14-766,6-3 0,2-20-218,14-10 0,5-16 0,5-11 0,-3-21 0,-12-15 0,-9-8 285,-18-2 0,-17 2 0,-17 6 687,-15 7 0,1 15 11,-14 1 1,6 17-1,-6 4 1,17 17-280,9 14 0,13 5-609,8 16 1,10 5-96,6 5 0,17-8 0,9-13 0,11-13-236,5-13 728,6-17 0,-24-6 0,2-13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0.509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30314 6853 11746,'10'40'491,"11"-3"1,0-18-1,16-8 1,-6-11-218,11-11 1,-14-3-767,-2-17 0,-13 6 0,-8-12 0,-14 8 448,-12-8 1,-17 6-64,-20 4 1,-1 12 1089,1 10-517,11 17 0,10 2-106,11 17 0,9 1-271,6 15 0,9 3-58,2 13 0,14-3-445,12-8 0,13-7-30,8-13 1,7-16-49,9-11 0,-2-17 0,-3-15 0,-18-4 106,-14-6 0,-19 11 877,-17 0 1,-4 14-1,-23 6 1,7 19-1,-6 8 1,6 21-247,9 10 1,7 11 0,16 0 0,3-7-1,6-6 1,4 3 0,6-1 0,4 0-287,-1 3 27,6-7 0,-6 8 1,8-5-31,-1 1 1,1 1-1,-1-4 1,-1 1-220,-4 3 0,-3-1 1,-9-5-230,-4 0 0,1 8 372,-11 2 1,-20 1-57,-21-6 0,-21-20 1,-13-24-71,-2-9 0,8-10 0,13-10 0,0-5 126,0-4 1,5-1 0,-1-2-1,5-2 120,5-2 0,3-3 0,8-2 0,-1-7 0,1-14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0.510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30848 6413 11736,'18'-25'983,"-4"20"-738,-14 21 1,-5 19 0,-2 17 0,0-1 81,0-2 1,-6 7 0,5 3-1,-1 2 1,-3 2-674,6-5 1,-4-8 70,5 8 1,8-14 2,13-8 1,8-17-121,13-8 1,15-9-101,11-8 0,9 5 0,-4-5 0,0 6 51,-5 6 441,-7 2 0,-16 8 0,-10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0.511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31257 6633 11736,'-9'-33'983,"18"69"-787,7 33 1,-4-24-1,-1 0 1,-3 27 0,3 5 130,-1 8 1,-5-39 0,1-1-241,1 2 0,1 0 0,0 4 0,0 0 0,0 0 0,0 1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0.398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4481 5061 12893,'6'-38'166,"9"6"1,1 15-443,21 12 1,3 3 0,14 2 183,4 0 0,5 5 0,-6 0 62,6-1 0,7-2 1,-12-2-1,3 0 34,2 0 0,5 0 1,2 0-1,1 0 175,5 0 0,6 0 0,1 0 0,1-2-110,2-3 1,0 3 0,-41-1-1,0 1 1,44 0-25,-43 2 1,-1 0 0,1 0 0,-1 0 0,1 0 0,-1 2-1,0-1 1,-1 1-5,1 0 0,1 1 0,0 2 0,1 1 0,0-2 0,0-1 0,-1 0 0,0 1-54,-1-1 1,0 1 0,3 2 0,1 0-1,-1-2 1,0 1 0,2 0 0,0 0 16,0 1 0,1-1 0,3-3 0,1 1 1,-3 1-1,0 1 0,0-2 0,0 1 51,-1-2 0,2-1 1,6 0-1,1 0 1,-3-1-1,0 0 1,-1 0-1,1 0-17,1 0 1,0 0 0,3 0-1,0 0 1,-2 0 0,1 0-1,-2-1 1,1 0-11,1-1 0,0-1 0,-2 1 1,0 0-1,1-2 0,0 0 1,0 0-1,-1 1-117,0 1 1,0 0 0,4-1-1,0-1 1,-6 1 0,0-1 0,1 1-1,1-1 58,0 1 0,1-1 1,0-1-1,1 0 1,-3 2-1,-1 1 1,0-1-1,0 0 12,1 0 0,0-1 1,1 3-1,1 1 0,-2-3 1,-1 0-1,-1 2 0,0-1 4,-1-1 0,1 1 0,2 1 1,1 0-1,-4-2 0,0 1 1,0 0-1,-1 2-9,-2-1 1,1 2 0,5 1-1,-1 1 1,-5 0 0,0 1-1,0 0 1,1-1 12,-1 0 0,1 1 0,-2 1 0,-1 1 1,0-3-1,-2 0 0,2 1 0,-1-1-2,-1 1 1,0-1 0,2 1 0,0-1 0,-5-1 0,1 0 0,0 1 0,1-1 14,-2 0 0,1 0 1,3-1-1,0-1 0,-3 1 1,1-2-1,-1 1 0,1 0-3,0 0 1,0 0 0,0 0 0,-1 0 0,1 0 0,1 0 0,42 0 101,-4 0 1,-38 0 0,-1 0 0,32 0-1,1 0-44,-4 0 1,6 0-1,-6-1 1,-2-3 27,-1-1 1,-2-2 0,-4 3 0,0-1 24,-5 2 0,1-1 0,-10 1 0,-1-2-180,-2 1 1,-1-3-423,5 2 0,1 0-492,4 5 984,-4 15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0.399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5252 6460 13521,'52'-10'-246,"1"-1"0,-1-6 0,-3 6 0,2-1 153,1 1 1,2 3 0,-1 4-1,3-1 102,-1 1 1,7 1 0,-5-1 0,4-1-36,2 2 0,-2 1 1,2 2-1,2 0-25,5 0 0,7 2 0,-6 1 0,3 2 5,1-1 1,9-1 0,-8 1-1,5 1 4,6-1 0,-3-3 0,3-1 1,2 0 34,-42 0 0,1 0 0,1 0 0,0 0 0,-2 0 0,0 0 0,0 0 0,0 0 20,0 0 1,1 0-1,1 0 1,1 0-1,1 0 1,0 0-1,0 0 1,1 0 18,1 0 0,0 0 0,0 0 1,1 0-1,0 0 0,0 0 1,0 0-1,0 0-21,2 0 1,0 0-1,1 0 1,0 0 0,-1 0-1,0 0 1,0 0-1,1 0-57,1 0 0,-1 0 0,4 3 0,1 1 0,-3 1 0,0-1 0,1 1 0,-1 1 28,-1-1 0,0 0 1,0 0-1,1 1 0,-1 0 1,1 2-1,0-2 1,0 0 12,2-1 1,1 0 0,0 0 0,0 1 0,0 1 0,0 0 0,-1-1 0,0 0-2,-1-1 1,1 0-1,-1 0 1,0-1-1,3 2 1,0 0 0,0-1-1,0-1-2,0-1 1,0 1 0,-1 1 0,0 1 0,0-3-1,0 1 1,-2-1 0,0 1-3,-1-1 0,-1 1 0,5 1 0,0 0 1,-5-2-1,-1-1 0,3 1 0,1-1 1,-1 2 0,0-1 0,1-2 0,-1 0 0,-3 2 0,-1-1 0,0 0 0,0-2 34,1 0 1,0 0-1,2 0 1,1 0-1,-1 0 1,0-2 0,0 1-1,-1-1 11,-2 0 1,0-1 0,6-3 0,-1 0 0,-9 1-1,0 1 1,2-1 0,1-1-3,-2 1 0,0 0 0,3 0 1,0-1-1,-2-1 0,0 0 1,0 1-1,1 0 8,-1 1 0,0 0 0,-2 0 0,-1 1 1,-4-2-1,-1 0 0,-1 0 0,0 1-41,1-1 1,-1 0 0,0 2 0,-1 1 0,37-2-1,-1 3-255,-1 2 1,-1 0 253,-15 0 0,4-5 0,-10 0 0,4 1 0,2 2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0.400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4733 7576 12672,'-9'-33'-29,"-5"-4"0,7 27-808,-3 10 703,38 10 1,12 25-1,28-12 1,-10-9 31,-8-6 0,3 3 0,1-4 0,0 0 96,0 0 1,4 3 0,-2-4-1,3-3 195,6-1 1,8-2 0,2 0 0,4 0-80,0 0 0,-33 0 0,2 0 0,39 0 1,-41 0-1,1 0-90,1 0 0,0 0 0,-1 0 0,0 0 0,5 0 0,1 0 0,-2 0 0,1 0-30,2 0 0,0 0 1,2 0-1,0 0 1,-1 0-1,0 0 1,0 0-1,-1 0-26,-2 0 0,0 0 0,4 1 0,0 0 0,-2 0 0,-1 1 0,-1 1 1,1-1 20,-2 0 1,1 0 0,-2 1 0,-1 1 0,-1-1 0,-1 1-1,0 0 1,0 1 19,0 1 0,0 0 0,0-2 0,1 0 0,-1 1 0,0-1 1,0 1-1,0-1 8,0 1 1,1-1 0,-1-2 0,0-1 0,0 2 0,0-1 0,0 0 0,1-2-4,-1 0 0,0 0 0,-1 0 0,1 0 0,-1 0 0,0 0 0,1 0 0,0-2-66,4 0 1,0-1 0,-1 2 0,1-1 0,1-2 0,1-1 0,-1 1 0,-1-1-57,-2 1 0,0-1 0,6 4 1,0-1-1,-4-1 0,-1 1 112,2 1 0,1 0 0,2-2 0,0 1 0,0 0 0,0 2 0,-1 1 0,-1 2 0,1 0 0,0 2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0.401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4874 12040 13664,'2'-37'-984,"7"4"492,12 3 0,12 11 228,20 14 0,2 12 298,8 9 1,9-1 0,1 6-26,-1-3 0,0-8 0,-18-1 0,2-2 64,3-4 0,13-1 0,5-2 0,1 0-9,4 0 0,6 0 0,-3 0 0,3 0-65,-43 0 1,0 0 0,4 0-1,0 0 1,2 0 0,0 0 0,-2 0-1,1 0-6,-2 0 0,0 0 0,6-2 0,1-1 0,-5 0 0,1 1 1,1 0-1,1 0 2,1 1 0,0 0 0,-2 1 0,1 0 0,0 1 0,0 0 0,0 1 0,-1 0 22,2 0 1,0 1 0,4 2 0,0 0 0,-6-1 0,1-1-1,1 1 1,0-1 17,1 1 1,0-1 0,3 0-1,1 0 1,1-3 0,1 0-1,0 0 1,2 1-13,-1 2 0,1 0 0,-1-3 0,0 1 0,1 2 0,0 0 0,1-3 1,0 0-15,2-3 1,0 0 0,3 2-1,-1-1 1,-3-2 0,-1-1-1,2 1 1,-1-1-1,0 1 1,-1 0 0,3 1 0,-1 0 0,0-1 0,1-2 0,0 0 0,0 0 14,2-1 0,0 0 0,-2 1 0,-1 1 0,1 0 0,1 0 0,-3-1 1,1 1 32,-4 1 1,1 0-1,7-3 1,0 0 0,-8 2-1,0 1 1,4-1 0,-1-1-28,1 1 0,-1 0 0,3 2 0,1 1 0,-1-3 0,0 1 0,-1 0 0,0 1-34,1 1 1,1 0 0,1-1 0,-1-1 0,-1 2 0,-1-1 0,0 1 0,0 1-93,0 0 1,-1 0 0,4-1 0,0-1 0,-7 0 0,0 0-1,0 1 1,-1-1 57,0 0 0,-1-1 0,2 3 0,0-1 0,-4-3 0,0-1 0,0 1 0,-1 0 16,3 1 1,-1-1-1,-2-2 1,-1 0-1,2 1 1,-1 0-1,-1-2 1,0-2 27,-2 0 1,0-1-1,2 1 1,-1-1-1,-3 3 1,-1 1 0,1-1-1,-1 0 66,-2 0 1,0 0 0,1 1 0,1-1 0,-6 0 0,0 0 0,1 0-1,1 0-11,1 0 0,-1 0 0,-2 4 0,-2 0 0,36-2 0,-7 5-1,-3 1 0,-2 0 0,-5 1 1,-2 3-213,-3 1 1,1 11-1,-4-4-159,0 0 0,7 6 0,2 5-181,-3 1 0,-6-3 492,2 5 0,-8-3 0,-2-2 0,-7-7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0.791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11557 14790 14035,'15'48'-984,"-6"4"948,-4 0 1,2-4 122,-1-7 0,-1 3-27,-5 9 1,2-3-258,3 8 0,-2-8-229,8 3-125,-1-18 44,6 1 507,0-18 0,-1-2 0,1-9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0.792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11620 15105 12931,'36'23'-492,"1"3"0,-11-9 557,11-1 1,1-9-1,13 2 13,1-2 1,-5 3 0,-3-5 0,3-1 32,4-2 0,7 3 0,-1 0 0,6-1-61,7-3 0,10-1 0,-1 0 0,7 0-27,1 0 1,-36-2 0,1-1 0,-1 0 0,1-1 0,1 1 0,1-1 22,0 1 1,0-1 0,4-2-1,1 0 1,-2 1 0,0 1-1,2-1 1,2 0 13,3-1 1,0 1 0,0 1 0,1-1 0,-2-1-1,0 0 1,0 1 0,-1 0-32,1-2 0,0 2 0,6 0 1,0 1-1,2-1 0,0-1 1,0 1-1,1 0-26,0 0 1,-1 1 0,-3 0 0,1-1 0,0 3 0,1-1-1,2-1 1,0-1-11,0 1 1,1 0 0,-1-3-1,1 1 1,-8 3 0,1-1 0,1 1-1,0-1 0,0 1 1,1-1-1,6 1 1,0-1 0,-2 3-1,-1-1 1,0-1-1,0-1-2,0-1 0,-1 1 0,-1 2 0,0 1 0,0-3 0,0 1 1,-1 0-1,1 1-5,0-1 1,0 0 0,0 0 0,0-1 0,-1 2 0,0 1 0,-2-2 0,-1 1-11,-1 0 0,-1 0 0,2 1 0,0 0 0,-1 1 0,-1-1 0,-1-1 0,0 0-4,1 0 1,-2-1-1,-2 0 1,-1 1-1,2 1 1,-1 2-1,0-1 1,-1 0 12,0 0 0,0 0 0,4 0 0,0 0 0,-7 0 0,0 0 0,0 0 0,1 0 1,0 0 1,0 0-1,0-3 1,0 0 0,0 1-1,0-1 1,-2 1 0,0 1 8,1 0 0,0 0 1,2 1-1,0 0 0,-6 0 1,-1 0-1,0 0 0,0 0 9,-2 0 0,0 0 0,3 0 0,-1 0 0,-4 0 1,-1 0-1,44 2-3,-2 3 1,-5-3 0,-6 5 0,-3-2 4,2 0 0,-5 6 0,-2-4 0,-5 0 1,-5 0 0,-4 0 0,-7-4-6,0 2 1,13 6 34,2-6 1,-2 5 140,-8-4-55,-10-1 29,-3-5-60,-15-7-106,-8-2 38,-16-13 1,-7-5 45,-4-9 0,6 4-68,10-10 1,-1 14-57,6-14-6,-6 11 0,3-14-63,-7 3-146,0 17-11,-7-10 280,5 25 109,-5-13-41,7 14-57,0 37 1,-2 4 0,-3 29-53,-5-5 0,-4-4 0,-2-3 1,0 2 13,0 1 1,1 8 0,-1-3 0,2 4-108,3 2 1,-1 0-1,7 2 1,2-1-164,1-1 1,4 5 0,3-8 297,5 1 0,4 12 0,2-8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139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21621 10155 12631,'-24'-24'983,"2"1"-492,6 15 1,-1 9-1,-4 15 1,-3 8-1,-7 12 1,-2 7-282,-3 14 1,10 4-1,0 8-146,7-7 1,12-9-1,9 3-279,12-3 0,7-6 173,15-6 0,14-1 0,19-2-286,-3-12 0,4-14 0,-8-21 82,4-7 0,-2-9 0,-17-1 0,-3-4 8,-2-1 0,3-7 1,-6-1-1,-1-3 311,-7 1 1,-1-1 0,-10-4-1,-2-1 140,-6 1 1,0 4 0,-7 1-55,-1-2 0,-17-12 1,-9-1-1,-9 8 60,-5 8 1,-7 8 0,-1 1-1,-4 1-37,-4 4 1,-6 6-1,2 9 1,-1 6-202,0 3 0,7 6 1,-1 4-1,2 10-227,3 4 0,11 9 0,6 7 0,5 2-246,5 3 0,8 9 246,6 5 0,-3 3 0,-1 2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140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22616 8897 12884,'-30'4'491,"4"6"1,11 5-247,-6 22 1,6-6 0,4 15 0,6-1-1,3 0 1,2 7 0,2 3 0,3 4 81,6 4 1,2-2 0,5-6-1,2-1 1,15 6 0,6-8-117,-3-9 1,17-5 0,4-12-458,3-13 0,-1-9 0,-13-11 0,0-9 0,-1-8 0,3-12 0,-10-5 0,-1-4 0,-2-2 0,-5-4 0,-2-1 0,-4 0 0,-6-1 0,-8 8 0,-3-7 0,-4-2 0,-7 1 0,-6-2 0,-15 5 0,-6-2 205,-5 2 0,-20-2 1,-1 6-1,-6 8 72,-4 8 0,-11 10 1,0 9-1,0 6-277,0 3 0,-2 16 0,13 7 0,6 8 0,11 7 0,8 6 0,11 11 0,5 8 173,8 4 0,8 9 0,8-3 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141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22678 10155 11750,'-33'-9'491,"-3"2"1,13 28-165,-3 10 1,4 7 0,8 7-1,4 3 1,3 7 0,7 2-73,0 5 1,2 1 0,3-17-162,5 1 0,16 8 0,5-3 1,4-11-263,3-10 0,1-10 0,10-11 1,1-6-79,1-8 0,13-10 0,-2-10 0,2-5 49,0-9 0,3-12 1,-33 22-1,0-1 0,30-31-49,-6-2 0,-6-4 0,-11-1 0,-4 1 0,-5 1 0,-13-4 0,-5 12 0,-7-4 253,-9-1 1,-6 7-1,-15 1 1,-8 3 42,-8-1 0,-11 2 1,-6 8-1,-4 8 108,-9 6 0,-7 13 1,-5 10-1,-2 6-404,2 10 0,-2 11 0,5 18 0,8 5-738,4 8 962,40-15 1,4 4-1,-16 32 1,27-29 0,-1 1-1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328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22217 1886 11776,'-27'0'491,"-1"0"1,21 11-1,-3 10 1,3 8-247,7 24 1,-5 10 0,-2 15 0,0-6 81,0-6 1,-2 0 0,2 3-557,-3-1 0,-6-9-755,11-17 656,-8-14 0,13-32 0,0-32 82,9-20 0,5-21 0,2 12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329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22138 1823 11776,'-7'61'983,"7"4"-738,9 0 1,6 1 0,6-14 0,6-1-1,2-2 1,10-2 0,3 0 0,3-1-449,2-4 0,0-4 0,1-8 0,-1-2-35,0-2 1,-5-12 0,2 0-213,4-6 1,-13-11 309,2-13 1,-16-27 0,-7-17 183,-12-3 0,-9-3 1,-9 12-1,0-2-183,1-3 0,-6-1 0,0 1 0,3 3-101,6 2 1,-2 0 239,4 1 0,3 4 0,0-5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330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23144 1776 11776,'0'40'245,"0"7"1,5 4 0,2 19 0,2-9-1,3-5 1,2 2 0,4-4 0,1 0-362,2 0 0,7 0-376,-2-1 0,4-1-492,1 0 492,-13-20 0,-15-48 444,-24-31 0,4 3 0,-13-8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331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23003 1556 11776,'-16'-45'199,"0"3"1,9 9 291,7-9 1,13 14-247,18 2 1,9 8 0,18 6 0,-6 3 245,-3 2 1,4 5-820,9 13 0,0 6 0,7 15-164,-14-1 0,-12 16 0,-1 11 0,-12 3 164,-14 7 0,-27-7 0,-19-7 310,-11-6 0,-3-19 1,-9-3-1,5-8 18,0-8 0,1-3 0,0-7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332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24386 2012 11776,'54'0'42,"4"0"0,3 0-42,2 0 0,0-21 0,0-5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333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25157 1886 11776,'40'-17'491,"-3"-4"1,3-7-165,2-14 1,1-9 0,-2-13-820,-10 1 0,-7-2 0,-8 2 0,-7-1 0,-4-15 0,-24 16 983,-12 16 1,-13 21-1,-9 15 1,5 18-165,-5 14 1,18 12 0,11 18-1,10 1 1,12 6 0,16 0-83,12 5 1,9 1 0,0-13 0,2 1-243,-2-1 0,3 3 1,-1-2-496,-2-1 0,-2 10-492,-2 2 0,-13-4 1147,3-4 0,-39-40 328,-3-20 1,4-19-249,6-29 1,11 1-646,11-16 0,15 12-90,21 9 0,7 19 0,9 12 0,-9 20 212,-6 6 0,-8 18 771,-9 14 1,-6 9-1,-4 1 1,-6 6 491,-4-6-1475,3-7 0,7-20-492,10-25 738,-10-4 0,0-32 0,-12 11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334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26367 1808 11776,'37'-7'491,"0"7"1,-6 0-1,11 5 1,-10 2 491,4-2-1490,-13 0 15,7-12 0,-20-15 130,-10-15 1,-9 5 852,-27 1 1,10 15-1,-16 1 1,3 13-1,-8 7 1,2 13-1,3 18 1,12 4-1,14 8 1,11-3-65,15-3 0,20-5-919,17-11 0,11-11 0,0-9 0,-4-12-492,-2-4 0,-24 3 0,7-14 0,-31 11 814,3-6 0,7 26-322,7 11 0,3-3-492,13-13 960,-8-3 1,17-16-1,-6-4 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335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26965 1698 11776,'14'47'983,"3"0"-492,15 0 1,-1 0 320,1 0-1796,-8-21 492,-1 9 0,-18-40 0,-10 0 0,-4-11 430,-12-15 1,5-6 552,6-15 1,3-4-144,7-7 0,7 7-332,3 4 1,18 17-290,9 9 0,1 13-219,4 8 0,-7 16-492,2 15 890,-18-7 1,2 25 0,-12-20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336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27657 1776 11776,'33'7'983,"4"-5"-492,-13 5 1,-1-28-766,-8-11 1,-15 3-106,-15-3 0,-10 11 509,-11 0 0,1 13 361,-7 8 1,7 22-165,-2 20 1,13 9 0,8 7-1,9-6 1,19 4 0,9-2 114,7-3 0,7-11-934,7-14 0,7-14 0,14-1 0,-7-17 0,-4-9 0,-7-15 246,-8-12 0,0 4 0,-13-1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337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27861 1163 11776,'-40'-9'983,"5"8"-492,14 16 1,7 6-247,14 21 1,14 9 0,7 5 0,5-4-1,0 1 1,9-1 0,-3 0 0,-1 6-98,-3 3 0,2-3 1,-6-2-1,1-2-640,-4-4 0,-4-4-492,-1 1 738,-7-10 0,5 1 0,-6-15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422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19638 14067 11776,'-23'30'284,"8"5"-39,8 9 1,5-1 0,2 1 0,0 3-64,0 4 0,2 6 0,3-1 0,4 2-510,-1 1 0,5 4 0,-6-10-164,1-3 0,-2 10-428,4-3 920,-6-6 0,3-6 0,-7-4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423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19308 14460 11776,'-33'-8'983,"-4"1"0,27 14-492,-4-6 1,17-15-1,8-17 1,1-7-363,14-10 0,5-6 0,6-7 0,-4 9-489,-5 6 0,5 10 89,4-6 0,5 9 78,16 1 0,-8 18 175,3 19 0,-11 27 0,-9 22 0,-10 5 0,-4 6 1,-14-13-1,-1-1-71,-3-2 0,-1 2 0,-1 3 17,-5 3 0,1-3 113,-11-6 0,2-12 114,-12 6-10,7-21 1,-2-12-136,11-25 0,17-12-320,13-24 1,21 5 205,6 0 1,10 20-157,1 17 0,0 26 1,-4 15-64,-7 16 1,-15 2 591,-1 19 1,-17 0 221,-4 11 1,-20-9-1,-11-7 1,-14-11-229,-7-15 0,-9-11-755,-1-21 0,3-10 0,12-21 0,9-14 246,18-18 0,17-3 0,10-2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424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20283 14539 11776,'-26'-9'983,"1"13"-492,25 17 1,0 5-1,16 16 1,8 7-1,13 8 1,0 4-1022,-6 2-454,-6-21 492,-3 2 0,-15-46 164,-7-14 0,-5-27 0,-6-27 0,6 4 0,3 4 0,2 15 241,0 0 0,4-5-366,6-1 0,4 15 453,18 12 0,-18 27 0,21 3 0,-18 19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425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20723 14712 11776,'52'16'491,"1"-11"1,-6-17-1,11-15 1,-8-16-613,3-10 1,-15-1-316,-12-3 1,-12 6 926,-19-1 1,-7 18-247,-14 13 1,-13 18 0,-12 15 0,6 9-1,7 11 1,4 6 0,5 9 0,3 0 81,5 0 1,10 2 0,6 5-1,3 9 1,16-14 0,9-2-83,10-10 1,23-9 0,9-7 0,-4-11-25,-4-6 1,3-11-1,-4-2 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426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21603 14539 11776,'-26'-19'142,"10"-7"1,11 3 817,5-14 23,0 14 0,7-13-492,-5 18 1,3 45-247,-10 20 1,3 14 0,-3-12 0,3 1 81,2 3 1,0-1 0,0-5 19,0 0 0,14 6-839,7-1 0,16-15 0,10-16 0,-5-25 164,5-27 0,-7-20 0,-3-22-164,-11 12 0,-7-4-492,-3 2 569,-7 4 0,-11 24 906,-14 25 1,8 20-1,-3 32 1,9 7-1,8 14 1,4-9-375,11-7 0,5-14-609,11-12 0,-7-12 0,6-9 0,-11-11 0,6-15 0,-8-14 0,3-18 0,-8 3-492,-3-3 1967,-6 14-492,-9-1 1,0 43-1,0 18 1,0 20-1,0 22 1,7 0-337,4 10 1,4-16-1140,6-5 0,-3-17 738,4-7 0,-13-44 0,-2-14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427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22107 14099 11776,'33'12'481,"-4"7"0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428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22437 14665 11776,'36'-4'491,"1"-6"1,-11-4-165,11-18 1,-7-1 0,6-10-820,-2 1 0,-15 5-492,-3-5 1433,-11 14 1,-19 0-123,-18 18 1,-15 20 0,-4 18-1,6 10 1,10 4 0,11-5 163,1 10 1,4-7-1,8 18 1,15-11-984,17 6 0,19-20 164,23-12 0,3-13 0,4-15-656,-7-8 738,-11-1 0,9-21 0,-5 4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429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23066 14382 11776,'7'47'983,"8"2"-492,12 3 1,0 9-496,0 7 0,-6-6-980,-11-10 691,-3-17 1,-7-12 366,0-29 0,-2-16 109,-3-36 0,3-12 0,-3-10-1,3 8 1,11 8-503,7 11 1,15 8-173,16 3 0,6 14 332,5 23 1,3 20 0,-5 19-1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430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24418 13627 11776,'-9'58'491,"4"1"1,3-1-247,2-2 1,0 8 0,2 3 0,1 4-1,3 5 1,4 7 0,-3-6 0,2-2-116,3-3 0,-5 0 1,0-13-623,0 7 0,-4-8-492,8 0 492,-8-22 0,-8-25 246,-11-32 0,-3 3 0,4-18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431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24088 14335 11776,'40'-25'327,"7"4"1,14 9 0,9 2-1,-4-3 1,-1 1 0,-11 0-820,4 1 0,-6 6 246,-10-5 0,-14-1 0,2-5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432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24842 14366 11776,'40'-3'327,"-3"-8"1,2-6 0,-1-17-1,2-2 1,-3-13 0,3-10-54,-1-3 0,-8 3 1,-7 10-603,-1-3 0,-2-8 0,-7-3-164,-3 8 0,-4-7 983,-7 5 1,-11 1-1,-10 14 1,-3 21-1,-13 21 1,-1 25-247,1 27 1,9 13 0,10 10 0,8-11-1,3-6 1,3 1 0,8 1 0,3 3-1,2-1 1,1 6 0,6-8 0,0 3-334,-1-2 1,1-9 0,0 4-210,-1 4 0,1-15-195,0 7 327,0-13 1,-2-20-133,-4-24 0,-1-27 1,-6-27-26,3-2 1,4 1-1,-3 13-170,2 0 0,10-12 0,12-4 0,8 12 175,8 15 1,-7 29 272,-3 27 1,-2 17 0,-7 21 491,-9-6 0,0 11 43,2 5 1,-5 0-1,-6 0 1,-4-5-564,4-5-912,-6-18 0,3-10 738,0-42 0,-13-8 0,5-27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433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25927 14115 11776,'0'38'491,"0"4"1,0-14-1,0 14 1,2 1-1,3 10 1,4-1 491,7-5-1713,-8-20 340,6 1 1,-7-32 292,4-6 0,-2-11 159,-4-27 1,3-4 130,8-16 0,5 3 80,0-3 3,7 11 1,-3 23 214,6 29 1,-7 19-173,-3 39 1,-5 2-1,-4 14-236,-1-12 0,-1 4-144,6-3 0,3-4-428,7-17 0,-8-16-3,13-21 0,-17-11 164,13-15 0,-12-7 0,8-16-19,0-3 1,-4-1 274,7-10 0,0 11 1055,6-6-492,-1 22 1,4 36-165,-3 31 1,-10 25 0,-13 14-1,-2-4 1,4-10 0,-4-14-243,1 2 0,4 8-1069,9 6 738,4-4 0,6-7 0,1-9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434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19575 15639 11687,'74'-2'321,"-3"-1"-125,-1-2 1,7-2-1,3 3 1,-35 2 0,1-1-75,2 1 1,2 1 0,6-1 0,2 0 0,0 0 0,1 1 0,4-3 0,1 1-1,4-2 1,0 1 0,4-1 0,1-1 0,2-1 0,1-1 0,1 0 0,1 0-222,4 0 1,0 0 0,3 0-1,1 0 1,-26 3 0,-1 0-1,1 0 1,0 0 0,1-1-1,-1 1 23,1 0 1,-1 0 0,1-1-1,3 1 1,1 0 0,0 0-1,0-1 1,0 1 0,1 0 0,1 0-1,1 0 1,-1 1 57,1 0 0,0 1 0,1-1 1,0 0-1,1-1 0,-1 0 0,-3 2 1,0 0-1,1-1 0,-1 0 1,0 0-1,1 0 46,1 0 1,1 1 0,0-1 0,4 0 0,0 0 0,-1 0-1,-2 2 1,-2 0 0,1 1 0,-1-1 0,0 0 0,0 1 52,-3-2 1,0 1 0,1 0 0,4 1 0,2 1 0,-1-1 0,-5-1 0,-1 0 0,1 1 0,1 0 0,0 0 0,0 1-1,0 0 1,-1 0 0,0 0 0,0 0 0,-1 0 0,0 0 0,-4 0 0,-1 0 0,1 0 0,0 0 0,1 0 0,0 0 16,1 0 0,1 0 0,-1 0 1,-1 0-1,0 0 0,-1 0 1,28 0-1,-1 0 0,-3 0 1,-1 0 23,-2 0 1,-1 0 0,-2 0 0,1 0 0,-4 0 0,0 0 0,-4-1 0,-1 0-1,1-1 1,-1-1 0,-3-1 0,-1-1 0,-3-2 0,-1 0 0,-4 1 0,-1 0-287,-4 1 0,-1-1 0,-1 2 0,-1-2 0,33-8 0,-4 2-164,-5 1 0,-7 6 0,-8-4-656,-3 2 984,-13 2 0,3 0 0,-1-6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491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12720 14665 12420,'-16'-33'63,"1"59"1,6 9 0,4 45 118,3-12 1,2-2 0,-2-6 0,-1 6-53,-3 8 1,-1 9 0,6-38 0,-1-1 0,-1 3 0,1-1-50,0 1 0,0 0 0,-1 5 0,-1 1 0,2 0 0,-1 1 0,0-2 1,1 0-39,-2 0 0,1-1 0,2-1 0,0-2 1,-2-2-1,1-1 0,0 41-289,2-6 0,0-7 0,2-15 0,1-6-246,3-3 0,1-7-113,-2 0 112,-4-7 493,13 3 0,-5-6 0,7-1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492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12610 14303 12199,'37'0'-7,"-1"0"0,3 0 22,13 0 1,18 0 0,9 0-170,-4 0 0,0 0 1,-17 0-1,1 0 157,-1 0 0,8 0 0,-1 0 0,5 0 126,5 0 0,7 0 0,7-2 0,-42 0 0,0-1-80,3-2 0,2 0 1,3 0-1,1 1 0,-1 0 1,0-1-1,4 1 0,-1 0-12,1-1 0,1 1 0,6 0 0,1-1 0,-1-1 0,-1 0 1,1 1-1,1-1-4,0 0 0,2 0 0,5-1 0,1 0 0,-4-1 0,1 0 0,-1 1 0,-1 1-96,2 0 0,0 1 1,5-1-1,1 0 1,-5 2-1,-1 1 1,0-1-1,-1 1 44,0 0 1,0-1 0,4-1 0,0-1-1,-3 3 1,-1-1 0,0 1 0,0-1-7,0 1 1,1-1 0,5 1 0,0 1 0,-5 1-1,-1 0 1,-1 0 0,0-1 4,-1 0 1,0-1-1,4-1 1,-1 1-1,-7 1 1,-1 0-1,2 0 1,1-1-11,-2 1 0,1 0 0,-1 1 0,-1 1 0,-1 0 1,-2 0-1,-3-1 0,-1 0 11,-1-2 0,-1 1 0,-3 1 0,0 0 0,-3-2 1,-2 1-1,1 1 0,-1 0 4,42 1 0,-2 0 1,-19 2-1,-3 1 18,-6 2 0,-1 2 5,0-1 0,-2 2 287,6 8 126,-20-7 144,-5-2-229,-12 0-517,6-5 0,-7 5 1,-8 3 90,-11 11 0,-5 0 150,-5 16 0,3 10-56,-3 21 1,3 5 0,2 8 0,0-15 57,0-8 0,0 3 1,0 2-1,2 10-42,3 9 1,-3 5 0,1-38 0,1 0 0,-1 2 0,-1-1-43,1 2 1,0 1 0,0 6-1,1 1 1,-2-2 0,-1-1 0,2 3-1,-1 1-23,0-1 1,0 0 0,1 1-1,1-1 1,-1-5 0,1 0 0,-1-4-1,1-1-94,-1-3 0,1-1 0,8 37 0,-3-9 1,1-8 46,1-6 1,-6 2-1,5-2-62,3 1 0,-5 0 154,3-9 0,-13 6 0,2 0 0,-2-13 0,1-8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493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12940 17321 12131,'54'-16'10,"-10"1"0,3 1 0,-1 1 133,-1 3 0,4 5 1,5-4-1,7 0-208,6 0 0,11-1 0,1-4 1,5 2-1,-39 6 0,2 1 0,4 1 1,1 0-1,1-2 0,1-1 1,1 2-1,0 0-41,0-1 0,0 0 1,7 1-1,0 1 1,-3 0-1,-1-1 1,2 1-1,1-1 52,0 1 0,2 0 0,3 1 0,1 1 0,1-3 0,0 1 1,0 0-1,0 1 49,3 1 0,0 0 0,-2-1 0,0-1 1,0 1-1,1 1 0,2 0 0,0 1 49,0 0 1,1 0-1,7-2 1,0 1-1,-5-1 1,-1 0-1,0 1 1,0 1-13,-2 0 1,1 0 0,7 1 0,1 0 0,-4 0 0,0 0-1,0 0 1,-1 0-23,0 0 0,0 0 1,2-2-1,0-1 0,-2 0 1,0 1-1,-2-1 0,0 0 4,0 0 0,-1-1 0,2 4 0,-1-1 0,-6-3 1,0 1-1,0 0 0,0 0 17,-2 1 1,-1-1 0,4-2 0,0 0 0,-6 1 0,-2 1 0,-2-1 0,-1 1 47,-1 0 0,-2-1 0,-3-2 1,-1 1-1,-5 2 0,-1 1 1,41-3-57,-6-2 1,-5 5-1,-12-3 1,-2 3-1008,-3 2 984,-4 0 0,2-5 0,-4 0 0,-8 1 0,-7 2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494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5409 10169 12653,'-26'-34'63,"0"2"-104,6 4-60,5-3 0,25 15 106,22 11 1,17 10-1,13 11 16,-6-1 0,11 6 1,-1 0-1,0-3-105,3-6 1,2 0 0,1-5 0,3 0 122,5 0 1,-34-4 0,1-1-1,0-1 1,0-2 0,2 1 0,0 0 27,2 0 0,1 0 0,5 1 0,1-2 0,-1 1 0,0-1 0,2-1 1,1 0-24,1 0 0,0-1 1,5-1-1,1 1 1,-3 1-1,-1 0 1,3-1-1,-1-1-24,1 0 0,1 0 0,5 1 0,1 1 0,0-3 1,-1 1-1,1-1 0,1 1-17,2-1 0,2 1 0,4 2 0,0-1 0,-3-1 0,-1-1 0,1 2 0,-1-1 5,0 3 1,0-1 0,5-2-1,0 1 1,-8 0 0,0 1 0,1 0-1,0 0 5,-1 1 1,0 0-1,7-1 1,0-1 0,-5 0-1,-2 1 1,1 0 0,-1 0-9,-1 1 1,0 1 0,0 0-1,-1 0 1,-5 0 0,0 0-1,1 0 1,0 0-38,0 0 1,0 0 0,2 0-1,-2 0 1,-8 0 0,-1 1 0,-1 1-1,0 0-41,-4 0 0,0 1 0,3 3 0,0 0 0,-9-1 0,-1 1 0,1 1 0,-1 2-117,-1 1 1,0 1 0,40 6-1,-12 6 1,-5-1-73,-5 5 1,-6 1 0,-12 1 261,1 3 0,2-10 0,-3 13 0,-6 5 0,-6 8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495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17610 16331 12852,'31'-33'-984,"1"-4"168,-15 11 928,4-11 0,-35 21-62,-7 1 0,-3 9 87,-13 17 157,14-8 53,-13 18-223,18-19 1,13 5-123,21-7 0,3-2-61,18-3 1,6 2 24,15-8 0,5 8 14,5-3 0,-3 5 15,3 1 0,-5 0-17,-6 0-96,-10 0 63,-1 14 1,-32 1 29,-14 12 1,-11-10-62,-25-7 1,-10-6-20,-17 1 1,-8-1 0,-8-1 54,6 2 1,6 2 0,18-3-6,-3 1 0,3 2-70,-3-2 174,3 4 1,23 5-38,20-3 0,34-6 0,35-9-6,2-1 1,6-7 0,3 1 0,4-1-3,6 2 0,-2-3 0,6 8 0,-3 2-4,-3 1 0,6 9 0,-1 2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583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15802 1273 12840,'-25'18'983,"3"10"-492,6-18 1,30 6-165,17-11 1,22-10 0,13-6 163,0-3 1,-10 6-1476,7 2 738,-10 5 0,-6 1 0,-9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584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17248 1022 12840,'-33'0'983,"3"0"-492,22 14 1,16-6 491,19 8 0,-5-7-1251,22-16 1,-21-11-225,3-13 0,-21 13 726,-26 3 0,-14 6 93,-22 9 1,-8 12 0,-8 18 163,10 5 1,8 5-1,19 2 1,4 14-1,1 17 1,17-1-629,19 1 1,28-17-1,22-9 1,0-17-110,1-11 0,4-8 0,-4-3 0,1-1 0,1-3 0,-2 3 0,1-2 0,-4 0-738,-4 2 738,-9-5 0,12 12 0,-3-5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585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17893 1273 12840,'-18'39'983,"6"-10"-492,17 8 1,18-9-165,14 3 1,12-8 0,3-13-1,-1-4 1,8-17 0,-1-6-656,-4-6 0,5-8 0,-4-8-164,-7-1 0,-21 2 378,-6-10 1,-20 5 0,-11-8 440,-20 8 1,-17 11 0,-12 13-83,-10 7 1,3 5 0,8 8 0,-1 5 81,-2 4 1,5 6 0,4 5 163,3 5 1,-2 12-1,4 10 1,21 4-820,26 6 0,36-11 0,29-14 82,8-10 0,1-9 0,-15-14 0,-1-2 0,1-3 0,2-4 0,2-7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586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18773 1053 12840,'2'-33'983,"3"21"-492,-10 27 1,16 17-1,4 20 1,10 4-1,-4 7 1,1-7 491,-1-4-850,-3-17 1,5-17-435,-8-29 1,1-5-192,0-25 0,5 2-492,0-13 0,7 3 704,3 16 1,0 20 770,1 29 1,-8 14-1,-8 17 1,7 0-1,3 0 1,12-7-984,10-3 0,-12-18-492,6-8 738,-3-8 0,8-17 0,0-3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587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19811 424 12037,'0'70'491,"2"-3"1,1-6-247,3-2 1,4 11 0,-3-5 0,0 3-1,0 2 1,5 1 0,-1-6 0,3-4 245,1 0 1,3-3-984,3 5 0,3-18 405,8 2 0,13-17 0,4-8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588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19591 880 12840,'42'11'983,"2"-1"-738,4 2 1,5 2 0,4 2 0,-4-2 245,-4-3 1,3 2-488,1-2 0,-1 3 1,-5 2-1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589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9623 2955 12255,'-25'24'983,"3"6"0,13-5 0,16-1 0,10-8-1396,15-9 1,-20-25-80,-17-3 0,-9 2 559,-28 9 1,-4 8 423,-16 2 1,-5 19-1,4 12 1,7 17-1,20-1 1,8 3-1,17-2 1,15-10-247,17-7 1,21-13 0,15-13 0,-3-5-429,-3-5 0,1-4 1,1-8-1,-2-2-145,-3-2 0,0-11 0,-1 2 0,0-3 0,4-7 0,-6-11-656,-10 1 738,-9 4 0,-10-22 0,0 4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590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9953 2625 12596,'-49'28'983,"11"-9"-492,17 28 1,10 2-1,6 19 1,17-3-1,9 3 1,7-2-1,3 2 1,-1-8-1476,-4 3 0,-3-18 738,-7 0 0,7-34 0,1-6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591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10362 3002 12596,'7'49'491,"3"3"1,4-1-1,2 7 1,0-8 491,-1 3-1967,8-11 738,1-11 0,8-36 0,-1-14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592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10393 2813 12596,'-26'-8'491,"5"-13"1,42 12 491,10-7-970,4 8 1,11 8 0,-6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593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10943 2876 12596,'-17'-26'983,"-18"2"-492,4 24 1,-1 5-1,-5 16 1,9 5-1,-3 11 1,14-2-1,11 7 1,15-9-1,12-2 1,12-1-845,20-9 0,3-2-139,6-8 0,7 3 0,-1-4 0,-9 6 125,-12 5 1,-15 5 857,-17 11 1,-9-8-1,-17 8 1,-13-9-782,-18 3 1,-9-8-203,-1-13 0,6-6-492,10-14 738,9 6 0,12-24 0,8 11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594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11604 2971 12596,'-23'-28'491,"-3"7"1,7 9-1,-18 1 1,11 8-1,-11 13 1,13 2-1,-8 14 1,8 9-1,3 13 1,7 6-1,14 9 1,16-9-984,10-7 0,19-14 164,18-12 0,3-11 0,6-6 0,-4-8 0,-19 1 0,3-6 82,-4 2 0,-10-5 0,1 3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595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12217 3332 12840,'26'-9'327,"2"2"1,-19 7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596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8522 17227 12155,'18'35'70,"3"-4"0,7 4 0,12 2-64,7-8 0,4-2 0,-1-22 0,4-2-87,4-1 1,14-2-1,-4-3 1,7-6 118,3-7 1,5-8-1,-1 1 1,-2-3-100,2-7 1,-39 17 0,0-2 0,-1-3-1,0-1 1,-1-1 0,0 0 38,-1 1 0,2-1 1,6-7-1,0-1 1,-6 3-1,0 0 1,-1-1-1,0-1 27,-2 0 0,-1-2 1,1-4-1,0-1 1,-2 3-1,0 0 1,-1-1-1,-1-2 43,2-1 0,0-2 0,2-3 1,0 0-1,-2 0 0,0-1 1,0 0-1,1 1 24,-1 0 0,-1 0 1,2-6-1,-1 0 1,-2 6-1,0 1 1,0-2-1,0 0-52,0 1 1,0-1 0,1 0-1,0 1 1,-3 1 0,0 2-1,-1-1 1,1 1-27,-1-1 1,2 0-1,2 0 1,0 0 0,-2 2-1,0-1 1,-1 2 0,0 0-59,-1 1 1,1 0 0,1 2 0,0 0-1,0 4 1,0 0 0,-1 0 0,0 0 47,32-26 1,-4 3-1,-1 6 1,-3 3 71,3 3 0,1 4 0,2 8 0,0 4-35,-1 5 0,1 0 0,0 3 0,2 6 4,3 4 0,-3 2 0,3 6 0,-4 2 11,-1 3 0,2 6 1,1 10-1,2 3 34,-1 1 0,3 10 1,-2-2-1,-2 5 20,-1 6 0,-4 6 0,-2 5 1,-3 2-11,-2 8 0,4-1 0,-30-27 1,-2 0-1,1 0 0,0 1-41,1 0 0,-1 1 0,0 2 1,0 2-1,-1-1 0,0 1 0,2 1 1,0-1-85,0 3 0,0-1 1,2 1-1,-1-1 0,-1 1 1,0 1-1,1-2 0,0 0-55,0 1 1,1-1-1,3 5 1,-1 0-1,-3-4 1,0-1-1,0-1 1,1-1 16,-1-2 0,0 0 0,1 3 0,1-1 0,-3-3 0,0-1 0,0 1 0,1 0 24,0 1 1,0-1 0,-1-1 0,0 0 0,2 0 0,-1-1 0,-1 0 0,0-1-25,-1 1 0,0-2 1,31 23-1,-4-1 0,0-8 63,0-3 1,9-7 0,0-3 19,7-4 0,-7-1 0,14-4 0,0-7 0,3-7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597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12327 16064 12770,'56'-2'-984,"-5"-2"656,-4 15 0,10-1 0,13 4 382,-3-3 0,4 1 1,-11-7-1,-1-1 52,2-3 1,6 5 0,6-1 0,4-2-81,3-1 1,-34 1 0,-1-1 0,35 4 0,6-1-18,-41-1 0,1-1 0,2-2 1,0 0-1,2 1 0,0 1 0,0-1 1,1-1-15,3 2 0,0 0 1,1-2-1,0-1 1,-1 3-1,1 0 1,-2-2-1,0-1 52,0 0 0,1 0 0,4 0 1,1 0-1,-4 0 0,0 0 1,1 0-1,0 0 24,-1 0 1,1 0-1,1 0 1,0 0 0,0 0-1,-1 0 1,0 0-1,0-1-12,1-2 1,0 0 0,0 2 0,-1-1-1,0-3 1,-2-1 0,1 1 0,-1 0 19,-2 1 1,1-1 0,2-2-1,1 0 1,-3 2 0,-1 0 0,-2-1-1,0 0-73,-4 0 0,0 1 0,-1-2 0,-1 0 0,37-2 0,-6-1-129,-3-1 1,-6 8 0,-8-4-300,-6 0 1,2 3-40,-1-6 96,-8-1 0,-14-11 268,-20-4 1,-18 3 117,-35 2 0,-10 3 0,-13 4 0,6 2-13,3 2 0,3 6 0,4-3 105,-3 0 0,-7 0 1,-6-5 323,4 2 0,21-3 0,3-8-465,21 4 0,27-16 32,31 7 0,13 6 1,14 15-1,-12 3-16,-6 2 0,3 7 0,4 4 0,3 1-161,2-1 0,5 8 1,2-4-1,0 3 65,0-1 0,3 4 0,-1 0 1,1-1 48,2-3 0,5 4 0,-6 0 1,1-2 134,-2-1 1,8-3 0,-6 3 0,-2 1 55,-1 2 1,-4 0 0,-5-4 0,-2 3-18,-3 1 1,-4 1 0,-7-3-110,-16-5-2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598"/>
    </inkml:context>
    <inkml:brush xml:id="br0">
      <inkml:brushProperty name="width" value="0.08819" units="cm"/>
      <inkml:brushProperty name="height" value="0.35278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18207 16447 12051,'-17'4'7,"-34"5"105,-1-2 1,-8 5 0,3-3-1,-3 1 6,3 1 1,-10-1-1,4 6 1,-1 0-31,-1 0 0,9-1 0,4 3-310,3 3 0,-4-2-270,1 7 0,26-8 246,26-3 0,21-6 0,26-9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599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6714 17070 12553,'-31'10'-492,"-1"1"0,11-6 0,-16 5 0,-1-5 379,-14 6 1,-11-1-30,-11 6 0,5-2 142,0-3 0,19 3 0,4-6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600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6054 17022 12485,'54'0'-57,"5"-1"1,9-5-42,0-4 1,9-2-1,-14-1 1,2 3 113,0-2 0,3 3 0,3 0 0,4 1 86,6-1 1,1 5 0,0-1-1,4 2-22,-42 0 1,1 0 0,3 3 0,0-1 0,-3-2 0,1 0-1,1 2 1,0 1-55,0 0 0,0 0 0,7 0 0,1 0 0,-4 0 0,1 1 0,1 1 0,2 0-32,1 0 1,2 1 0,1 0 0,0-1-1,1-1 1,-1-2 0,1 2 0,-1 0 20,-1 2 0,1-1 1,6-1-1,1 0 1,-6 2-1,1-1 1,1 0-1,1-2 29,1 0 1,0 0 0,3 0-1,0 0 1,1 0 0,-1 0-1,-2 0 1,1 0 50,-1 0 0,1 0 1,-1 0-1,-1 0 1,1 0-1,-1 0 1,2 0-1,-1 0-33,1 0 0,-1 0 0,6-2 0,0-1 0,-6 0 1,-1 1-1,3 0 0,1 0-24,0 1 1,0 0-1,-3 1 1,-1 0-1,3 0 1,-1 0-1,0 0 1,1 0-23,1 0 0,0 0 0,0 0 1,0-1-1,3-1 0,0 0 1,1 0-1,-1-1-43,-2 1 0,0 0 0,9 1 0,0 1 0,-6-1 0,1 0 0,2-1 0,0 0-37,0 0 1,0-1 0,4 0 0,-1 1 0,-6 1 0,0 0 0,-1 0 0,1-1 60,2 0 0,0-2 0,2-1 1,0 0-1,-3 2 0,-1 1 0,-1 0 1,-2 0 39,-2 1 1,1 1 0,5-3 0,0 0 0,-5 1 0,-1-1 0,2 1 0,0 1-24,0 0 0,0 0 1,-4-2-1,-1 1 1,2-1-1,1 0 0,-2 1 1,1 1-6,-1 0 0,1 0 0,0 1 1,-1 0-1,-3 0 0,0 0 1,-1 0-1,-1 0-48,-3 0 0,1 0 0,0-2 0,1-1 0,-1 0 0,-1 1 0,-1 0 0,0 0 16,-2 1 1,-1 0 0,-1-1 0,0-1 0,-2 0 0,-2-1-1,0 1 1,0-1-7,1 1 1,0-1 0,-3 0 0,-1 1 0,37 0 0,-7-3-278,-7 3 1,-10-1 0,-4 1 305,0-2 0,-17 5 0,17 8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601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20550 6366 7686,'-14'1'0,"4"5"0,-4-5 53,5 13 1,-7-10 0,0 6 0,1 3 0,-1 2-1,0 6 316,0 5 0,-3 2 1,2 2-1,3 0-88,0 3 0,0 9 0,-2 2 0,0 4-75,1 5 1,1 6-1,2 1 1,1 2 11,-1 1 1,3 9-1,0-9 1,2 5 26,4 7 1,1-5 0,2 7 0,0-7-72,0 1 1,0-4 0,2-1 0,1-7-44,3-5 1,11 13-1,-1-17 1,1 1-45,1 0 1,4-9-1,5 7 1,2-6-283,3 1 0,-1-7 1,2-4-1,2-7-205,2-3 1,1-2 0,-1-6-1,3-1 147,1-3 0,7-4 0,-4-7 1,0 0 96,1 0 0,-5-2 1,2-3-1,0-6 36,-2-3 0,1-8 0,-6-5 1,1-2 43,-1-3 1,-3 1-1,-4-2 1,-4-4 25,-1-5 0,-2-2 0,-4-1 1,1 0-17,-3-4 0,5-7 1,-10 2-1,2 0-4,-1-1 1,1 0 0,-7 4 0,-1 0 26,-3-5 0,-1 4 0,-1-2 0,-5 3 136,-4 4 1,-6-9 0,-5 9 0,-5-2 171,-4 0 0,-3-3 0,-2-2 0,-3 0-85,-2-1 0,-8-2 0,-4 3 1,1-1-130,3 1 1,0 0-1,1 5 1,0 2 32,0 7 1,7 7-1,1 7 1,3 5-230,-1 3 1,2 9-1,7 4 1,2 3-291,-2 2 1,3 9 0,1 7 0,-1 8-288,1 6 1,5 8-1,-2 6 722,3 7 0,-4 5 0,-3 7 0</inkml:trace>
  <inkml:trace contextRef="#ctx0" brushRef="#br0" timeOffset="1">20896 6727 7717,'-7'-9'1207,"-4"4"0,3 4-808,-3 1 1,8-2 0,-3-3-279,5-6 1,1-5 0,0-3 0,0-4-7,0-1 1,5 0 0,2-6-1,0-2 15,0-6 1,5 1 0,-3-1 0,1-1-64,1-2 0,-1-5 0,6-1 0,-2 0 25,-3 0 1,8-6 0,-4 1-1,3-1-87,-1-1 1,4 0 0,2-5 0,0 3 78,-1 2 1,6-4 0,-1 6 0,1 1-227,-2 2 0,4 7 0,-6 2 0,2 2 10,0 3 0,-1 2 1,3 1-1,-4 2 57,-1 4 0,5-3 1,-2 2-1,2-2 46,-2-3 0,4 6 0,-4 2 0,4-1 24,1 1 1,-1 5 0,-2-2-1,-4 3-17,-1 2 0,0 2 0,-4 2 1,2 2 53,-2-3 0,-1 7 0,-4-1 89,-4 0 0,2 3 0,-5-5 57,2 2 0,-5 0-224,1 2 1,-3 2 0,-4-8 8,-3-1 0,3 3 0,-5 0 0,2 1-128,-1-1 1,-6 0 0,3-3-1,-1 3 50,-1 2 1,1-3 0,-7 5-1,-3 1 107,-1 2 0,-1-3 0,2 0 0,-1 1 80,2 3 1,-3 1-1,1 0 1,1 0 181,3 0 1,1 0 0,0 0 395,1 0 0,-1 0-187,0 0-468,8-7 0,8 5 0,10-5 24,4 0 0,2 5 0,-1-5 0,1 2-187,0 0 1,5-6 0,0 6 0,-2 2-10,-2 1 0,-1 0 0,0-1 0,1-3 31,4 3 1,-8 1 0,2 2 0,-1 0 13,0 0 0,-3 0 0,-1 0 0,1 2 38,-3 3 0,-1 4 1,-5 6 67,3 1 1,-3 0 0,3 0-1,-3-1 34,-2 1 0,0 5 0,-2 0 1,-1 0-116,-2 2 1,-1-6-1,6 6 1,0-2-388,0 0 1,0 1-1,0-2 1,0 2-2212,0 3 2705,-7-6 0,-1 11 0,-8-6 0</inkml:trace>
  <inkml:trace contextRef="#ctx0" brushRef="#br0" timeOffset="2">20440 8158 7957,'-16'15'0,"2"1"415,4 0 1,-4 1 0,3 4 0,-3 5-89,-1 4 1,1 12-1,1 3 1,3 2 24,-2 4 0,5 7 0,1-1 0,5 1-69,1-6 0,0 11 1,0-7-1,0 5-130,0 6 0,7-3 1,5-4-1,5-3-335,4 3 1,7-6 0,-1-2 0,2-5 38,3-5 0,-1 2 0,1-9 0,1-4-185,3-3 0,-1-9 1,7 2-1,2-5-36,1-5 0,3-4 1,-1-11-1,0-5 133,0-6 1,0-13 0,-1-4 0,-4-8 30,-6-5 0,-3-8 0,-1-3 1,-4-3 106,-7-6 0,-2-8 1,-12 1-1,0-1 278,0 0 0,-4 1 0,-8-3 1,-5 3 174,-4 3 0,-7 0 0,-4 5 1,-3-1-135,-5 2 1,-3 4 0,1 15-1,-2 6-101,2 6 0,-3 13 1,-1 4-1,-1 8-185,-4 5 0,4 9 0,0 5 0,1 6-457,5 2 0,2 8 1,6-1-1,5 2-1914,3 3 2431,10 6 0,-6 2 0,5 7 0</inkml:trace>
  <inkml:trace contextRef="#ctx0" brushRef="#br0" timeOffset="3">22201 5375 8058,'0'-15'686,"5"4"-336,0 1 0,8-1-45,-3-4 0,-3 8-240,-2 7 0,-3 7 0,-2 12 0,0 5-70,0 8 1,-12 17 0,-4 1 0,-3 6 0,-4 2 1,-1 6-1,-8 10 1,3 1 23,2-2 0,-6 4 1,5-5-1,2-1-28,2-3 0,-3-5 0,6-5 0,4-6-242,5-3 1,-1-3-1,8-6 1,2-9-2019,1-8 2268,2-6 0,14-8 0,3-2 0</inkml:trace>
  <inkml:trace contextRef="#ctx0" brushRef="#br0" timeOffset="4">22500 5973 8169,'8'-16'378,"6"0"1,-3 1 39,3-1 1,2 5-206,-1 1 0,1 6-189,0-1 0,-8 10 1,-2 6-1,-5 5 90,-1 5 0,0 3 0,-1 9 1,-5 2-314,-4 2 0,-9 13 1,-6 3-1,-1 6 95,-2 4 1,-10 14-1,21-36 1,2 2-1,-1 1 1,-1 1 56,1-1 1,-1 1 0,-1 3 0,-1 0 0,0-1 0,0 0 0,-1 2 0,0 0-21,-2 3 0,0-1 0,1 0 1,0-1-1,1-3 0,0-1 1,2-1-1,1-1-48,-1-1 0,1 0 1,0 0-1,1-1 1,-12 26-1,3-3-575,3-6 1,6-6 689,5-11 0,-3 0 0,-1-8 0,6-2 0,5-8 0</inkml:trace>
  <inkml:trace contextRef="#ctx0" brushRef="#br0" timeOffset="5">22987 7136 7969,'14'-16'0,"-2"0"112,-1 1 0,-6 1 0,4 2 233,-2 1 1,0 6-231,-2-6 0,-3 10 1,3 1-1,-3 10 95,-2 9 1,-7 11 0,-4 12 0,-5 7-62,-5 10 1,-8 23-1,9-38 1,0 1 0,-2 4-1,0 2-110,-2 5 1,-1 1 0,-3 6-1,-2 0 1,0 6 0,-1 0-1,-2 2 1,0 1-115,-1 2 1,0 1 0,7-22 0,-1 0 0,1 0 0,-9 19 0,2-1 0,-1 1 0,0-1-1,2-2 0,-1 0 0,-1 1 0,1-2 0,4-9 0,2-1 0,1-3 0,0-2-73,1-2 0,1-2 0,2-6 0,1-2 1,-20 27-1,7-4-47,7-1 1,0-7-1,7-5 1,3-9-116,6-11 1,5-6 0,11-11 309,6-4 0,1-3 0,11-7 0</inkml:trace>
  <inkml:trace contextRef="#ctx0" brushRef="#br0" timeOffset="6">23600 7969 8168,'-2'-11'526,"-3"3"-378,-5 1 0,1 2 1,-1 8 506,-3 7 0,-6 3 0,-2 13 0,0 2-480,-2 2 0,1 13 1,-6 6-1,2 5-186,-2 6 1,-4 8 0,-3 7 0,-1 5 31,18-38 1,1 0 0,-6 6 0,0 2 0,0 0 0,-1 1 0,-1 4 0,-1 0-136,-1 2 1,0 1 0,0 5 0,-2 0 0,-4 1-1,-2 0 1,-1 1 0,-1 1 88,-2 0 1,-1 2 0,-5 7 0,1 0-1,6-6 1,1-2 0,0 3 0,1-2 38,-1-1 0,2-1 1,1 0-1,2-1 0,3-7 1,2-2-1,2-4 0,1-1-15,1-3 1,2 0 0,6-4-1,2-1 1,-15 32 0,7-5-471,5-5 0,-1-13 0,12-17 0,1-7-1471,3-7 1942,1-11 0,0 4 0,0-5 0</inkml:trace>
  <inkml:trace contextRef="#ctx0" brushRef="#br0" timeOffset="7">23978 8975 8634,'-7'21'0,"-2"2"536,0 1 0,-12 7 0,0 8 1,-7 3-182,-3 7 1,-6 0 0,-1 10 0,-3 4-224,-2 3 0,20-28 0,0 1 0,-1 0 0,-1 1 0,0 3 0,0 1-129,-1 2 1,-1 0-1,-3 8 1,-1 1 0,0 2-1,-1 1 1,-2 3 0,-2 0-154,1 2 0,-1 0 0,-3 2 0,1 1 0,1 1 0,1 0 1,-3 2-1,1-1-27,-2 1 0,1 0 0,0 2 0,0-1 0,-1-4 0,1-1 0,0-1 0,1 0 92,1-3 1,1 0 0,0 0-1,2 0 1,2-4 0,1 0-1,0-3 1,1 0 31,1-3 0,0-1 0,2-5 0,2-2 1,-17 35-1,5-8 39,4-5 0,7-17 0,3-6 0,4-7-327,5-3 0,10-10 341,4-6 0,7-7 0,9-9 0</inkml:trace>
  <inkml:trace contextRef="#ctx0" brushRef="#br0" timeOffset="8">24213 10122 8059,'-1'-14'923,"-5"4"1,-2 5-1,-8 10-500,0 5 0,6 6 0,-2 5 0,-4 5-127,-3 4 1,-4 3-1,2 5 1,-4 8-201,1 5 0,-11 13 0,2 1 1,-4 6-112,-1 10 1,16-40 0,0 2 0,0 3 0,0 0 0,-2 0-1,-1 1-79,0 0 1,-2 2 0,-2 2-1,-1 1 1,1-2 0,0 1-1,-1 0 1,-1-1-106,-1 1 1,1 0 0,0 0 0,1 1-1,1-4 1,0 0 0,2-3 0,0 1-102,-1-3 0,2 1 0,4-3 0,0 0 1,-23 32-1,6-6-19,10-8 0,-1-8 1,11-13-1,3-8-36,4-6 1,10-5 0,2-10 354,9-9 0,6-9 0,6-12 0,4-3 0</inkml:trace>
  <inkml:trace contextRef="#ctx0" brushRef="#br0" timeOffset="9">24842 10594 8730,'-15'16'1527,"-1"4"0,0 5 0,-1 3-1267,-4 5 0,1 4 1,-6 1-1,-2 8-93,-1 4 1,-3 8 0,1-4 0,1 0-49,4 0 0,-2 9 1,5-5-1,-1-2-76,-4 0 0,5-8 1,0 7-1,2-3-712,0 0 0,-5 6 0,3-6 0,1-3-101,-1-5 1,-3 0-1,3-8 1,2-3-113,4-5 1,-1-5 0,13-7 881,2 0 0,1-8 0,2-1 0</inkml:trace>
  <inkml:trace contextRef="#ctx0" brushRef="#br0" timeOffset="10">25283 11285 7873,'0'11'338,"-2"1"350,-3 6 1,3-3-1,-5 8 1,0-2-396,-4 0 0,-3 7 0,-3 0 1,-2 5-128,-2 4 0,-7 6 0,2-1 1,-4 2-122,-2-2 1,1 3 0,0-3-1,1 2-450,4-2 0,-4 3 0,5-5 1,1 2-285,3 0 1,5-7-1,6 2 1,5-6-1162,3-5 1850,2 4 0,0-20 0,0 4 0</inkml:trace>
  <inkml:trace contextRef="#ctx0" brushRef="#br0" timeOffset="11">25691 11804 7850,'-7'16'0,"-3"0"769,-4-1 0,-5 3 0,-1 1 0,5 4-273,1 1 0,-7 1 1,9 2-1,-1 0-268,-1 1 1,0 1 0,-1 3-1,-1-1-270,0 1 1,0-1 0,1 0 0,1-1-414,3-4 0,-1 2 0,7-7-372,1-2 1,4-3-1,6-5 1,4-6 826,4-3 0,9-16 0,1-4 0</inkml:trace>
  <inkml:trace contextRef="#ctx0" brushRef="#br0" timeOffset="12">26116 11977 7850,'9'-7'1131,"-2"5"1,-7-3 0,0 10 0,0 6-838,0 3 1,-7 3 0,-4 4 0,-1 4-431,1-1 0,-3 4 0,6-5 1,-3-1-394,1 1 1,6-2 0,-1-5-1054,3-1 1,9-6 1581,4-4 0,10-3 0,3-2 0</inkml:trace>
  <inkml:trace contextRef="#ctx0" brushRef="#br0" timeOffset="13">26540 12056 7850,'-7'15'984,"-1"1"0,-8 0 0,0-1-162,0 1 1,2 5 0,2 0 0,2-2-580,-2-1 1,3-3 0,0 1-1,2 0-1111,4 0 1,1-6 0,2 1 867,0 1 0,0 2 0,0 1 0</inkml:trace>
  <inkml:trace contextRef="#ctx0" brushRef="#br0" timeOffset="14">20566 9494 8042,'-9'7'773,"-5"1"0,4 10 0,-4 1-376,-2 2 1,0 12-1,-1 0 1,-3 6 69,-1 4 0,2-6 1,5 3-1,2 2-126,0 7 0,-4 10 1,11-13-1,1 4-188,3 1 0,1 3 1,1 0-1,5 1-240,4-1 0,9-2 0,2-5 0,0 0-247,2 1 0,1-7 0,8 0 1,-1-3-41,1-3 0,4-9 0,3-5 0,-1-3 156,1-3 1,4-6 0,-1-4 0,4-5 199,1-5 0,0-5 1,0-13-1,-1-7-37,-4-5 1,6-8 0,-6-1 0,-1-5-40,-1-3 0,-14-8 0,2 4 0,-5-1-30,-2-1 0,-7 0 0,-9-4 0,-3 0 24,-2 5 1,-2-4 0,-5 3-1,-9-1 280,-8 1 1,-8 2 0,-4 7-1,-8 0-5,-7 4 1,1 10 0,-8 5-1,-2 13-197,-1 10 1,-5 9 0,1 8 0,6 13-2499,3 10 2520,4 7 0,11 7 0,3 0 0</inkml:trace>
  <inkml:trace contextRef="#ctx0" brushRef="#br0" timeOffset="15">20990 9022 7763,'0'-16'-1437,"0"1"1556,0-1 1,0-2 0,0-1 638,0-2 0,5-1 1,2 1-1,2-4-512,3 1 0,2-6 0,2 4 0,2-6-170,3-4 1,-2 3 0,7-8 0,0 1-58,-1-2 0,3-12 1,-6 5-1,3-3-284,3-2 0,0-11 0,0 0 0,-4-3-72,-1-2 0,3-8 1,-5 1-1,-2-2 163,-1-3 0,3 0 0,0 0 0,-2-2 103,-2 1 0,-8 35 1,0 0-1,10-36 0,2-2 56,-11 42 0,-1-1 0,9-42 0,-3 6 0,3-1 293,3-2 0,-12 40 0,-1-1 1,3 2-1,-1-1 0,8-41-74,-3 4 0,-7 35 0,0 1 0,10-28 1,1-6-18,2-1 0,0 8 1,-4 1-1,2-1-4,2-1 0,2 0 0,-4 8 0,2 0-146,-2 2 1,1-8 0,-1 8 0,2-2-16,-2 1 1,-1 6 0,-3 0-1,1-1 52,0-2 0,-1 0 1,1 1-1,2 3 13,3-3 1,-4 5 0,6-1 0,-2 2-32,0 3 0,5-3 0,-3 1 0,1 4-51,4 6 1,0-3-1,0 6 1,-2 0-4,2 3 1,0-1-1,0 1 1,-4 4-52,-1 5 1,3 0-1,-5 6 1,0-1-31,2 0 1,-6 2-196,4 5 0,-3 8-171,-2 2 0,-8 6 0,-2 6 0,-5 6-1112,-1 7 1,-7 4 1556,-3 3 0,-11 18 0,-4-2 0</inkml:trace>
  <inkml:trace contextRef="#ctx0" brushRef="#br0" timeOffset="16">21179 10201 7777,'10'-9'164,"-1"2"1,0 2 45,0 0 1,-1-9 0,5 0 0,-3-7 15,2-4 0,2-6 1,2-6-1,0-1 82,-1-6 0,1 2 0,0-14 0,1-1-132,4-6 1,-3-4 0,4 3 0,-1-3-130,0-1 0,7-12 0,-3 1 0,-1-3-75,-3-3 1,2 3-1,-12 37 1,-1 1-1,0-1 1,-1 1-22,9-44 1,-10 42 0,-1 0-1,9-42 1,-8 44 0,0-1 24,0 1 1,-1-1 0,1-1-1,0 0 1,0-3 0,0 0 0,0 1-1,1 0 6,2-1 1,-1 0 0,-1-2-1,0 1 1,1 1 0,1 0-1,-2 2 1,-1 0 36,0 0 1,0 1-1,0-1 1,0 1 0,7-36-1,1 4 5,0 1 0,-2-5 0,-2 10 1,-1 2 62,1-3 1,-3 1 0,1 1-1,0 6 1,-1 4 1,5 0-1,-3 5 1,3-8-31,1-6 1,1 3 0,0-1 0,0 2-32,-1-2 1,3 5-1,1-4 1,2 6-24,-2 2 0,4-4 0,-2 11 0,-2 3 0,-2 5 0,4-12 0,0 4 0,-1-1-33,-3 3 1,-1 4-1,1 3 1,3 3-37,0 1 0,1 2 0,-5 4 0,0-2 53,0-1 1,-1 1 0,1 7 0,0 3 63,0 3 1,-6-5 0,0 7 0,1 0-9,-2 3 1,-1 6 0,-4 1 364,1-2 1,0 3-270,-5-2 1,0 6-142,0-5-57,0 6 0,-1-3-68,-5 7 1,3 0 0,-8 0 16,-1 0 0,3 0 0,-1 0 0,-2 0-60,-2 0 0,-2-5 1,0 0-1,1 1 97,-1 3 1,0 1 0,0 0 0,2-2 82,4-3 1,-4 1 38,4-6 0,3-1 0,1-5-7,5 1 0,1 4 0,1 2 121,5 2 0,-3-3 0,8 5-151,1 1 1,2 3 0,1 1 0,1-2-138,0-3 1,0 3 0,-1-3-67,1 3 0,0 2 0,0 2 0,-1 1 113,1 2 1,-6 2-1,1-3 1,-1 3 79,-1 1 0,0-2 0,-6 4 1,3 2 104,-3 2 1,-1-3 0,-2 1 0,0 4-18,0 3 0,0-3 0,0-6 0,0 2-191,0 2 1,0 2 0,0 0-1,0 0-1178,0-1 220,0 1 1,2-7 1057,3-4 0,-3-10 0,5-4 0</inkml:trace>
  <inkml:trace contextRef="#ctx0" brushRef="#br0" timeOffset="17">22625 4024 7727,'-1'-16'74,"-5"0"0,3 2 1,-6 2 1390,2 2 171,2 6-299,-2-3-1138,5 7 1,-5-2 0,9-1-64,3-2 1,4-6 0,7 4 0,-1 0-129,1 0 1,0-5 0,1 3 0,3-1-158,0-1 0,1 6 1,-3-4-1,1 2-121,2 4 0,0 1 0,-5 2 104,0 0 1,-1 0 144,1 0 1,-7 7 0,-4 4 51,-3 3 1,-9 3 0,-4 1 42,-3-3 0,-1 8 0,-1-11 0,0 0-368,0 2 1,8 0 0,1 0 0,1-1-1018,1-3 1,0 0 1310,5 6 0,0 14 0,0 3 0</inkml:trace>
  <inkml:trace contextRef="#ctx0" brushRef="#br0" timeOffset="18">20707 11961 7859,'11'0'442,"-1"0"261,2 0 1,2 0 0,4 0 0,5 0-480,8 0 1,0-8-1,8-6 1,-2-6 6,-1 1 0,6-11 0,-3-3 1,1-5-206,3-6 1,1-13 0,-2-8 0,-3-5-80,-1-5 1,-5-7 0,-14 38 0,1 1 0,-1-3 0,0 1-57,2-3 1,0 0-1,-1-4 1,0-1 0,1 1-1,0-1 1,0-1 0,0 0 57,-1-1 1,0 0 0,5-4 0,-1-1 0,-2-1 0,-2 0 0,0 1 0,-2 1 30,0 2 0,-1-1 0,2-5 0,-1 0 0,0 9 1,1 2-1,-2-4 0,-1 0 62,-2 0 0,0 0 0,1-3 0,0 1 0,-3 4 0,0 1 0,1 1 0,0 0 110,0 0 0,0 1 0,0-1 0,-1 1 0,2 1 0,0 2 0,-2 0 1,0 0 12,-1-1 1,1 0 0,2 2 0,0 1 0,-2 2 0,0 1 0,15-41 2,-1 7 0,-2-5 1,4 9-1,0 0-47,5-4 1,-3 12 0,5-5 0,-4 9-124,3 2 1,2-2-1,-1 0 1,2 3-30,-2 6 0,-2-3 0,-1 1 1,-1 2-105,0 3 0,1-5 0,-2 8 0,-2 1 25,-2 0 1,0-4 0,4 7 0,-2-2-113,-2 2 0,-5 2 0,3 5 0,1-2 105,-1 2 0,-5 2 1,4 2-1,-2-1 41,0 1 0,0 1 1,-5 4-1,-1 3 16,1 1 0,-5 4 1,-1-3-1,1 4 196,-3 1 0,6 0 1,-5 1-1,2 1-60,-1 3 0,-5-3 0,6 6 0,-1-3-92,-1 1 1,5 1-1,-4-3-124,4 1 1,2 1 0,0-6 100,0 0 1,-6 6-1,-1-1 1,-1 1 68,1 1 1,-4-5 0,4 4 69,-2-4 1,0 3 0,-3 1 28,1-3 1,-2 6-75,-8 2 1,2 3 0,-8 2 0,-1 0-58,-2 0 0,-2 0 1,1 0-1,-1 0-61,0 0 0,-5 0 1,-2 0-1,1 0 23,-1 0 0,-3 0 0,3 0 0,0 0 34,1 0 1,-1 0-1,4 0 1,-4 2 35,-1 3 1,4-3-1,-1 3 1,6-1 334,4 1 0,-3-3-226,4 3 1,4 2-155,6-2 0,7 1 1,11-6-1,1 0-5,2 0 1,7-6 0,-2 1 0,2 0-92,-2-2 1,4 3-1,-4-4 1,2 1-151,-2 3 1,2-3 0,-7 2 0,-1 1 108,-3 3 1,-1 1 0,0 0 204,-1 0 0,-1 1 1,-3 5-20,-6 4 0,-2 4 0,1 4 0,1 1 459,-1 2 0,-3 5 1,-1-3-1,0 1-277,0 4 1,-5 9-1,-2 3 1,0 0-686,0-3 0,-5 3 0,3 0 0,-1 0 469,-1-3 0,-6 3 0,-8 0 0</inkml:trace>
  <inkml:trace contextRef="#ctx0" brushRef="#br0" timeOffset="19">20660 10735 7898,'9'0'510,"-2"0"1,-7-1-1,-2-3-175,-3-1 1,-4 1 0,-7 10 0,1 6-79,-1 7 1,-2 5 0,-3 10 0,-3-1-98,0-2 1,-4 16 0,5-5 0,0 5-239,0 2 1,1 5 0,3 6 0,-1 4 123,6 5 1,0 18-1,11-43 1,1 1 0,0 2-1,1 0-18,0 1 0,0 0 0,1-1 0,0 1 0,0 0 0,2 0 0,0 1 1,1 0-13,1 0 0,2 1 1,3 1-1,2-1 0,0-2 1,0-1-1,1-3 1,1 1-125,0-1 1,2 1 0,1 0 0,3-1 0,17 31-1,-1-10-312,-2-8 1,-1-11 0,1-11-1,2-8 191,2-6 1,1-10 0,-3-8 0,4-8 67,1-11 1,0-11-1,5-12 1,1-3 21,3-7 0,0-5 0,-6-10 1,-3-1 148,-1 2 1,-2-14 0,-8 7-1,-3-1-17,-5-1 1,-5-6-1,-5 1 1,-6-2-19,-3-3 1,-2-5 0,-2 1 0,-3 1 6,-6-1 0,-1 40 0,-2 1 0,-2 1 0,-1 1 0,-1 0 0,-1 0 80,-19-35 0,14 39 0,-1 3 0,-24-26 0,-5 12-63,-6 10 1,4 15 0,-3 11 0,-2 12-162,0 11 1,-4 26 0,13 5 0,1-1 161,2-1 0,2 18 0,0 2 0</inkml:trace>
  <inkml:trace contextRef="#ctx0" brushRef="#br0" timeOffset="20">21462 8158 7883,'-25'8'0,"-4"6"0,3-2 0,-2 6 20,1 3 1,-2 14 0,4 0 0,3 5 180,6 2 0,2-5 0,9 4 0,3 1-20,5-1 0,13 4 1,10-3-1,4 5-262,1 5 1,13 3-1,5 6 1,5 2 11,-25-29 0,2 1 0,1 2 1,2 0-1,1 0 0,0 1 1,0-1-1,1-1 7,2 2 1,0-1 0,1 2 0,2-1 0,0 2 0,0 0 0,-1 1 0,0-1 143,1-1 0,0 0 1,3 7-1,0-1 1,-1-3-1,-1-2 1,2 2-1,0 0 14,1 3 0,1-1 0,0-2 0,0-2 0,3 2 0,0-2 0,1-1 1,1-1-39,1 0 0,1-1 0,5 1 0,1-2 0,-4-4 0,0-2 0,2 1 0,0 0-112,1-2 1,1-1 0,3 2 0,2 0 0,1-4 0,1 0 0,-3 0 0,1-1 52,2-1 0,1 1 0,2-2 0,0 1 1,2-1-1,0 1 0,-3-1 0,0 1-10,0 0 0,0-1 1,5 1-1,-1-1 1,-3 1-1,-2-1 1,0 1-1,-1 0 11,-1-1 0,-1 1 0,3-1 0,1-1 0,-1 0 1,0 0-1,-1-1 0,-1 0-1,1 1 0,-1-1 0,-1-1 0,0-1 0,-1 0 0,0 0 0,-1-1 0,0-1-56,-2-1 1,2 0 0,6-1 0,0-1 0,-8-4 0,-1 0 0,1-1 0,-1 1-18,-3-3 0,0 0 1,1 1-1,-1-1 0,-2-2 1,-1-1-1,-1 1 0,1 1 77,-2-1 1,1 0 0,-3-2 0,0-1 0,-4 3 0,-1-1 0,38 3 3,-7-3 0,-2 3 0,-8-2 1,-6-2-15,-3-1 0,-5 3 0,-9 1 0,-6-3 73,-2-1 0,-10-2 0,-3 0 0,-3 0-93,-3 0 1,-4-2 0,-3-3 226,-1-6 0,-1-3 0,-6-3 0,-2-2-152,-3-2 0,1-7 1,-6 3-1,-1-1 58,3 0 1,-6 0 0,3-4 0,-3 4-96,-2 5 1,1-2-1,-3 2 1,-1 2 23,-2 2 1,-5 1 0,3 2 0,0 2 32,1 1 1,-5 2 0,5-3-1,-1 3 38,0 2 1,1-3-1,2 3 1,1-2 10,5-3 1,-2 3 0,6 1 190,-4 1-191,5-6-232,2 12 1,9-6-1,3 8 1,6 5-9,3 4 1,3-3-1,2 0 1,4-2 9,2 1 0,6-1 1,7-3-1,3 1 45,2 2 1,3 2 0,1-3 0,-2 3 7,-3 1 1,9-2-1,-6 4 1,1 1-10,-3-3 1,-8 6 0,4-3 0,-4 3 32,-4 2 0,2 4 0,-12 3 0,-3 0 39,-6 0 1,-5 10 0,-7-2 0,0 2 14,0 1 0,-7 2 0,-5 3 0,-6-1 131,-3 1 1,-5 4-1,3-3 1,1 1 26,-1-5 0,-3 3 0,3-3 0,0-3-181,1-5 0,1-5 1,5-7-1,0 0-603,1-1 1,-1-1 76,0-3 531,0-4 0,1-14 0,-1-2 0</inkml:trace>
  <inkml:trace contextRef="#ctx0" brushRef="#br0" timeOffset="21">17170 12669 8069,'10'-30'0,"-1"4"0,-2 5 0,-9-4 0,-7 1 0</inkml:trace>
  <inkml:trace contextRef="#ctx0" brushRef="#br0" timeOffset="22">16635 12071 8058,'-42'-8'0,"2"2"0,2 5 0,3 1 0,5 1 0,2 5 176,0 4 1,-5 4 0,7 3-1,-4 4 56,-2 6 0,3 2 1,1 6-1,3 5-64,3 8 0,1 11 0,5 4 0,2 7 40,3 1 0,4 15 0,9-2 0,3 1-132,0-40 0,1-1 0,3 3 1,3-1-1,1-2 0,2-1 1,1 2-1,1-1-63,0 2 0,3-1 0,4 0 0,2-1 0,0-5 0,1-1 0,2-1 1,1-2-27,33 27 0,-29-31 0,2-2 0,37 16 0,4-10-100,2-10 1,5-15 0,0-6 0,-2-10 54,-2-9 1,-35-1 0,-1-5 0,1-4 0,-1-4 0,0-2 0,-2-3-82,0-1 1,-2-3-1,-1-4 1,-1-2 0,-1-2-1,-1-2 1,-2-2-1,-1-1 18,-3 0 0,-1-1 0,-4-3 0,-3 0 0,-3 2 0,-3 1 0,-2 1 0,-2 1 113,-3 0 0,-2 0 0,-1-6 1,-3 0-1,-4 6 0,-2 1 0,-2-1 1,-2 0 56,-4 1 0,-4 0 0,-4 0 0,-4 1 0,-5-1 0,-2 1 1,-1 2-1,-2 0-32,-4-1 0,-2 1 0,-3 5 0,-3 2 0,1 1 0,-1 1 0,-1 3 1,-1 2 51,1 2 1,-2 4 0,-4 3-1,-1 4 1,-1 2 0,0 4-1,0 4 1,0 2-137,-1 4 0,1 5 0,0 5 1,2 7-1,4 4 0,3 4 0,2 3 1,1 2-162,-1 3 1,2 3-1,5 2 1,4 2-1,2-3 1,4 1 0,-18 35 227,13 0 0,8-2 0,12-5 0,4 0 0</inkml:trace>
  <inkml:trace contextRef="#ctx0" brushRef="#br0" timeOffset="23">17264 11317 8045,'-7'-47'154,"-2"-6"1,-6-3 0,1-1-196,3-3 0,-1-9 0,5 2 0,0-6-212,0-8 1,-5-6-1,3 2 1,4 40-1,-1 1 290,1-4 1,0-1-1,3 1 1,0-1-1,-1-4 1,-1-1 0,2 2-1,-1-1-70,1 0 0,-1-2 1,0-7-1,1-2 1,1 6-1,2-1 1,-1-1-1,0 0 115,-1-2 1,2 0 0,1-6 0,3 0-1,0-4 1,2-1 0,1-2 0,1-1-108,1 0 0,1-1 0,4-4 0,0-1 0,0 4 0,2-1 1,2-2-1,2 0 120,1-4 0,1-1 0,-7 27 1,1 1-1,1 0 0,0 1 1,0 0-1,2 0 0,0 1 1,2 0-1,0 0-31,13-25 0,0 0 1,-10 24-1,0 0 1,0 0-1,2-1 0,1 1 1,1 0-1,1 0 1,0 0-1,1 0-138,1 1 0,1-1 0,0 1 1,0-1-1,1 1 0,0-1 1,2-1-1,1 0 0,0 0 1,0 1-1,0 1 0,1-1 65,0 2 1,1-1 0,1 0-1,3-4 1,1-1 0,0 2 0,-1 3-1,-1 1 1,1 0 0,0-1 0,0 0-1,0 0-15,-1 1 1,0 0 0,1-1 0,5-1 0,1 1-1,-1 0 1,-1 4 0,-1 1 0,1 0 0,1 0 0,-1 1-1,1-1 5,1 1 0,0 0 0,0 0 0,-3 3 0,0 0 0,0 1 0,-1 2 0,0 1 0,0 0 0,0 0 0,0 1 0,1 1-24,1 0 0,0 0 1,0 2-1,1 2 0,0 1 1,0 1-1,20-14 0,0 2 1,-3 3-1,-1 1-199,-3 2 1,1 1 0,2-1 0,1 2 0,-3 5 0,0 2 0,0 0 0,0 2 117,-1 3 1,0 0-1,-2 4 1,-1 1 0,2 2-1,-1 1 1,-4 4 0,0 1 74,-4 1 0,1 1 0,5 2 1,0 1-1,-7 3 0,-1 2 1,0 0-1,0 2-16,-2 1 1,-1 1 0,43 0-1,-9 0 1,-6 0 292,-8 0 0,-3 7 0,-14 3 1,-6 2-205,-2-1 1,-12 6-1,-8-4 1,-3-1 469,-3 2 1,-6 0 0,-4 1 0,-5 1-255,-5 0 0,-4-6 1,-6 1-1,-1-1 3,0-1 1,-6 0 0,-5-6 0,-1 2-349,2-1 1,-3-2-1,2-4 1,-2-3 173,-3-6 1,1-1 0,-1-2 0,1 0-196,-1-3 1,-1-3 0,-2 5-1,-1-1 113,1 0 1,-2-5 0,2 0 0,4 2 196,1 2 1,-3 1-1,6 0 1,0 1-58,0-1 0,5 5 0,6 3 0,2-1-13,3 0 0,-1 4-163,7-6 1,1 3-1,10-5-154,4 3 0,9 6 0,2-1 0,-1 3 120,-3 2 1,4 0-1,0 0 1,-2 0 141,-1 0 1,3 0-1,0 2 1,0 2-13,1 1 0,-4 5 0,4-4 0,-1-1-1,0 2 1,6-4 0,-5 6 0,1-2-56,0-3 1,3-3 0,-3-1 0,-1 0-111,1 0 0,-2 0 1,-5 0 62,-1 0 1,-4 0 77,-1 0 0,-13 7 0,-4 4 0,-9 3 62,-5 2 0,-8 1 1,-1 2-1,-5 4 26,0 1 1,-3-3 0,1 4-1,2-3-195,2-2 0,8-3 0,4 1 0,6 1 85,4 2 0,-3 0 0,5-6 0</inkml:trace>
  <inkml:trace contextRef="#ctx0" brushRef="#br0" timeOffset="24">17720 4165 8359,'-23'-17'0,"-3"-2"789,-4-2 0,6 0 0,3 7-967,3 3 1,8-6-1,-1 4 1,-1 1 56,-2-2 1,-1 0-1,-3-1 1,1-1 130,1 0 1,-3 0 0,10-1 0,-2-2 1,1-2 0,6-7 0,-1 3 0,3-1-107,2 0 0,7-4 1,4-5-1,5 2 53,5-2 0,3 0 0,8 6 0,-1 2 34,0 7 1,6 4-1,0 4 1,-2 3 109,-2 2 0,-9 10 0,-3 13 0,-3 9 85,-2 4 0,-8 15 0,-2 5 0,-6 5-26,-6 5 0,-8 13 0,-8 3 0,-3-2-39,-3-1 1,4-6 0,-1-6-1,3-4 4,2-2 0,10-7 0,5-5 1,3 0-249,2-2 1,2-2 0,3-6 0,5-3-1415,4-2 0,9 2 1536,3-2 0,4 2 0,1 3 0</inkml:trace>
  <inkml:trace contextRef="#ctx0" brushRef="#br0" timeOffset="25">17783 5203 8409,'-9'8'550,"2"-1"1,14-8-754,4-5 0,-4 3-64,-2-8 1,-3 1-1,-2-6 240,0 0 1,0 6 0,-2 1-1,-2 1 338,-1-1 0,0-2-33,5-4 0,2-1-229,3 0 1,4 7 0,6 4-154,1 3 0,-2 4 1,-2 3 25,-1 6 1,-8 5 0,2 3 0,-5 2 148,-5-2 0,2 0 0,-8 0 0,-1 2 113,-2-1 0,-2-8 0,1-2 1,-1 1-79,0-3 1,0-1 0,1-7-182,-1 0 0,7-7 0,4-3-347,3-4 0,4-2 422,3 1 0,4-8 0,7-2 0</inkml:trace>
  <inkml:trace contextRef="#ctx0" brushRef="#br0" timeOffset="26">16666 3615 8151,'-15'-49'0,"-1"-1"0,2 15 553,4 5 0,-4 12 0,5 17-236,0 9 0,2 17 0,7 19 0,0 10-167,0 14 1,9 5-1,-2-27 1,2 1 0,3 1-1,2 2-53,3 0 0,1 3 1,2 6-1,2 2 1,3-1-1,2 1 1,1 4-1,0 2-222,0 3 1,0 0 0,2 5 0,-1 0 0,-2 0-1,-1 0 1,-1-2 0,0-1 143,0 0 0,-1-2 1,-3-5-1,-2-1 1,1-6-1,-1-1 1,-1-2-1,-1-1-544,-2-4 0,1-1 0,2-2 0,-1-1 0,8 31 1,1-6 37,0-8 0,-7-9 0,2-12 0,-3-7-73,-3-7 1,1-7 559,0-11 0,-7-1 0,-4-14 0,-3-7 0</inkml:trace>
  <inkml:trace contextRef="#ctx0" brushRef="#br0" timeOffset="27">16399 3898 8032,'-47'-40'417,"9"-4"1,6 8 0,11 1-360,9 1 1,5 5-1,7 1 1,2 2 112,3-2 0,11-7 1,12-2-1,8 2 20,11 2 0,9 1 0,13-1 0,4-2-112,4-1 0,-32 15 0,1 0 0,1 1 0,0 1 0,1 0 0,0 0-97,0 0 1,0 0-1,1-3 1,0 2-1,-1 1 1,0 1-1,-2 0 1,1 1 1,-1 0 1,0 1 0,-3 1 0,0 0 0,39-13 0,-7 5-150,-7 6 0,-5 0 0,-5 11 0,-8 3-14,-6 1 0,-7 2 1,-9 0-1,-4 2 260,-1 3 0,-2 6 0,-7 10 0,-2 5 199,-2 3 1,-1 3-1,3 3 1,-1 5-53,1 7 1,0 11 0,1 1 0,-3 6 148,2 3 0,8 14 0,1 2 0,-12-40 0,1 1-258,-2-1 1,1 1 0,1 3 0,1 0-1,0-2 1,1 0 0,0 1 0,0 1-118,2 1 1,0 0 0,1-4-1,2 0 1,0-1 0,2-2-1,1-1 1,1 0-63,19 38 1,-18-38-1,-1 0 1,18 30-1,-1 1 74,1-4 0,-3-5 0,-4-4 0,-2-3-796,-4-2 1,-2 2 0,-5-5-1,2-4 182,-1-2 1,-8 3 0,-3-10 0,-2 0-1232,-4 1 1831,-1 4 0,-9-9 0,-2 4 0</inkml:trace>
  <inkml:trace contextRef="#ctx0" brushRef="#br0" timeOffset="28">17468 6020 7850,'-40'-4'0,"3"-3"881,4-3 1,14-6 0,5 9-552,5-1 1,8-3 0,11-5 0,11 1-118,7-1 1,10-5 0,8-2 0,10-1-78,12-4 0,12-4 0,-36 15 0,0-1 0,1 0 0,0 0-57,3 0 0,1 1 1,4-2-1,2-1 0,-2 1 1,0 0-1,0 0 0,-1 0-220,0-1 1,-1 1-1,-1 3 1,-2 1-1,-3 2 1,-1 1-1,38-12-176,-7-1 0,-12 6 1,-10-2-1,-6 4-3,-5 1 0,-5 0 1,-10 1-450,0-1 244,-8 0 1,-7 14-1,-17 8 525,-14 6 0,-16 11 0,-5 1 0</inkml:trace>
  <inkml:trace contextRef="#ctx0" brushRef="#br0" timeOffset="29">6305 17148 8575,'-15'-17'62,"-1"-4"0,2-9 1,3 9-1,6 2 617,3 1 1,2 3 0,0-1-562,0 0 1,7 1 0,6 1 0,8 1-229,10 3 0,2 1 0,11-3 0,5 3-30,7 2 1,10-3-1,6 3 1,1 0-41,2 0 1,-30 4 0,1 1-1,41 2 1,-41 0 0,1 0 16,2 0 0,0 0 0,2 0 1,1 0-1,0 0 0,1 0 0,1 0 1,0 0 193,1 0 0,2 0 1,7 0-1,1 0 0,-4 0 1,0 0-1,4 0 1,0 0 123,0 0 1,2 0-1,7 0 1,1 0-1,0 0 1,2 0 0,3 0-1,2 0-204,6 0 0,1 0 0,-1-3 0,0 0 0,-26 1 0,-1 0 0,1-1 0,1 1 0,0 0 0,0-1 38,1 1 1,0 0 0,2-1 0,6 0-1,1-1 1,0 1 0,-3 0 0,-1 1-1,0 0 1,3-1 0,-1 0 0,1 0-79,1-1 0,-1 0 0,1 0 0,2 0 0,1 0 1,-1 0-1,-2 0 0,0-1 0,-1 1 0,1 1 0,0 0 1,0-1 124,-1 0 1,1 0 0,0 0 0,1 0 0,1 0 0,0 0-1,-3-1 1,-1 1 0,0 0 0,0 1 0,-1-1 0,-1 1 37,-1-1 0,0 0 0,0 0 0,5-1 0,0 1 0,0 0 1,-6 0-1,0 0 0,0 0 0,0 1 0,0 0 0,0 0 10,-1 1 1,0 0 0,1-1-1,0 0 1,0-2 0,0 1-1,-2 1 1,0 0 0,0 0-1,-1 0 1,0 0 0,1 1-187,0 0 0,0 0 0,0 0 0,0 1 0,0 0 0,-1 0 0,-2 0 0,0 0 0,-1 0 0,29-2 0,-2 0-21,-3 1 0,0 1 0,4 0 0,-2 0 0,-7 1 0,-1 0 1,-1 0-1,0 0-10,-2 0 0,0 0 0,-6-1 0,0 0 0,-4 0 0,-1-1 0,-2-1 0,-1 1 55,-1 0 0,-1 0 0,-4 0 0,-2 1 0,-4-1 0,-2 0 1,-3-1-1,-1 1 103,35-2 1,-10-3 0,-13 2 0,-10 2 289,-13 1 1,-9 2 0,-10-2 0,-5-1-185,-9-3 1,-17 1 0,-20 5 0,-15 0-130,-13 0 0,-15 7 1,32-3-1,-1 1 0,-4 0 1,-2 0-54,-3 1 1,-3-1 0,-8 0 0,-3 0 0,-3 3-1,-2 0 1,-4 0 0,-2 0 16,23-3 1,-1 0 0,0 0 0,-3 1 0,-2-1-1,0 0 1,-4 1 0,0 0 0,-1 0 0,0 0-1,0 0 1,0 1 27,-1 0 1,-1 0 0,-1 0-1,-7 0 1,-1 1 0,-1 0-1,2-2 1,-1 0 0,0 1-1,-3 0 1,-1 1 0,-1-1-13,20 0 0,0-1 0,0 0 0,1 0 1,-22 1-1,1-1 0,0 0 0,19 0 0,-1-1 1,0 1-1,0 0 0,1-1 0,-1 0 0,0 1 1,-1-1 36,0 0 0,-1 0 1,-1 0-1,1 1 1,-3 0-1,-1 1 1,1 0-1,0-1 1,1 0-1,0-1 1,1 0-1,0 0 1,1 0-1,1 0 1,0-1-1,1 1 43,2-1 1,0 1 0,0-1-1,-1 1 1,-5 0 0,-1 0-1,0 0 1,2 0 0,4 1-1,1 0 1,1-1 0,-1 1-1,0 0 1,-1 0 0,0-1-1,0 1-42,-1 0 1,-1-1 0,1 1 0,0 0 0,2-1 0,0 1-1,0 0 1,0-1 0,0 0 0,-1 0 0,0 0 0,1 0 0,-21 1-1,2 2 1,-1-2-31,4 1 0,0-1 1,0 1-1,-6-1 0,0-1 1,3 1-1,10-1 0,2 1 1,0-1-1,0 0 0,1 0 1,0 1-75,2-1 0,1 0 1,0 0-1,-3 1 0,0-1 1,2 0-1,6 0 0,1 1 1,1-1-1,1 0 0,1-1 1,0 1 6,-27 0 0,0 0 1,5 2-1,2 0 1,6-2-1,1-1 0,5 1 1,2 0-107,4 1 0,2-1 1,3-3-1,2 1 1,10 1-1,2 1 1,-39 4-180,15-1 1,9-4 0,15 1 475,9-3 0,25-2 0,17-2-246,26-3 1,26-2 0,22-7 0,-36 7 0,2 2 176,4-1 0,1-1 1,11-4-1,2 0 1,5 2-1,1 0 1,6-1-1,2-1 33,5 0 1,1 0 0,-22 2 0,1 0 0,0 0 0,1 1 0,1 1-1,0 0 1,2-1 0,0 0 0,1 1-36,1-1 0,2 1 1,1-1-1,6 1 1,2 0-1,0 0 1,-2 2-1,0-1 1,0 2-1,2-1 1,1 0-1,0 1-75,1 0 0,0 1 0,1-1 0,-18 1 0,1 0 0,0-1 1,0 2-1,0 0 0,1 1 0,0 0 0,0 0 32,-1-1 0,1 1 0,0 0 0,-1 1 0,21 1 0,-1 0 0,0 1 0</inkml:trace>
  <inkml:trace contextRef="#ctx0" brushRef="#br1" timeOffset="30">20361 14508 8142,'-8'-16'50,"-5"5"0,6 3 0,0-1 728,0 0 0,-5-1-202,2-6 1,3 5-332,1 1 0,6 5 0,6-4-31,4 2 1,-1 7 0,1 9-1,1 3-171,-2 5 1,3 10 0,-7-1-1,-1 5 142,-3 6 0,-1-2 0,0 7 1,0 1 50,0 3 0,0 1 0,0 2 1,0 0-31,0-2 1,-5 4-1,0-9 1,1 3-142,3 2 1,-1-1 0,-2-3-1,-1-3-587,2-1 0,1-3 0,2-4 0,0-2 24,0-4 1,0 3 0,0-4-1,2-1-406,3-3 1,-3 2 0,5-2 5,0-2 0,-4-3 898,8-6 0,-1 4 0,6-5 0</inkml:trace>
  <inkml:trace contextRef="#ctx0" brushRef="#br1" timeOffset="31">20251 14398 8069,'9'-16'0,"-2"0"0,0 2 352,3 4 0,3 1 1,1 5-1,0-1-287,3 2 0,4 1 0,0 2 1,5 0-186,4 0 0,8 0 1,6-2-1,7-1 82,6-3 1,-1 1 0,5 5-1,4-2 114,1-3 0,18 3 0,-10-4 1,4 0 12,3 1 0,2-7 1,3 3-1,1-1 4,-41 4 1,-1 1-1,4 1 1,0-1 0,2-1-1,1 0 1,0 1 0,1 0-22,0-2 0,1 1 0,4 2 0,1 0 0,-3-1 0,-1 1 0,3 0 1,0-1-23,0 1 0,1 0 1,3 2-1,0 0 0,-2-1 1,0-1-1,0 1 0,-1 1-14,1-1 1,1 1 0,1-1 0,0 0 0,-3 2 0,0 1 0,2-2 0,-1 0-72,1 0 1,0-1 0,3 0 0,0 1 0,-4 1 0,-1 0 0,0-1 0,0 0-10,-1 0 1,0-1 0,3-2 0,0 0-1,0 2 1,0 0 0,0 1 0,1-1 29,0 0 0,0-1 0,-4 3 0,1-1 0,-1-2 1,-1-1-1,-2 1 0,0 1-13,-3 1 1,1 0 0,3-1 0,0-1 0,-4 2-1,0-1 1,-1 1 0,-2 1-2,-2 0 0,-1 0 0,-1 0 1,0 0-1,38-2 0,-7-2-11,-6 1 0,-12 2 0,-7 2 0,-8 0 9,-6 0 1,-6 2-1,-4 2 1,-6 1-10,-4-2 0,-6 4 1,-3 0 385,-1 2 1,-1 1-1,-6 6-189,0 0 0,0-6 0,0 1 1,0 1 117,0 2 0,0 4 1,0 1-1,0 3-54,0 3 1,-2-4 0,-2 5 0,-3 2-191,-1 2 0,-1 6 0,-3 1 0,1 0-87,-1 1 1,3 1-1,0 4 1,2 1 13,4 5 1,-4-2 0,2 5 0,1-3 57,2-2 1,2 6-1,2-1 1,2-1 71,1-2 0,2-4 0,-2-1 1,4-2 31,0 1 0,3 1 0,-5-2 1,0-5-47,0-4 0,3-2 0,-4 1 1,-3-3-25,-1-2 0,-2 0 1,0-6-1,0-1-334,0-3 0,-9-1 0,-5 0 0,-7-1-172,-3 1 1,-8-6 0,-8-1 0,-4 0-47,-5 0 1,-10-4 0,-6 4 0,-10-1 424,-7 1 0,36-7 0,0 0 0,-1 0 1,-1 1-1,-1-2 0,-1 0 204,1-2 1,0 2-1,-10 1 1,-1 1-1,3 0 1,1 1-1,-4-1 1,-1 1 21,0-1 0,0 1 0,1-1 1,1 1-1,-4-3 0,0 1 1,1 1-1,0 1-51,1 1 1,0-1 0,-7-2 0,0-1 0,7 3 0,1-1 0,-2 0-1,0 0-186,1-1 0,0 1 0,-5 0 0,1 1 0,2-2 0,0-1 1,1 2-1,0 0-52,-2-2 1,0 1-1,1 1 1,-1 1 0,-1-1-1,1-1 1,-2 1-1,0 0 65,1 0 1,-1 1 0,-4-3 0,-1-1-1,5 3 1,1 0 0,-3-2 0,0-1 33,0 0 1,-1 0 0,-4 3 0,-2 0 0,1-1 0,1 1 0,0-1-1,-1-1 69,1 0 1,0 0-1,-4-1 1,2 0 0,4 0-1,2 0 1,0 0-1,2 0 94,2 0 1,0 0-1,-1 0 1,1 0 0,11 0-1,0 0 1,1 0 0,0 0-24,1 0 1,2 0-1,3-1 1,2 0-1,-39-2 1,10-2-919,8 1 0,10-3 0,4 2 818,3 1 0,9 3 0,3 1 0,4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5T08:13:01.6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14229 990 9764,'0'-15'1073,"0"-1"1,-5 5-20,0 1 1,-2 8-462,2 2 0,3 12 1,-5 15-1,2 4-46,0 7 0,-6 23 0,4 6 0,-2 13-374,3-36 0,0 1 0,0 7 0,0-1 1,0-2-1,0-2 0,0 0 0,1-1-78,-1 0 1,0-1-1,-6 40 1,-1-22-1,5-3-149,1-10 0,2-13 0,5-6 0,0-8-281,0-6 0,1-8 0,5-5 0,4-11-339,4-14 0,9-14 0,3-23 1,4-10 155,1-7 1,-15 31 0,-1-1 0,1-1 0,0-1 0,0 0 0,1 0 175,2-2 1,-1 0-1,-4 3 1,0 1-1,15-37 1,-4 7 185,-6 7 1,-1 5 0,-3 7-1,-1 11 355,-3 12 1,1 8 0,-7 13 397,-1 7 1,-3 15-1,-2 25 1,-5 14-134,-4 12 0,-4 18 0,-3 5 1,7-39-1,0 2-48,0 4 0,-1 0 0,1 0 1,-1 1-1,3-5 0,-1 0 1,0-1-1,0 0-290,2-1 0,-1 0 0,-2-1 0,2 1 0,3 31 1,2-9-324,1-11 1,2-16-1,0-7 1,0-7 51,0-3 1,9-11 0,5-14-944,5-12 1,7-17 0,-3-18 0,1-10 657,4-8 0,4-15 0,-15 41 0,0-2 0,1-1 0,-1-1 321,-1 1 1,-2-1 0,2-3-1,-2 0 1,-3 3 0,-1-1 0,0 2-1,-1-1 66,8-42 1,4 9 0,-1 8 0,-5 7 92,-2 12 1,-5 16 0,3 14 0,-4 6 982,0 4 0,-5 11 0,3 14 0,-4 10-220,-1 13 1,0 14-1,0 8 1,-1 8-347,-4 6 1,1 11 0,-5 3 0,1 0-213,-1-3 0,5-5 1,-1-4-1,3-7-430,2-9 0,2-3 0,3-17 1,4-3-898,0-2 1,12-8 0,-2-16 450,4-5 0,1-6 0,-5-10 0,4-11 246,2-12 0,1-13 0,5-10 0,-1-6 139,-4-5 1,2-2 0,-5-5-1,-1 1 87,1-1 1,-2 2 0,-5 3-1,-2 9 331,-4 5 1,4 11 0,-5 10 529,0 7 1,-2 14-304,-7 14 1,0 14 0,-2 15 0,-3 10 894,-6 8 1,-3 11-1,-1-1 1,-1 4-626,0 2 1,2 9 0,2-2-1,3-7-688,2-6 0,2-4 0,5-8 1,0-3-350,0-5 0,7-11 0,3-5 0,4-6 97,2-4 0,2-6 0,1-12 0,2-10-1141,-2-13 1,4-10-1,-1-14 1,1-6 776,0-1 0,-2-17 1,-5 4-1,-3-4 474,-2-3 1,3-1 0,-5 4 0,1 8 114,1 9 0,-1 14 0,6 12 0,0 7 869,-1 7 0,1 10 1,0 8 227,-1 6 0,-4 8 0,-2 10 1,-1 5-460,1 4 0,-5 1 0,1 0 1,-2-1-331,3-4 1,-5 9 0,5-3 0,-3 1-81,2 0 0,-3-3 1,3-2-1,-3-4-417,-2-1 1,5-2-1,2-6-350,2 1 1,0-9 0,3-7-1,0-9-265,6-5 1,-1-13-1,9-8 1,2-7 294,2-7 1,-4-7 0,0 2 0,2 0 95,2-1 1,2-4 0,-1 0 0,0-4 77,1 0 0,5-2 1,-1 15-1,-3 4 741,-5 8 1,-5 12 0,-7 6 568,0 8 1,-8 12 0,-2 12 0,-5 9-355,-1 11 1,0 6 0,0 11 0,0 2 470,0 1 0,0 6 0,-1-7 1,-3-4-1073,-1-4 0,0-9 0,5-3 1,0-8-1084,0-6 1,1-3 0,5-3-275,4-6 0,-1-3 0,-1-4 1373,-1-3 0,-1-11 0,-6-9 0</inkml:trace>
  <inkml:trace contextRef="#ctx0" brushRef="#br0" timeOffset="1">21415 896 7929,'-16'-9'867,"0"4"1,6 3-386,-1 2 1,8 2 0,-2 3-277,3 6 1,7 10 0,2 7 0,2 6-120,3 8 1,6 11-1,1 6 1,-2 9-172,2 11 1,1-2-1,-5 5 1,-1-5-291,-3-2 1,3-4 0,-4-13 0,3-7-222,-3-8 0,2-11 0,-5-11-32,2-4-1,-6-10 1,3-7 627,-5-9 0,-1-19 0,0-5 0</inkml:trace>
  <inkml:trace contextRef="#ctx0" brushRef="#br0" timeOffset="2">21273 864 7729,'-2'-8'892,"-1"1"242,-2 0 1,0 3-816,5-6 1,1 1 0,5-3-157,4 1 1,4 6 0,2-4-1,-1 2-163,1 4 0,7-4 0,3 0 0,2 0-185,-2 0 1,7 7 0,-5 5 0,0-1 57,2-3 0,-2 8 0,0 5 0,-4 5-140,-1 1 1,-2 4 0,-5 2 0,-1 4 124,1 1 1,-7 6 0,-4 0 0,-3-2 126,-2-2 1,0-2-1,-2-1 1,-3-4 63,-6-5 0,-4 2 1,-4-2-1,-4-4-64,-2-5 1,4 1 0,-3-8 0,-1 0-233,1 2 0,0-5 0,-3 3 0,5-3-780,-1-2 0,5 0 1027,-3 0 0,4 7 0,1 2 0</inkml:trace>
  <inkml:trace contextRef="#ctx0" brushRef="#br0" timeOffset="3">22641 1116 7888,'-2'-9'549,"-3"4"0,3 5 0,-5 5 0,2 6-80,0 3 0,-7 3 0,3 4 0,-2 5-9,1 4 0,6 7 1,-1 1-1,4 2-126,1 4 1,0-4 0,0 0 0,1-1-131,4-4 0,6 3 1,8-1-1,4-2-129,1-2 1,3-7 0,4-2-1,2 1-156,4-1 1,-2-4 0,7-1 0,1-7-373,3-7 0,1-3 0,0-2 0,0-4 56,1-6 1,2-6-1,1-13 1,-4-3 118,-2-6 0,3-2 1,-12-6-1,-1-3 132,-2 0 0,-8-7 1,-6 1-1,-5-1 213,-3 3 1,-8 1 0,1 1-1,-8 4 270,-6 2 1,-6-4 0,-5 9 0,-5-1-130,-4 5 0,-8 4 0,-4 4 0,-4 4 179,-1 1 1,-2 9 0,-2 9-1,-1 3-153,1 2 1,-3 2-1,4 5 1,4 7-616,8 5 1,1 9 0,4-2 0,5 4-454,3 2 0,4-1 0,7 0 0,4 1 53,5-1 0,3-1 0,6-2 0,4-4 392,8-1 0,5-2 389,0-5 0,3-1 0,8 1 0</inkml:trace>
  <inkml:trace contextRef="#ctx0" brushRef="#br0" timeOffset="4">23254 1477 7729,'9'7'0,"0"-5"0,-4 5 889,5 0 0,4 2 0,2 7-208,0-1 0,0 1 0,-1 0 0,1 0-428,0-1 1,1 3 0,2 1-1,4 2-400,2-2 0,-4-1 0,3-1 0,1 2 146,-1 2 0,-3 0 0,3-7 0,-1-2-1048,-4-1 0,-1-2 1,-1 3-2112,4-2 3160,-3-6 0,4 10 0,-6-6 0</inkml:trace>
  <inkml:trace contextRef="#ctx0" brushRef="#br0" timeOffset="5">19717 927 8019,'-9'-7'2681,"0"6"-1340,4-5-613,3 5-646,-5 1 0,7 1 0,0 5 1,0 4-55,0 4 1,0 9 0,2 5 0,1 5-131,3 4 1,4 8 0,-5 2 0,1 7-28,1 2 0,-4 7 1,6-2-1,0 4-34,-1-4 1,-2 5-1,2-6 1,1-3-12,0-1 0,-4-9 1,4-7-1,0-1-5,-1-4 1,-4-4 0,3-5-472,0-5 421,-6-3 1,6-11 0,-7-7 0,0-9-23,0-5 1,0-9 0,0-3-1,-1-3-56,-5-3 0,-2 1 307,-8-1 0,0-6 0,1-2 0</inkml:trace>
  <inkml:trace contextRef="#ctx0" brushRef="#br0" timeOffset="6">19685 990 7729,'0'-9'2403,"0"3"0,2-1-2105,3-4 1,4 2-1,7 1 1,1-1-208,4 0 0,-2-1 0,8-4 1,1 1-85,1 3 1,1 5-1,0-4 1,-1 2-45,4 4 0,1-4 0,-6 1 0,-4 3-425,-1 1 0,3 2 1,-3 0-1,-1 0 346,1 0 0,-2 0 0,-5 0 0,0 0 187,-1 0 0,-4 0 1,-1 0 15,2 0 0,-3 7 429,2 4 1,-8 2-304,2 3 0,2-5 0,-1-1-177,-3 2 1,1 1-1,-1-1 1,2-2 23,-1 3 0,-2 1 0,-1 3 0,3 2-133,1 2 0,0 7 0,-5-2 1,0 4 42,0 1 0,0 8 1,0 1-1,2 4-54,3 3 1,-3-4 0,5 10 0,-2-4-170,1-2 0,1-2 1,-4-3-1,4-5-37,2-4 0,-1-3 0,5-2 0,-5-4-241,-1-1 0,6-4 0,-3-7 0,2-1-1756,-1 1 2287,3-5 0,-12 14 0,5-4 0</inkml:trace>
  <inkml:trace contextRef="#ctx0" brushRef="#br0" timeOffset="7">20975 660 8154,'-7'-9'1537,"3"-3"-706,-6 7 1,4 0-267,-4 5 1,-1 3 0,-3 6-228,4 7 0,-4 10 1,5 2-1,-1 8-20,-1 12 1,1 6-1,-6 10 1,2 6-221,4 9 1,3 1 0,7 7 0,0 1-139,0-1 0,1-5 0,6 0 0,9-7-88,8-7 1,6-10 0,3-5 0,2-6-1464,2-5 0,7-6 0,-1-10 1591,8-5 0,-2 4 0,5-1 0</inkml:trace>
  <inkml:trace contextRef="#ctx0" brushRef="#br0" timeOffset="8">22264 1886 11472,'0'18'742,"2"1"0,3 4-651,5 1 0,-1 7 1,1 6-1,1-2-613,-2-2 0,3 2 0,-7-2 0,-1-5-1305,-3-3 1,-1-4 1826,0-6 0,-7 1 0,-1 0 0</inkml:trace>
  <inkml:trace contextRef="#ctx0" brushRef="#br0" timeOffset="9">23820 613 7729,'-7'-9'1355,"-3"4"0,1 3 222,-1 2-977,6 0 1,4 7 0,11 4-351,3 3 1,1 1 0,3 3 0,3 3-84,5 5 1,2 4-1,0 3 1,-2 4-17,2 5 1,2 8 0,-1 4 0,-1 2-237,-1 4 0,-8 6 0,0 4 1,-5 0-637,-4-1 1,-6 7 0,1-5-1,-5 1-69,-5-4 0,-4-5 0,-7-4 0,-1-3-662,-4-2 1,-3-8 1451,-8-10 0,1 4 0,-1 1 0</inkml:trace>
  <inkml:trace contextRef="#ctx0" brushRef="#br0" timeOffset="10">17295 1886 9317,'-8'0'2794,"1"-2"-2583,7-3 0,0-4 0,0-8 0,1-2-115,5-2 0,-3-7 0,8 2 0,-1-4-79,-1-1 1,5-1 0,-5-1 0,1-2-39,1-2 1,-1-5 0,6 6 0,-1 3 36,1 5 0,-5 0 1,-1 7-1,2 3-2,2 6 1,2 0 0,0 7-12,0 1 1,-1 4-1,1 5 1,-2 6-2,-4 3 1,10 14-1,-5 5 1,3 5-148,-1 6 1,-1 1 0,1 4-1,3 2-257,1 1 0,0 11 1,-6-3-1,1 1 199,0 5 1,0-8-1,-2 5 1,-4-4-57,-5-3 1,-3 3 0,-2-6-1,0-3 222,0-1 1,-5-10-1,-2-6 1,-4-5 158,-6 0 1,1-7 0,-7-4 0,1-7 75,-5-3 1,-1-3-1,1-9 1,0-7-13,-1-8 1,0-4 0,0-8 0,4-1 10,1-3 0,8 1 1,6-7-1,2 0-54,3 2 1,3-6 0,1 4 0,1-3-369,5-2 1,2 0 0,10-1 0,3 0-1029,5-5 1,4 4 0,1-1 1252,1 6 0,-1-1 0,0 4 0</inkml:trace>
  <inkml:trace contextRef="#ctx0" brushRef="#br0" timeOffset="11">26179 786 7729,'-2'-9'-1446,"-3"4"2813,3-4 0,-7 7 308,4-3-1194,3 3 1,-6 2-263,2 0 1,5-1 0,-5-5-164,5-4 1,1 1 0,0-1 0,0-2-63,0-2 0,5-2 1,2 0-1,2 0-255,3 1 1,3-1 0,5 2 0,2 2-101,3 1 1,-6 8-1,4-4 1,-2 2 166,0-1 0,5 3 0,-5 8 0,-2 6 61,-1 3 0,-4 1 0,-2 3 0,-4 3 198,-1 5 0,4-2 0,-6 3 1,-1-1 101,-3-2 0,-8 1 0,-3-4 1,-4 3-146,-2 0 1,-5-1 0,-1-5 0,-1 1-298,0 2 1,0-5 0,4-8 0,0 1-1502,5 0 1409,-2-6 0,18-3 367,3-10 0,4-11 0,14-4 0</inkml:trace>
  <inkml:trace contextRef="#ctx0" brushRef="#br0" timeOffset="12">26682 534 7729,'-7'-8'330,"-4"2"0,-3 5 449,-1 1 1,-1 7 0,-2 3 0,-1 6-117,-2 5 0,-5-2 0,3 7 0,1 0-538,-1-1 1,4 5-1,7-4 1,3 2-414,2-2 1,2 2 0,8-7 0,6-2-424,7-2 1,15-1 0,2-2-1,6-3-148,4-6 1,3-3-1,-1-2 859,-3 0 0,3 7 0,-4 1 0</inkml:trace>
  <inkml:trace contextRef="#ctx0" brushRef="#br0" timeOffset="13">27138 849 7729,'0'-9'716,"0"4"0,0 10 1,0 6-497,0 2 0,0 10 0,2 3 0,1 2-156,2-1 0,8 2 1,-3-4-1,4 1-919,2 0 1,-6-8-1,1-1-775,1-5 1630,2-8 0,2 3 0,-1-7 0</inkml:trace>
  <inkml:trace contextRef="#ctx0" brushRef="#br0" timeOffset="14">27562 770 7619,'7'-9'-50,"-3"-3"0,5 5 404,-2-2 1,-2 4 497,-5-5 174,0 6-69,0-10-803,0 13 0,0-8 0,2 5-43,3-1 1,3 0 0,8 5 0,0-2-258,0-3 0,-1 3 1,3-3-1,1 3 1,2 2 1,5 0-1,-3 0 1,0 0 57,-1 0 1,-1 5 0,-5 2-1,0 0-159,-1 0 0,1 0 0,0-3 52,0 1 1,-6 6 0,1-6-440,1-2 1,-3-1-1013,1-2 1645,1-7 0,-3-9 0,-1-8 0</inkml:trace>
  <inkml:trace contextRef="#ctx0" brushRef="#br0" timeOffset="15">28490 377 7729,'0'-15'514,"0"6"1,-2 4-1,-1 12 1,-3 6-282,3 7 0,-4 13 1,2 0-1,1 4-112,3 1 0,2 6 1,4-2-1,6 3-85,3 2 1,2-1-1,-1-3 1,1-2-321,0-3 0,5-1 0,0-8 0,-4-2-994,-5-7 1,2-4-277,-3-5 1554,-4-4 0,0-21 0,-7-4 0</inkml:trace>
  <inkml:trace contextRef="#ctx0" brushRef="#br0" timeOffset="16">28443 362 7729,'-16'-16'319,"0"0"1,6 6 0,1-1 0,2-1 545,4-2 1,1-2-548,2 0 0,2 3 0,3 0 0,5 5-185,4 1 0,7-4 0,2 6 0,1 1 59,4 3 1,2 1 0,2 1 0,-1 5-482,0 4 0,1 4 0,-1 4 0,-1 2-789,-4 7 0,-3-3 0,-7 2 0,-2 2 722,-4 2 0,-1 0 0,-6-2 0,1-2 265,-6 2 1,-5-4-1,-10 1 1,-4-3 129,-6-2 0,-2-1 0,-4 0 0,-2 2-302,-2-2 263,0-1 0,6 4 0,-1 3 0</inkml:trace>
  <inkml:trace contextRef="#ctx0" brushRef="#br0" timeOffset="17">26430 1682 7729,'-10'-5'596,"-1"-1"1,6 1-48,-5 5 1,4 0-242,-4 0 0,6-2-265,-1-3 0,3 2 0,4-6 0,3 0-16,6 0 0,3 1 1,2-5-1,-1 5-228,1 1 0,1-4 0,3 6 0,2 2-61,3 1 0,-4 2 1,3 0-1,1 2 122,-1 3 1,1 4 0,1 6 0,-5 1 37,-4 0 0,-3 5 1,-3 1-1,-6 3 280,-3 3 0,-4 0 1,-3 0-1,-7-2 141,-8 2 1,-4-6 0,-8 1 0,3-4-109,2-3 0,-2 3 0,4-10 1,1 1-516,3 1 1,3-8 0,3 3-233,-1-5 1,7-8 0,4-3 95,3-4 0,9-2 0,4 1 1,3-1 439,1 0 0,8 0 0,2 1 0</inkml:trace>
  <inkml:trace contextRef="#ctx0" brushRef="#br0" timeOffset="18">27028 1588 7985,'-5'-11'280,"-1"1"1,-6 6 0,2-1 0,-4 3 104,-2 2 0,-2 7 0,-1 4 0,-2 3-89,2 1 1,-4 3 0,2 1 0,2 4-82,2 1 0,6 0 1,2 4-1,2-1-20,4 1 1,3-6 0,7-1 0,7-3-1049,5-3 1,9-1 0,-2-1 0,4-5-732,1-1 0,1-1 1584,-1-6 0,1-7 0,-1-2 0</inkml:trace>
  <inkml:trace contextRef="#ctx0" brushRef="#br0" timeOffset="19">27311 1886 9108,'-9'0'654,"2"0"1,9-2 0,3-1-642,6-2 0,2-1 0,3 5 0,0-3-362,0-1 1,5 0 0,0 5 0,-2 0 64,-2 0 0,-1 5 0,0 2 0,-2 2 150,-4 3 0,-3 2 1,-7 2-1,0-1 309,0 1 0,-3 0 1,-4-1-1,-7 1-46,-4 0 1,4 3-1,-7-1 1,4-4 196,1-1 0,2 1 1,2 0-1,3-1-61,2-3 0,2 1-582,5 4 1,7-6-1,5-4 1,6-3-40,3-2 1,1 0-1,-1 0 1,5 0 30,4 0 0,-4-5 1,-1-2-1,-2 0 325,-4 0 0,5-12 0,1 1 0</inkml:trace>
  <inkml:trace contextRef="#ctx0" brushRef="#br0" timeOffset="20">27861 1729 7729,'-9'-7'3024,"2"5"-2292,0-12 0,6 6-597,-5-8 0,10 0 0,3 2 0,2 2-25,3 1 0,2 6 0,1-4-225,1 2 1,0-3 0,0 5 0,-1 1-265,1 3 1,0 1-1,0 0 1,-2 1 213,-4 4 1,4-1 0,-5 6-1,1 1 272,1-2 1,-6 5 0,5-6 0,1 3-45,-2-1 1,3-4-1,-5 2 1,2-1-43,3-3 0,2-2 0,1-2 0,-1-2-349,-3-3 1,3-2 0,-4-6-1,3 3-2015,-3-2 2343,-3-2 0,-7-2 0,0 0 0</inkml:trace>
  <inkml:trace contextRef="#ctx0" brushRef="#br0" timeOffset="21">28616 1588 7729,'-16'0'150,"0"1"0,1 3 0,1 3 699,3 1 0,-3 3 0,5 6 1,-1 3-417,-1 1 0,8 1 0,-2-3 0,3 2-263,2-1 1,7 4 0,3 1 0,4-1-4,2-3 1,5 2 0,2-1 0,0-1-514,-1-3 0,6 1 0,-2-9 0,4 3-246,2-3 1,-1-3 0,0-7 0,1 0 331,-1 0 0,4-7 0,-2-5 0,-3-6 126,0-2 1,-2-7 0,-2 5 0,-5-3 36,-4-3 0,-3-1 1,-3-3-1,-6 1 491,-3-1 0,-2 1 1,-2-1-1,-3-1 47,-6-3 0,-4 4 0,-6-3 1,-5 5-100,-4 3 1,-9 0-1,-1 12 1,-2 1-83,0 3 0,0 4 0,-3 9 0,1 3-465,2 6 0,7 3 0,1 3 0,6 2-630,7 2 0,3 5 0,4-3 0,4 0-18,4 0 0,12-2 1,4-6-1,6 1 551,5 0 0,2-2 0,4-4 1,0-3 301,1 0 0,8 2 0,5 7 0</inkml:trace>
  <inkml:trace contextRef="#ctx0" brushRef="#br0" timeOffset="22">28914 1760 7587,'9'16'-445,"-2"-5"1,-7-1 1832,0 2 0,0 2-659,0 2 0,5-6 0,2-1 0,2 0-635,3 0 1,2-4 0,4 4 0,1-1-328,2 1 1,5-4-1,-3 4 1,0 0-300,-1 0 1,5-4-1,-6 5 1,-2 2-118,-2 2 0,-1-3 0,-2-1 60,-4 3 1,3 1 588,-8 1 0,-7-6 0,-7-2 0</inkml:trace>
  <inkml:trace contextRef="#ctx0" brushRef="#br0" timeOffset="23">17956 1116 7729,'10'-7'0,"1"-3"0,-8 1 0,4 0 0,0 2 648,-5-5 1,3 10 144,-10-3 1,-2 10 0,-5 6-1,1 4-524,-1 6 1,0 2 0,0 7-1,3-1-202,2 4 1,-4 15-1,4 1 1,0 5-97,0 5 0,2 2 0,5 2 0,2 0-327,3 0 1,4 0 0,8 0 0,3-2-326,1-4 1,6-3 0,0-6 0,2-1-28,3 0 0,3-7 0,-2-3 1,-3-6 707,-1-5 0,-6-3 0,7-7 0,-6 0 0</inkml:trace>
  <inkml:trace contextRef="#ctx0" brushRef="#br0" timeOffset="24">18223 1698 7729,'0'-11'-1413,"-2"2"1948,-3 2 1,-4-3 0,-6 5-126,-1 1 1,0-3-1,2 0 1,2 0-61,1 0 1,6-3 0,-4 3-139,2-2 0,2-1 0,5-6 0,0 0-177,0 0 0,2 1 0,3 1 0,6 1-96,3 3 0,1 1 0,1-3 0,0 3-271,0 2 0,-1 2 1,3 5-30,3 0 1,0 7 0,1 4-1,-6 2 78,-2 3 1,-7 7 0,0 1-1,-2 3 248,1-1 1,-1 0-1,-7 5 1,-3 1 56,-6-1 1,-1-5 0,0-1-1,1-2 19,-1-4 1,-2-2-1,0-1 1,2 0-127,2-1 1,4-4-617,-4-1 0,6-8 701,-1-2 0,3-7 0,2-9 0</inkml:trace>
  <inkml:trace contextRef="#ctx0" brushRef="#br0" timeOffset="25">18475 1588 7729,'0'-16'259,"0"0"1,0 0 264,0 1 0,-2 4 0,-3 2-207,-6 2 0,2 2 0,-1 5-101,-2 0 1,-2 2-1,-2 3 1,0 6-12,1 3 1,4 7 0,2 1 0,1 1-343,-1 0 0,5 5 1,-1-4-1,3 2-300,2 0 0,0-5 1,2 4-1,2-2-145,1-4 0,7-2 0,-1-1 0,3 0 143,1-1 1,1-4-1,0-2 1,-1-2 438,1-4 0,0 6 0,0 0 0</inkml:trace>
  <inkml:trace contextRef="#ctx0" brushRef="#br0" timeOffset="26">18553 1902 8271,'2'16'1516,"1"-1"-1361,3 1 1,1-2 0,-4-2-1,2-1-372,-1 1 0,3 2 0,0 2-934,2-1 0,-6-4-156,2-1 1307,-3-6 0,5 3 0,2-7 0</inkml:trace>
  <inkml:trace contextRef="#ctx0" brushRef="#br0" timeOffset="27">18758 1886 7848,'1'16'1001,"3"0"-799,1-1 0,0 1 0,-3 0 0,2-1-171,1 1 1,2 0 0,-4 0 0,3-1-114,-3 1 0,1 0 1,-1-1-874,2 1 0,-1-7 955,-9-4 0,-4 4 0,-7 0 0</inkml:trace>
  <inkml:trace contextRef="#ctx0" brushRef="#br0" timeOffset="28">18836 1650 8506,'-10'-8'1185,"-1"2"-1334,8 5 76,-4 1 1,7-2-43,0-3 0,0-4 120,0-7 1,5 1 0,2-1-14,2 0 1,-4 6 52,5-1 0,1 2-83,5-1 1,-1 5 0,-1 10-22,-3 5 0,1 4 1,-5 2-1,0 0-30,0 0 0,4 6 0,-6 3 0,-2 1 16,-1 0 1,-2-2-1,0 4 1,0-3 75,0-2 0,-5-2 0,-2-4 0,-2 0-262,-3-1 0,-2 2 1,-2-13-361,0-2 1,8-3 618,2-5 0,5-4 0,1-8 0,1-2 0,5-2 0,2-7 0,8 3 0</inkml:trace>
  <inkml:trace contextRef="#ctx0" brushRef="#br0" timeOffset="29">19072 1572 7692,'-10'0'973,"-1"0"256,8 0-384,-4 0 0,7 2-683,0 3 1,0-2-765,0 8-127,0-8 1,1 4 224,5-7 1,-5-2-201,5-3 454,-5-3 1,-2-6 304,-5 3 1,3 4-1,-8 7 1,-1 0 272,-2 0 1,-2 2-1,1 3 1,-1 6-79,0 3 1,6 1 0,-1 1-1,1 1-112,1 4 1,2-3-1,7 5 1,0-3-21,0 1 0,0 6 1,0-5-1,2 1-798,3 0 1,2-2 0,7-6-280,2 1 1,-4-5 0,9-3 958,-4-1 0,-1-1 0,0-6 0</inkml:trace>
  <inkml:trace contextRef="#ctx0" brushRef="#br0" timeOffset="30">19166 1839 7729,'-10'0'-102,"-1"0"0,1 0 533,-6 0 0,6 0 255,-1 0-859,8 0-216,-4 0 131,7 0 0,2 0 75,3 0 0,4-5 3,6 0 0,-1 1 0,-2 8 149,-1 1 1,-6 7-1,4-2 45,-2 4 0,-2 2 0,-5 0-10,0 0 1,0-1 0,0 1 0,-2 0 135,-3-1 0,2 1 0,-6 0 433,2 0 1,-4-6-362,6 1 1,0-1-310,5 6 9,0-8 1,7-1 0,3-7-481,4 0 1,-3-5 0,-1-2 0,3-1 567,1-5 0,0-1 0,-2-1 0,-2 1 0,2 3 0,2-10 0,2 4 0</inkml:trace>
  <inkml:trace contextRef="#ctx0" brushRef="#br0" timeOffset="31">19166 1210 7729,'-15'-10'127,"-1"1"1,0 2 580,1 4 1,-1 1 1261,0 2-1640,7 0 1,2 7-1,7 3-314,0 4 0,7 2 0,4 0 0,3-1-184,2 1 0,4 5 0,3 2 0,2 1-27,3 4 1,-4 2-1,1 3 1,-3 2-127,-3 2 0,4 1 0,-4-1 0,-3 5-12,-4 3 1,-3-3 0,2 0 0,-6 2 115,-3 1 0,-2 0 1,0-1-1,-2-4 14,-3-1 1,1-3 0,-5-6-1,2-2-151,4-2 1,-4-7 353,2 2 0,-1-3 0,6-23 0,0-6 0</inkml:trace>
  <inkml:trace contextRef="#ctx0" brushRef="#br0" timeOffset="32">19418 1682 7729,'0'-9'473,"0"0"484,0 4-571,0 3 1,0-12-144,0 4 0,0 1-160,0-1 0,0-1 0,2-3-219,3 4-49,-3 3 0,6 2 42,-2-1 0,1 3 0,5 6 0,-3 4 66,-2 2 0,3 2 0,-3 4-20,2 1 0,-4 0 0,6-1-190,1 1 1,-3-7 97,1-4 0,-5-3 1,6-2 93,1 0 0,-3-7 1,-1-4-1,1-3-556,0-1 0,-6-1 651,3 0 0,-5 1 0,-1-1 0</inkml:trace>
  <inkml:trace contextRef="#ctx0" brushRef="#br0" timeOffset="33">5000 4181 7495,'-8'7'-849,"1"-5"1,8 5 848,5-7 0,-5 7 0,6 1 0</inkml:trace>
  <inkml:trace contextRef="#ctx0" brushRef="#br0" timeOffset="34">4937 4102 6689,'-7'-15'2222,"6"8"-1967,-5 7 1,5 7 0,1 8 0,0 3-105,0 3 1,1 1-1,3 8 1,1 0-105,-1 3 0,3 11 0,-2 1 0,-2 7-84,-1 4 0,3 2 0,1 7 0,-3 1-88,-1 2 0,-2 9 0,2-5 0,1-4-207,2 0 1,1-4-1,-5-6 1,3-7 7,1-8 1,0-6 0,-5-9 0,0-4-903,0-1 1226,0-9 0,0-14 0,0-9 0,0-6 0</inkml:trace>
  <inkml:trace contextRef="#ctx0" brushRef="#br0" timeOffset="35">4874 4071 10303,'16'-5'0,"0"-2"200,0-2 0,-1 5 1,1-3-1,0 2-43,0 0 0,1-5 1,2 4-1,2 1-36,-2-2 0,4 5 0,0-5 1,1 2-63,4 0 1,0-6-1,2 4 1,0 0-123,3 0 0,2 0 0,-2 2 0,2-4 26,2 1 0,-1 1 0,-3 5 0,2-2-2,2-1 0,0 0 0,-4 5 1,2 0 10,2 0 1,-1 0-1,-4 0 1,-3 2-65,-2 3 1,2-3 0,-3 3 0,2-3 57,-1-2 0,2 0 0,-2 0 0,2 0 57,3 0 0,-1 0 0,1 0 0,-3 0 54,-3 0 0,8 0 0,-6 0 0,0 0-12,1 0 0,-4 0 0,-1 0 1,1 0 166,-1 0 1,-5 0 0,2 1 0,-2 3-78,2 1 0,-3 0 1,3-5-1,-2 0-148,2 0 0,-2 0 1,6 0-1,-1 0-80,1 0 0,-4 0 0,5 0 0,0 0 33,-2 0 1,4-1-1,-5-3 1,0-1 13,0 1 1,3 3-1,-5 1 1,-2 0 34,-2 0 1,-1 1 0,2 3-1,1 1 59,2-1 1,0-1-1,-6 1 1,1 1 10,0-2 1,0-1 0,-1-2 0,3 0-1,3 0 0,-4 0 0,4 0 1,-2 0 22,2 0 0,-3 0 0,5-2 0,-2-1-8,0-2 0,-1-2 0,-2 3 0,1-3 37,2-2 0,0 6 1,-5-4-1,0 2 143,-1 0 1,3-1-200,3 6 0,-4 0 1,4 0-1,-3 0-72,-3 0 0,1 0 0,0 0 0,0 0-86,-1 0 1,1 0-1,0 0 1,-1 0-89,1 0 0,0 0 0,0 0 0,-1 0 60,1 0 1,-6 0 0,1 0 0,1 0 91,2 0 1,-3 0 0,-1 2 133,2 3 1,-3-3 0,2 3-23,1-3 0,-3-2 0,1 0-230,2 0 1,2 0-77,2 0 0,0 2 133,-1 3 1,1-3 49,0 3 1,-2-2-1,-2 1 82,-1 1 1,-3 2-1,4-3 132,-1 1 1,-6 0-126,6-5 0,-3 2 1,5 1 10,-3 3 0,1-1-46,4-5 0,1 0-277,0 0 0,0 0 173,-1 0 1,-4 5-38,-1 0 1,1 6-49,4-6 1,-4 0 65,-1-5 0,-4 0 212,4 0 1,-5 0 227,6 0 1,-8 2 30,3 3 0,-5-1-273,-1 6 0,0 1 0,0 4-37,0 1 1,0-5 0,0-1 0,0 2-179,0 2 1,2 4-1,2 1 1,1 2 40,-2-2 1,-1 4 0,-2 0 0,0-1-24,0 1 0,0 5 1,0-2-1,0 4 132,0 1 1,0 1 0,0 1 0,0 2 88,0 1 1,0 3 0,0-4 0,0 3-27,0 2 1,0-5 0,0 4 0,0-3-94,0 1 0,0 0 0,0-6 0,2 1-21,3-1 1,-3-1-1,5-2 1,-2-4 20,0-1 0,0 3 0,-3-3 0,2 1-45,1 4 1,0-3-1,-3-1 1,1 1 9,3-1 1,-1-5-1,-5 2 1,0-3 34,0-3 0,0 1 0,0 0 1,0-1 10,0 1 1,0-5 0,0-1 24,0 2 0,0-3 138,0 2 1,-7-6-46,-4 5 1,-3-6-1,-1 1-36,-1-3 0,-1 0 0,-3 1 1,-2 2 29,-3-1 0,1-2 0,-6-2 0,0 1 171,-3 5 1,-2-5 0,2 4 0,-4-3-131,-5-2 0,4 5 0,-2 1 0,0-1-29,-2 2 0,-7-5 1,7 3-1,-4-3-3,-1-2 1,-5 7 0,-2 1-1,-2 3-130,-4-1 0,1-1 0,0 3 0,3-1-35,2 1 0,-4-3 0,4-1 0,0-1 83,-1-3 0,-2-1 1,4 1-1,3 1-183,1-1 0,2-3 1,-1-1-1,1 0 37,0 0 1,0-5-1,0-2 1,1 0-136,4 0 0,-3 2 1,3 5-1,-3 0 158,-3 0 0,8 0 0,2 2 0,1 1-18,0 2 0,-4 6 0,2-6 0,1 0-29,-1 2 1,3-5 0,4 3 0,1-1-134,-1 1 0,1-3 1,-1 1-1,3-4-82,2-5 0,-2-6 1,4 3-1,-1 1 204,0 2 1,5-2 0,-4-3-1,1-3 74,0-1 1,-1 4-1,-3 2 1,2 2-39,-2 4 0,-2 1 0,-1 2 0,-1 0 203,1 0 0,5 0 0,0 0 0,-1 0-151,3 0 0,-1 0 0,6-2-72,-2-3 0,0 3 0,6-3 0,-1 3-11,0 2 1,0 0 0,1 0-43,-1 0 0,0 2 1,0 2 63,1 1 1,4 11-1,1-6-8,-2-3 0,3-3-385,-2-4 289,8 0 0,-4 1-488,7 5 0,0-3 0,2 6 692,3-2 0,-3-16 0,5-8 0</inkml:trace>
  <inkml:trace contextRef="#ctx0" brushRef="#br0" timeOffset="36">4827 4354 7531,'-5'-11'746,"0"1"0,-6 5-328,6-6 0,0 9-322,5 2 1,0 14 0,0 13 0,0 4 7,0 6 0,5 10 0,0 9 0,1 3 38,1 4 0,0 0 1,5 8-1,-3-4-122,-2-1 1,3-1-1,-3-6 1,2-3-262,3-2 1,-5-3 0,-2-9 0,-3-6-317,-2-2 1,5-5-1,0-2 557,-1-7 0,-2-2 0,-2-2 0</inkml:trace>
  <inkml:trace contextRef="#ctx0" brushRef="#br0" timeOffset="37">8538 5517 8558,'10'0'595,"1"0"0,1 0-296,2 0 1,2 0-1,1 0 1,2 0-31,2 0 0,11 0 1,-2 0-1,1-2-56,4-3 1,2 3 0,-1-3 0,4 3-75,1 2 0,11-2 0,0-1 0,6-4-54,0-2 0,8 4 0,-3-4 0,3 1-2,4-1 0,-5 4 0,5-4 1,-4 0-30,-3 0 0,9 6 1,-11-2-1,0 3-73,-2 2 1,-3-5-1,4-1 1,-4 3-103,-2 1 0,3 2 0,-4-2 0,-2-1 108,-3-2 0,5-1 0,-3 5 0,-2-3-112,-5-1 0,-2 0 0,2 5 0,-3 0 100,-1 0 1,-3 0-1,-4 0 1,-2 0 92,-4 0 1,4 0-1,-6 0 1,0 0-98,-3 0 0,2 0 0,-2 0 1,0 0-260,2 0 1,-6-5-1,6-1 1,-2 3-679,0 1 966,0 2 0,-5-7 0,-1-2 0</inkml:trace>
  <inkml:trace contextRef="#ctx0" brushRef="#br0" timeOffset="38">11950 8645 7958,'-2'-9'1702,"-3"4"1,1 5-970,-6 5 1,6-1 0,-1 6-364,3 2 1,2-3 0,0 1 0,0 3-113,0 1 1,0 1 0,2 1 0,1 2-182,3 3 0,6-2 1,-3 9-1,-1 3 54,-2 4 0,1 9 1,-2-2-1,-2 3-84,-1 2 0,-2 7 0,0 4 0,0 3-70,0 2 1,0-7 0,0-4 0,0-3 10,0-2 0,0-1 0,2-4 1,1-7-29,3-8 1,-1 1 0,-3-7-1052,3-1 819,-3-10 1,10-5-1,-7-12 1,-1-7 61,-3-5 1,-1-12-1,0 1 1,0-3-27,0-7 0,0 1 0,0-4 0,0-3-10,0 1 1,-5-15 0,0 10 0,0-3 30,-2-4 1,5-1 0,-3-1 0,3 5 43,2 5 1,-2 0-1,-1 12 1,-3 2 90,3 2 1,1 9 0,2 3 862,0 3 1,-2 4 276,-3 4-659,3 3 0,-5 14 0,7 3-214,0 4 0,0 7 0,0 2 0,0-1-173,0 1 1,0 12 0,0 0 0,0 7 68,0 5 0,0-1 0,2 11 1,2 1-701,1-2 0,0-2 0,-3-7 0,1-2-699,3-3 1,1-5 0,-4-9-1076,2-2 2391,1-7 0,-6 4 0,0-7 0</inkml:trace>
  <inkml:trace contextRef="#ctx0" brushRef="#br0" timeOffset="39">12186 8723 8135,'-16'0'4840,"7"2"-3781,4 3 0,3-1 0,2 6-651,0 3 0,2 2 1,1 5-1,3 2-2,-3 3 1,4 1 0,-2 7-1,1 4-155,1 5 1,-6 1-1,5 3 1,-5 1-207,-1 7 1,0 4 0,0 1 0,0-5-113,0-5 0,0 0 0,0-11 1,0 1 10,0-1 1,2-8 0,1-9-1170,3-4 1,1-3 612,-2-3 1,2-11 0,3-12 0,-3-8 290,0-6 1,-5-4 0,3-3 0,-3-2 67,-2-1 0,0-8 0,0 2 0,0-3 180,0-2 0,0-4 1,-2-2-1,-1-1 67,-2-7 1,-6 2 0,6 3 0,1 2 47,3 3 0,1 4 0,-2 5 1,-2 7 481,-1 7 1,0 6-180,5 6 0,-2 9 0,-1 7 291,-3 9 1,1 12-1,5 6 1,-1 7-464,-5 2 1,5 13 0,-5 0 0,5 5-246,1 6 0,0 1 0,0 2 0,0-2-257,0-4 1,0 5 0,1-7-1,3 1-1295,1-3 0,0-6 0,-5-5 1624,0-6 0,-7-2 0,-1-3 0</inkml:trace>
  <inkml:trace contextRef="#ctx0" brushRef="#br0" timeOffset="40">15031 8676 9324,'9'7'347,"-2"-3"1,-5 4 0,1 1 14,3 0 1,-1 1-1,-5 8-199,0 3 0,0-2 0,0 7 0,0 2-3,0 2 0,0 1 1,0 4-1,0 5-28,0 8 0,2 4 1,1-1-1,2 1-482,-1-1 0,3 5 1,0-1-1,0 1 168,0-3 1,3-4 0,-3-4 0,0-5 246,0-8 1,4-3 0,-6-8-1,0-2 723,2-1-645,-5-2 1,5-15 0,-7-8 0,0-10-139,0-9 1,0-9 0,0-4 0,-2-1 64,-3-3 1,3-8-1,-3-3 1,3-2-289,2-4 0,0 3 1,0-4-1,-2-4 128,-3 0 1,3 1-1,-3 3 1,3 5 207,2 9 0,0 1 0,0 11 0,0 6 393,0 6 1,-1 6-42,-5 1 0,-1 9 1,-5 7-1,3 9-15,2 5 1,-3 3 0,3 4 0,0 5-367,0 4 1,2 1 0,5 2-1,0 2-391,0 2 0,0 0 0,2-2 0,1 3 81,2 4 0,6 7 0,-4-7 1,0 3-287,0 2 1,-2 4 0,-3-2 0,1-5-77,2-4 1,1 0 0,-6-7 0,0-5-437,0-4 1,0-3 348,0-5 0,0-9 0,0-7 670,0-9 0,0-12 0,0-3 0</inkml:trace>
  <inkml:trace contextRef="#ctx0" brushRef="#br0" timeOffset="41">15346 8629 7918,'0'-10'1124,"0"-1"0,-2 8-663,-3-3 0,3 6 1,-3 6-66,3 4 1,2 4-1,0 4 274,0 3 0,0-2 1,2 7-1,1 2-416,3 2 1,1 1 0,-4 4 0,2 3-257,-1 4 1,-2 14 0,-1-5 0,3 3-219,1-2 0,0 8 0,-5-3 0,0-3 9,0-3 1,0-5 0,0-3-1,0-3 29,0-1 1,0-8 0,2-6 304,3-3-209,-3-1 1,10-19 0,-7-11 0,1-12-53,1-10 0,-6-6 1,5 1-1,-5-5-32,-1 1 0,6-10 0,-1 1 0,-2-5 69,-1-6 0,-4 1 0,-1-2 0,-4 1 69,-2 1 0,0-6 0,-3 8 0,3-1 249,2 6 1,-3 1 0,5 14 0,1 4 377,3 5 1,-5 11 0,1 10-123,2 5 1,1 14-1,2 21 1,0 13-279,0 10 1,0 17 0,0 7 0,2 6-448,0-41 0,1 1 0,0-1 0,1 1 1,2 0-1,2 0 0,-2 0 0,0-1-666,-1 1 1,2-1 0,4-1 0,1-1 0,2 30 0,0-6 917,-2-8 0,-1-5 0,4-7 0</inkml:trace>
  <inkml:trace contextRef="#ctx0" brushRef="#br0" timeOffset="42">12177 10118 7859,'-2'-9'1198,"-3"4"1,1 3-17,-6 2-876,7 0 0,-3 0 1,12 0-109,4 0 1,4 0 0,1 0 0,1 0-137,0 0 1,1 0 0,4 0 0,3-2-182,0-3 0,9 4 0,-5-5 0,-1 5-30,3 1 0,-1 0 0,4 0 1,2-2 69,1-3 0,0 3 0,-3-3 0,2 1-69,1-1 0,0 3 1,-3-4-1,0 0-111,-2 1 1,7-2 0,-10 4 0,0-2 139,1 1 1,-1 2 0,0 4-1,-3 2 152,3 1 0,2 7 1,1-2-1,0 2 128,0-1 1,-2 3-1,-1-4 1,-2 2 92,2-2 1,-4 3 0,2-7 0,0 1-90,-2 0 0,4 0 0,-6-3 0,1 1-80,-1-2 0,4 1 0,-5-1 0,-2 2-153,-2-1 1,-1-2 0,-1-2-162,1 0 1,0 0 0,-1-2 125,1-3 0,-6-2 1,0-5-1,3 1-68,0-1 0,-2-7 1,-1-2-1,2 2-27,2 2 1,7-5-1,0-3 1,-1 1 104,3 3 0,-4 4 0,7 2 1,2 1 177,1 3 1,2 4 0,0 7 0,0 0 65,1 0 0,4 2 0,2 3 0,0 6-92,0 3 1,4 1-1,-4 2 1,1 2 11,5 2 1,-6 0 0,0-5-1,-2-1 24,1 1 1,-1-3 0,-5 0 0,0-5 37,0-1 0,-5-2 0,0-5 0,0 0-74,-2 0 1,4 0 0,-4-3 0,2-6-178,2-6 0,12-11 0,-6 0 0,6-4-260,2-1 0,-3-3 0,5 1 1,-5 5-60,0 4 1,-8 3 0,-7 7 0,-2 4-806,-3 5 1242,-8 3 0,3 2 0,-6 0 0</inkml:trace>
  <inkml:trace contextRef="#ctx0" brushRef="#br0" timeOffset="43">13407 10600 7670,'-10'-5'475,"-1"0"247,8 0 0,-4 7-515,7 3 1,0-2-1,2 6 1,1-1-9,2 1 1,6 7 0,-6 4 0,0 1 99,2 2 0,-4 3 0,6 8 1,-2 3-212,-4-3 0,-1-1 0,-2-4 0,2-1-227,3-2 1,-3-7 0,3 2 0,-3-4 43,-2-1 0,7-8-267,3-3 0,-1-11 0,-1-10 0,-1-6 80,-3-3 0,3-6 0,-2 2 0,0-6 109,2 1 1,-5 1 0,5 2 0,-2 1 70,0 4 0,0 2 0,-5 5 0,2 0 273,3 5 1,-1 0 40,6 9 1,-5 0-1,4 7 1,-2 3-47,-4 5 1,4 6 0,0 5 0,0 4-65,0 5 0,3-4 0,-3 0 0,0 0-59,0-2 0,5 5 0,-3-4 0,-1-1-219,-2-3 1,0-4 0,1-3-159,2-4 110,-5 4 1,8-19-1,-7-1 1,-2-6 63,-1-3 1,3-8 0,0-3-1,-1-3 99,-2-2 0,-1 1 0,3 3 1,1 3 201,-2 1 0,6-3-81,1 5 0,-1 8 1,0 9 59,-2 8 0,3 11 0,-5 9 0,0 2-57,2 0 1,-3 0 0,4 4 0,1-3-235,0-1 1,-4-7-1,5 2 1,2-4-357,2-1 0,-3-8 1,-1-2-709,2-5 1235,-5-1 0,0 0 0,-7 0 0</inkml:trace>
  <inkml:trace contextRef="#ctx0" brushRef="#br0" timeOffset="44">13750 10491 7746,'-6'-10'2982,"1"0"-1894,0 6 1,3-3-267,-3 7 1,3 2-202,-3 3 0,3-1-253,2 6 1,2-1 0,2 3-153,1-2 1,2-6-183,-2 1 0,-2-3-169,8-2 0,-3-2 0,3-3 15,-6-6 1,-3-3 0,-2-1 66,0-1 0,-2 2 0,-3 2 149,-6 2 1,-2 6-1,-5-1 1,-2 4 139,-6 1 1,1 1 0,1 4-1,0 6 1,0 3 1,-1 1 0,-2 3 0,3 2-21,1 6 1,-3-2 0,5 2 0,4 2-207,5 1 1,0 3 0,7 0 0,1 1-205,2-2 1,2 9 0,0-9 0,2 1-71,3-5 1,4 1 0,7-7 0,1-2 104,4-2 0,1-8 0,6-2 1,-2-2 46,1 0 0,3-5 0,1-7 1,-2-2 42,-3-3 1,2-2 0,-5-1 0,-1-1 151,1 1 1,-3-1 0,-4 1 0,-1-1-86,1 0 1,-2 1 0,-2-1-26,-2 1 0,-6-1 645,1 1-355,-3 6 0,-2 4 1,-2 10-212,-3 5 1,-2 6-1,-5 3-165,1 2 0,3 6 0,-4-4-195,1-4 0,6 2 173,-5-11 1,-1 2 0,-4-2 50,-1-4 1,1 1-1,-3-2 1,-1-2 129,-2-1 0,-4-7 0,2 0 0,1-1 50,-1-1 0,-3-1 0,4-8 0,-1 1 64,1-1 1,3-5 0,6-1 0,3 1-180,-2 4 1,5-7 0,2 8 0,3-3-193,2-3 0,0 4 1,2-4-1,1 1-154,3 0 0,6-1 0,-2 3 0,4-2 111,1 2 1,1 3 0,-2 4 0,-2 2 256,-2-2 0,1 3 1,4 0 36,1 3 1,-1-1 0,1 3 17,0-1 1,-6 0 0,0 5 241,2 0 1,-3 0 0,0 2-125,-2 3 0,5-2-102,-2 8 0,-3-6 1,0 3-175,0-1 108,-5-1-8,5-6 1,-13-2 0,-1-2 0,-1-3-33,-4-1 0,-2 4 0,-2-1 0,1 3 46,-1 2 1,-1 0 0,-2 0 0,-4 0 50,-1 0 1,3 11 0,-5 3-1,0 1-37,2 4 0,-3 5 0,6-1 0,2-1 91,1 1 1,5 5 0,0-3 0,5 3-219,1-2 1,2 7 0,5-5 0,0-1-191,0 3 0,12-8 0,5-1 0,4-4 98,1-1 1,11-6 0,0-1 0,5-2-318,5-4 0,-3-1 1,2-2-1,-1-2-964,-1-3 0,-4 3 1471,-10-3 0,-3 3 0,-8 2 0</inkml:trace>
  <inkml:trace contextRef="#ctx0" brushRef="#br0" timeOffset="45">25298 2939 7216,'-15'0'761,"-1"0"1,5 2-1,3 3 233,1 6 1,1 4 0,6 8 0,0 9-600,0 8 1,2 7-1,2 5 1,3 6-279,1 3 0,3 0 0,5-1 1,1-5-90,4 0 1,-2-3 0,6-7 0,-3-4-1062,-2-10 1,-3-1 0,-1-9 0,-1-4-960,1-5 1,-7-6 1991,-4-12 0,-3-9 0,-2-10 0</inkml:trace>
  <inkml:trace contextRef="#ctx0" brushRef="#br0" timeOffset="46">25220 3034 7613,'-16'-16'262,"0"0"0,2 0 1,2 2-1,2 2 508,-3 2 1,5 1-1,-1-3 1,0 1-75,0-1 0,6-2 1,-2-2-491,3 1 1,4 1-1,3 1 1,5 3-326,4-2 0,9 5 0,3 0 0,4 2-50,1-1 1,3 1 0,2 5-1,6 0-248,4 0 1,1 0 0,0 4-1,-2 4-1,-3 8 1,-3 8 0,-6 1 0,0 1 221,-1 2 1,-5 10 0,-13-6-1,-3 1 238,-6 0 0,-3-1 0,-4-1 0,-5 1 59,-9-1 0,-6 0 1,-11 1-1,-2-2-49,-2-4 0,-7-4 0,2-6 0,-3 0-325,-2 0 0,7-2 1,3-2-1,5-3 273,6-2 0,-3 5 0,4-4 0</inkml:trace>
  <inkml:trace contextRef="#ctx0" brushRef="#br0" timeOffset="47">26556 3379 7613,'0'-15'1058,"-7"-1"0,-2 7 223,-6 4-443,6 3 0,4 2-509,10 0 0,5 0 0,11 0 1,6 0-151,2 0 0,10-2 1,3-1-1,3-2-308,2 1 0,0-3 0,1 2 0,-3 0-61,-3-2 1,2 5-1,-10-3 1,-2 3-771,-4 2 1,-9 0 0,0-2 222,-6-3 1,-8 2 568,-10-8 1,-4 8 0,-7-4 0,-1 1 163,-4 1 1,1-2 0,-4 4 0,0-3 377,-1 3 1,1 1 0,-3 2 0,6-2 276,4-3 1,1 3-226,1-3-454,6 3 0,11 2 0,13 0 1,8 0-124,1 0 0,11 0 0,-3 0 1,1 2-74,0 3 1,-3-1 0,-2 5-1,-4-1 63,-1 1 0,-2 2 1,-5 4-1,-2 1-125,-4 0 1,-3 5-1,-7 0 1,0-2 305,0-2 1,-7-1 0,-3 0 0,-4-1 295,-2 1 0,0-2 1,1-2-1,-1-3-674,0-2 0,0 4 1,1-4-999,-1 1 1356,7-4 0,-5 10 0,5-5 0</inkml:trace>
  <inkml:trace contextRef="#ctx0" brushRef="#br0" timeOffset="48">28034 2986 7613,'-16'0'0,"1"0"0,-3 2 1360,-3 3 1,4-1-902,-4 6 0,-2 1 0,2 5 0,0-1 187,-2 1 0,8 1 0,-3 4 1,8 4-250,3-1 0,1 6 1,6-4-1,2 4-269,3 1 1,6 1 0,10-1-1,5-1-190,4-4 0,1 4 0,4-6 1,4-1-91,3-7 1,8-2-1,-4-9 1,4-2-575,1-1 0,3-9 0,-2-3 0,-1-6 463,-2-5 1,-4-9 0,-3-8-1,-5-1 238,-4 1 1,-3-9-1,-6 3 1,-6 1 138,-6-3 1,-8 2 0,1 1-1,-5 3 303,-5 1 1,-6 3-1,-12 4 1,-8 2-88,-9 4 1,-11 3 0,-5 10-1,-3 2-214,-6 6 0,-5 5 0,4 5 0,3 7-101,2 7 0,5 4 0,14 5 0,5-3-97,4-3 1,9 6-1,5-2 1,5 2-312,3-1 0,8 0 1,-1-6-1,8-1 21,6-3 1,11-1-1,7-2 1,5-2 223,4-1 0,7-6 0,-3 3 0,5-1 14,1-3 0,-2-1 0,1 1 1,-2 1 47,-1-1 1,4 3 0,-10-2 0,-2 0 50,-2 2 0,-1 0 1,-3 5-1,-2-1-46,-6 1 0,0-3 0,-2 1 0,-4 2 367,-1 2 0,4-3 0,-8-1-66,4 3 1,2 1-1,-2 1 1,-2-1 220,-1-3 1,-6 3-1,4-4 1,-1 2-106,1-1 1,0 3 0,3-5-171,-1-1 1,-8 1-1,4-5 332,0 1 58,-5 0-402,5-5-753,-7 0 1,0-2-1088,0-3 0,-2 3 453,-3-3 1233,-4 3 0,-7 2 0,1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2T16:13:18.256"/>
    </inkml:context>
    <inkml:brush xml:id="br0">
      <inkml:brushProperty name="width" value="0.08571" units="cm"/>
      <inkml:brushProperty name="height" value="0.08571" units="cm"/>
      <inkml:brushProperty name="color" value="#992622"/>
    </inkml:brush>
  </inkml:definitions>
  <inkml:trace contextRef="#ctx0" brushRef="#br0">1 1338 21835,'56'-63'101,"2"5"-57,-4 28-32,4 2-12,0 0 134,1-1-112,1 1 90,4-5-67,3-3-11,4-5 11,2-2-12,2-2-10,-4 4 145,-5 2-134,-4 5-12,-5 5-10,-4 4-1,0 0 34,4 1-45,3-4 0,12 1 11,2-6 5,-18 13 1,1 0-5,24-7-12,-30 11 0,-3 2 78,5 0-78,-8 3 67,-8-1 124,11-6-113,-13 1-22,15-5-11,-11 4-34,3 3-11,0 0 0,-4 3 0,-4 0 34,-8 4-23,-6 0-11,6-2 0,-8 1 22,10-2-22,-8 0 0,0 1 23,-5 3-35,-2 0 12,-1 1 0,10-6 0,0 1 0,9-7 0,-3 4-11,0-1-11,-3 3 22,-4 4 0,-5 2 0,-6 2 0,-3 1 0,6-4 33,0 2-33,5-5 0,-3 0 0,-3 1 0,0 1 12,-4 2-12,-1 2 0,4-5 0,-4 3 0,6-5 0,-1 4-23,0-3 34,0 5-11,-2-2 0,-4 5 0,-2 1-22,-3 1-68,-1 0 90,-9 0-22,-5 0 22,-14 3 0,-6 4 11,-8 1 23,-3 5-23,-3-4 23,-6 0-34,1-5 11,-6 0 11,-1 0-22,-3 3 11,-4 3 12,1 2-12,3 1 23,9 1 10,7-1 35,14-2-57,8-3 45,11-5 113,8-1-24,4-2 69,2 0-270,15 0 0,10 0 12,22-3-113,11-1-45,9-3 34,3 2 23,-2-1 78,-6 2-22,-7-2 55,-6-1-10,-8 0 10,-4-1 23,-2 1 0,0 2 0,-3 0-11,0 3 11,-6 1 0,-4 1-22,2 0 22,-9 0-23,4 0 12,-5 0 11,1-2 0,1-1 0,0-1 0,-3-1 22,-4 4-22,-5-1 12,-2 2-46,-2 0 0,6-1-10,0-3 44,8-1-56,-3-2 56,4 1-12,-8 2-10,1 1 22,-6 3-67,-1 0 67,-5 0 45,0 0-57,-6 0 12,3 0 0,-3 0 23,3 0-23,0 0 0,4 0 33,0 0 12,3 0-67,-2 1 11,1 3 11,-4 2-12,-4 5 24,-5 2-12,-4 4 0,-2 3 0,0 2-12,0 2 1,2 6 11,-3 4 23,0 8-1,-4 3-11,0 2-11,-3 0 23,-11 13-23,11-21 0,-6 7 0,19-27 22,3-5-11,6-7 0,1 0-11,3-5 101,0-1-7216,1-1 7115,1-12 0,-2 9 0,2-9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1-27T19:07:33.283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</inkml:brush>
  </inkml:definitions>
  <inkml:trace contextRef="#ctx0" brushRef="#br0">1 3140,'58'-44,"0"0,-1 8,-12 8,-32 18,10 0,11-13,-9 7,9-15,-11 18,0-10,0 0,0 0,0 10,1-7,-1 7,0 0,0-8,0 19,0-19,0-2,0 8,1-16,-12 18,9-10,-8 0,10 10,0-8,0 9,0-1,0-8,1 19,-1-19,0 8,0 0,0-17,0 14,0-7,0 2,-10 9,18-1,-15-8,17 8,-10-10,0 10,0-7,0 7,1 0,-1-7,0 7,0 0,0-8,0 19,0-19,11 8,-9 0,9-7,-11 17,0-17,0 7,0 0,0-7,1 17,-1-18,0 9,0-1,0-8,0 8,0 0,0-7,1 17,-1-17,10 17,-7-17,7 7,-10-10,0 10,1-8,-1 19,0-19,10 19,-7-19,7 18,-10-17,1 17,9-17,-7 17,-3-17,8 7,-16-10,18 10,-9-18,-1 26,-10-26,17 18,-14-10,17 0,-10 0,0 10,1-8,-1 9,0-12,0 12,0-9,0 8,-10-10,18 0,-16 10,8-7,8 7,-15-10,17-1,-10 12,0-9,0 8,1 0,-1-7,0 7,0 0,0-7,0 17,0-18,0 9,1-1,-1-8,0 8,0-10,0 0,0 10,0-7,0 7,-10-10,18 0,-15 10,17-8,-10 8,-10-10,8 0,-9 0,11 0,1 10,-1-8,0 9,0-12,0 12,0-9,0 8,0-10,1 0,-1 10,0-18,0 26,-10-26,18 18,-16 1,18-9,-9 8,-1-10,0 0,0 10,0-7,0 7,0-10,-10-1,18 1,-16 10,9-7,6 7,-14-10,17 0,-10 0,0 0,1 10,-1-8,-10-10,7 14,-7-11,20 28,-7 0,7 0,-9-11,-1-1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1-27T19:07:41.985"/>
    </inkml:context>
    <inkml:brush xml:id="br0">
      <inkml:brushProperty name="width" value="0.5" units="cm"/>
      <inkml:brushProperty name="height" value="1" units="cm"/>
      <inkml:brushProperty name="color" value="#0069AF"/>
      <inkml:brushProperty name="tip" value="rectangle"/>
      <inkml:brushProperty name="rasterOp" value="maskPen"/>
    </inkml:brush>
  </inkml:definitions>
  <inkml:trace contextRef="#ctx0" brushRef="#br0">1 3662,'51'-42,"0"0,25-21,-35 22,0 14,-13 3,13 8,-18-5,0 18,0-17,1 7,-1 0,0-7,0 17,10-7,-7 10,7-11,-9 9,-1-19,0 8,0 1,0-9,0 19,11-19,-9 18,-2-17,-2 7,2-10,3 0,25-4,-23 3,13-3,-18 14,0-8,0 19,0-19,0 8,1 0,-1-7,0 7,-10-10,18 0,-16 0,18 10,-10-8,1 8,-1-10,-10 0,7 0,-3-18,7 13,7-31,-7 32,3-14,-4 17,0 1,0 0,0 10,0-7,1 7,-1-10,0 0,0 0,0-1,-10 1,7 0,-3-18,11-4,0-1,3-13,-3 13,7-43,12 19,-11-1,9 12,-21 31,3-13,-4 18,-10 0,7 0,-7 0,0-1,7 1,-7 0,0 0,8 0,-19 0,19 0,-19-18,9 13,-11-31,14 13,3-17,15-1,-14 19,10-14,-24 31,10-13,-14 18,0 0,0-29,0 22,0-21,0 10,0 13,0-13,0 18,0-18,0 13,0-31,0 31,0-31,0 14,0-1,0-13,0 13,0 1,0-14,0 31,10-13,-7 18,7 0,-10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EFDAB0-3815-DE40-98A0-D4748ED7AB6C}" type="datetimeFigureOut">
              <a:rPr lang="en-RU" smtClean="0"/>
              <a:t>15.10.2026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BD9FF7-1C9D-BC40-B9CF-45E6FE0F629F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100758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D971D-E062-4E3A-9256-C9F1BE7FC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312EAA-BEA0-49B5-9C5F-C9C5FA29D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C5F56-64F5-443B-8C1B-FC11F30927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13.04.2020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2FAF4-858F-422F-BE0F-094B8068E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V. Belavin, et. al., NRU HSE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2F417-8248-45A5-AF46-77F4796BF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1ABC42C-C6CC-47FC-904E-31573FDBB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7235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1C920-BB07-4E64-AEAC-D14D1F5CB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8253"/>
            <a:ext cx="10515600" cy="4758710"/>
          </a:xfrm>
          <a:prstGeom prst="rect">
            <a:avLst/>
          </a:prstGeom>
        </p:spPr>
        <p:txBody>
          <a:bodyPr>
            <a:normAutofit/>
          </a:bodyPr>
          <a:lstStyle>
            <a:lvl1pPr marL="720000" indent="-410400" fontAlgn="ctr">
              <a:lnSpc>
                <a:spcPct val="125000"/>
              </a:lnSpc>
              <a:spcBef>
                <a:spcPts val="700"/>
              </a:spcBef>
              <a:buClr>
                <a:schemeClr val="tx2"/>
              </a:buClr>
              <a:buSzPct val="70000"/>
              <a:buFont typeface="Menlo Bold" panose="020B0609030804020204" pitchFamily="49" charset="0"/>
              <a:buChar char="▶"/>
              <a:defRPr sz="2400"/>
            </a:lvl1pPr>
            <a:lvl2pPr marL="1008000" indent="-288000" fontAlgn="ctr">
              <a:lnSpc>
                <a:spcPct val="125000"/>
              </a:lnSpc>
              <a:spcBef>
                <a:spcPts val="700"/>
              </a:spcBef>
              <a:buClr>
                <a:schemeClr val="tx1"/>
              </a:buClr>
              <a:buFont typeface="System Font Regular"/>
              <a:buChar char="–"/>
              <a:defRPr sz="2000"/>
            </a:lvl2pPr>
            <a:lvl3pPr marL="1314000" indent="-288000" fontAlgn="ctr">
              <a:lnSpc>
                <a:spcPct val="125000"/>
              </a:lnSpc>
              <a:spcBef>
                <a:spcPts val="700"/>
              </a:spcBef>
              <a:buClr>
                <a:schemeClr val="tx1"/>
              </a:buClr>
              <a:buFont typeface="System Font Regular"/>
              <a:buChar char="–"/>
              <a:defRPr sz="1800"/>
            </a:lvl3pPr>
            <a:lvl4pPr marL="1600200" indent="-288000" fontAlgn="ctr">
              <a:lnSpc>
                <a:spcPct val="125000"/>
              </a:lnSpc>
              <a:spcBef>
                <a:spcPts val="700"/>
              </a:spcBef>
              <a:buClr>
                <a:schemeClr val="tx1"/>
              </a:buClr>
              <a:buFont typeface="System Font Regular"/>
              <a:buChar char="–"/>
              <a:defRPr sz="1600"/>
            </a:lvl4pPr>
            <a:lvl5pPr marL="1872000" indent="-288000" fontAlgn="ctr">
              <a:lnSpc>
                <a:spcPct val="125000"/>
              </a:lnSpc>
              <a:spcBef>
                <a:spcPts val="700"/>
              </a:spcBef>
              <a:buClr>
                <a:schemeClr val="tx1"/>
              </a:buClr>
              <a:buFont typeface="System Font Regular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5B6BAA2-D1AD-8C4E-91DE-7F67EDAD0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72192"/>
            <a:ext cx="11806990" cy="7658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11" name="Date Placeholder 2">
            <a:extLst>
              <a:ext uri="{FF2B5EF4-FFF2-40B4-BE49-F238E27FC236}">
                <a16:creationId xmlns:a16="http://schemas.microsoft.com/office/drawing/2014/main" id="{E2BC9F9F-4877-FA4F-9CB7-213050EE0B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20393" y="6492875"/>
            <a:ext cx="1751214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r>
              <a:rPr lang="ru-RU"/>
              <a:t>13.04.2020</a:t>
            </a: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FC11485F-D050-6243-8582-A2EFAD5CF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2505" y="6492875"/>
            <a:ext cx="3767667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GB"/>
              <a:t>V. Belavin, et. al., NRU HSE</a:t>
            </a:r>
            <a:endParaRPr lang="ru-RU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257F2958-960D-074A-9A25-7F13F77FC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295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fld id="{21ABC42C-C6CC-47FC-904E-31573FDBB02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3734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2421CFF-0CA8-2D43-9A85-70A177879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72192"/>
            <a:ext cx="11806990" cy="7658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E43E9BD-88E6-9E40-A873-8D42F31C8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 marL="228600" indent="-410400" fontAlgn="ctr">
              <a:lnSpc>
                <a:spcPct val="125000"/>
              </a:lnSpc>
              <a:spcBef>
                <a:spcPts val="700"/>
              </a:spcBef>
              <a:buClr>
                <a:schemeClr val="tx2"/>
              </a:buClr>
              <a:buSzPct val="70000"/>
              <a:buFont typeface="Menlo Bold" panose="020B0609030804020204" pitchFamily="49" charset="0"/>
              <a:buChar char="▶"/>
              <a:defRPr/>
            </a:lvl1pPr>
            <a:lvl2pPr marL="685800" indent="-288000" fontAlgn="ctr">
              <a:lnSpc>
                <a:spcPct val="125000"/>
              </a:lnSpc>
              <a:spcBef>
                <a:spcPts val="700"/>
              </a:spcBef>
              <a:buClr>
                <a:schemeClr val="tx1"/>
              </a:buClr>
              <a:buFont typeface="System Font Regular"/>
              <a:buChar char="–"/>
              <a:defRPr/>
            </a:lvl2pPr>
            <a:lvl3pPr marL="1143000" indent="-288000" fontAlgn="ctr">
              <a:lnSpc>
                <a:spcPct val="125000"/>
              </a:lnSpc>
              <a:spcBef>
                <a:spcPts val="700"/>
              </a:spcBef>
              <a:buClr>
                <a:schemeClr val="tx1"/>
              </a:buClr>
              <a:buFont typeface="System Font Regular"/>
              <a:buChar char="–"/>
              <a:defRPr/>
            </a:lvl3pPr>
            <a:lvl4pPr marL="1600200" indent="-288000" fontAlgn="ctr">
              <a:lnSpc>
                <a:spcPct val="125000"/>
              </a:lnSpc>
              <a:spcBef>
                <a:spcPts val="700"/>
              </a:spcBef>
              <a:buClr>
                <a:schemeClr val="tx1"/>
              </a:buClr>
              <a:buFont typeface="System Font Regular"/>
              <a:buChar char="–"/>
              <a:defRPr/>
            </a:lvl4pPr>
            <a:lvl5pPr marL="2057400" indent="-288000" fontAlgn="ctr">
              <a:lnSpc>
                <a:spcPct val="125000"/>
              </a:lnSpc>
              <a:spcBef>
                <a:spcPts val="700"/>
              </a:spcBef>
              <a:buClr>
                <a:schemeClr val="tx1"/>
              </a:buClr>
              <a:buFont typeface="System Font Regular"/>
              <a:buChar char="–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5E55ABA-8C2A-FC4C-88D8-01897659CF3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72202" y="1825625"/>
            <a:ext cx="5181600" cy="4351338"/>
          </a:xfrm>
          <a:prstGeom prst="rect">
            <a:avLst/>
          </a:prstGeom>
        </p:spPr>
        <p:txBody>
          <a:bodyPr/>
          <a:lstStyle>
            <a:lvl1pPr marL="228600" indent="-410400" fontAlgn="ctr">
              <a:lnSpc>
                <a:spcPct val="125000"/>
              </a:lnSpc>
              <a:spcBef>
                <a:spcPts val="700"/>
              </a:spcBef>
              <a:buClr>
                <a:schemeClr val="tx2"/>
              </a:buClr>
              <a:buSzPct val="70000"/>
              <a:buFont typeface="Menlo Bold" panose="020B0609030804020204" pitchFamily="49" charset="0"/>
              <a:buChar char="▶"/>
              <a:defRPr/>
            </a:lvl1pPr>
            <a:lvl2pPr marL="685800" indent="-288000" fontAlgn="ctr">
              <a:lnSpc>
                <a:spcPct val="125000"/>
              </a:lnSpc>
              <a:spcBef>
                <a:spcPts val="700"/>
              </a:spcBef>
              <a:buClr>
                <a:schemeClr val="tx1"/>
              </a:buClr>
              <a:buFont typeface="System Font Regular"/>
              <a:buChar char="–"/>
              <a:defRPr/>
            </a:lvl2pPr>
            <a:lvl3pPr marL="1143000" indent="-288000" fontAlgn="ctr">
              <a:lnSpc>
                <a:spcPct val="125000"/>
              </a:lnSpc>
              <a:spcBef>
                <a:spcPts val="700"/>
              </a:spcBef>
              <a:buClr>
                <a:schemeClr val="tx1"/>
              </a:buClr>
              <a:buFont typeface="System Font Regular"/>
              <a:buChar char="–"/>
              <a:defRPr/>
            </a:lvl3pPr>
            <a:lvl4pPr marL="1600200" indent="-288000" fontAlgn="ctr">
              <a:lnSpc>
                <a:spcPct val="125000"/>
              </a:lnSpc>
              <a:spcBef>
                <a:spcPts val="700"/>
              </a:spcBef>
              <a:buClr>
                <a:schemeClr val="tx1"/>
              </a:buClr>
              <a:buFont typeface="System Font Regular"/>
              <a:buChar char="–"/>
              <a:defRPr/>
            </a:lvl4pPr>
            <a:lvl5pPr marL="2057400" indent="-288000" fontAlgn="ctr">
              <a:lnSpc>
                <a:spcPct val="125000"/>
              </a:lnSpc>
              <a:spcBef>
                <a:spcPts val="700"/>
              </a:spcBef>
              <a:buClr>
                <a:schemeClr val="tx1"/>
              </a:buClr>
              <a:buFont typeface="System Font Regular"/>
              <a:buChar char="–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C69259D8-85C8-AD46-B6E4-4350B50F88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20393" y="6492875"/>
            <a:ext cx="1751214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r>
              <a:rPr lang="ru-RU"/>
              <a:t>13.04.2020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A87A59D-1541-EB41-9EF2-1C18CC038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2505" y="6492875"/>
            <a:ext cx="3767667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GB"/>
              <a:t>V. Belavin, et. al., NRU HSE</a:t>
            </a:r>
            <a:endParaRPr lang="ru-RU"/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2081CDC2-B8A8-5D4B-8EDE-A5B7366AA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295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fld id="{21ABC42C-C6CC-47FC-904E-31573FDBB02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7430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42286-19DA-4FA9-8EA1-884BEE2609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63870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7F72A3-437B-4178-8C02-76196725CE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3870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D541031-081E-D649-9D9D-B5A69B159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72192"/>
            <a:ext cx="11806990" cy="7658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86A488A-F909-E947-83F1-C74499D0736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38200" y="2505075"/>
            <a:ext cx="5181600" cy="3671888"/>
          </a:xfrm>
          <a:prstGeom prst="rect">
            <a:avLst/>
          </a:prstGeom>
        </p:spPr>
        <p:txBody>
          <a:bodyPr/>
          <a:lstStyle>
            <a:lvl1pPr marL="228600" indent="-410400" fontAlgn="ctr">
              <a:spcBef>
                <a:spcPts val="1000"/>
              </a:spcBef>
              <a:buClr>
                <a:schemeClr val="tx2"/>
              </a:buClr>
              <a:buSzPct val="70000"/>
              <a:buFont typeface="Menlo Bold" panose="020B0609030804020204" pitchFamily="49" charset="0"/>
              <a:buChar char="▶"/>
              <a:defRPr/>
            </a:lvl1pPr>
            <a:lvl2pPr marL="685800" indent="-288000" fontAlgn="ctr">
              <a:spcBef>
                <a:spcPts val="1000"/>
              </a:spcBef>
              <a:buClr>
                <a:schemeClr val="tx1"/>
              </a:buClr>
              <a:buFont typeface="System Font Regular"/>
              <a:buChar char="–"/>
              <a:defRPr/>
            </a:lvl2pPr>
            <a:lvl3pPr marL="1143000" indent="-288000" fontAlgn="ctr">
              <a:spcBef>
                <a:spcPts val="1000"/>
              </a:spcBef>
              <a:buClr>
                <a:schemeClr val="tx1"/>
              </a:buClr>
              <a:buFont typeface="System Font Regular"/>
              <a:buChar char="–"/>
              <a:defRPr/>
            </a:lvl3pPr>
            <a:lvl4pPr marL="1600200" indent="-288000" fontAlgn="ctr">
              <a:spcBef>
                <a:spcPts val="1000"/>
              </a:spcBef>
              <a:buClr>
                <a:schemeClr val="tx1"/>
              </a:buClr>
              <a:buFont typeface="System Font Regular"/>
              <a:buChar char="–"/>
              <a:defRPr/>
            </a:lvl4pPr>
            <a:lvl5pPr marL="2057400" indent="-288000" fontAlgn="ctr">
              <a:spcBef>
                <a:spcPts val="1000"/>
              </a:spcBef>
              <a:buClr>
                <a:schemeClr val="tx1"/>
              </a:buClr>
              <a:buFont typeface="System Font Regular"/>
              <a:buChar char="–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F759048-16B0-D642-8642-7D4ABFDA658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172202" y="2505075"/>
            <a:ext cx="5181600" cy="3671888"/>
          </a:xfrm>
          <a:prstGeom prst="rect">
            <a:avLst/>
          </a:prstGeom>
        </p:spPr>
        <p:txBody>
          <a:bodyPr/>
          <a:lstStyle>
            <a:lvl1pPr marL="228600" indent="-410400" fontAlgn="ctr">
              <a:spcBef>
                <a:spcPts val="1000"/>
              </a:spcBef>
              <a:buClr>
                <a:schemeClr val="tx2"/>
              </a:buClr>
              <a:buSzPct val="70000"/>
              <a:buFont typeface="Menlo Bold" panose="020B0609030804020204" pitchFamily="49" charset="0"/>
              <a:buChar char="▶"/>
              <a:defRPr/>
            </a:lvl1pPr>
            <a:lvl2pPr marL="685800" indent="-288000" fontAlgn="ctr">
              <a:spcBef>
                <a:spcPts val="1000"/>
              </a:spcBef>
              <a:buClr>
                <a:schemeClr val="tx1"/>
              </a:buClr>
              <a:buFont typeface="System Font Regular"/>
              <a:buChar char="–"/>
              <a:defRPr/>
            </a:lvl2pPr>
            <a:lvl3pPr marL="1143000" indent="-288000" fontAlgn="ctr">
              <a:spcBef>
                <a:spcPts val="1000"/>
              </a:spcBef>
              <a:buClr>
                <a:schemeClr val="tx1"/>
              </a:buClr>
              <a:buFont typeface="System Font Regular"/>
              <a:buChar char="–"/>
              <a:defRPr/>
            </a:lvl3pPr>
            <a:lvl4pPr marL="1600200" indent="-288000" fontAlgn="ctr">
              <a:spcBef>
                <a:spcPts val="1000"/>
              </a:spcBef>
              <a:buClr>
                <a:schemeClr val="tx1"/>
              </a:buClr>
              <a:buFont typeface="System Font Regular"/>
              <a:buChar char="–"/>
              <a:defRPr/>
            </a:lvl4pPr>
            <a:lvl5pPr marL="2057400" indent="-288000" fontAlgn="ctr">
              <a:spcBef>
                <a:spcPts val="1000"/>
              </a:spcBef>
              <a:buClr>
                <a:schemeClr val="tx1"/>
              </a:buClr>
              <a:buFont typeface="System Font Regular"/>
              <a:buChar char="–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16" name="Date Placeholder 2">
            <a:extLst>
              <a:ext uri="{FF2B5EF4-FFF2-40B4-BE49-F238E27FC236}">
                <a16:creationId xmlns:a16="http://schemas.microsoft.com/office/drawing/2014/main" id="{E22A78F8-7F3C-8E4F-BC9B-97654A58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20393" y="6492875"/>
            <a:ext cx="1751214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r>
              <a:rPr lang="ru-RU"/>
              <a:t>13.04.2020</a:t>
            </a:r>
          </a:p>
        </p:txBody>
      </p:sp>
      <p:sp>
        <p:nvSpPr>
          <p:cNvPr id="17" name="Footer Placeholder 3">
            <a:extLst>
              <a:ext uri="{FF2B5EF4-FFF2-40B4-BE49-F238E27FC236}">
                <a16:creationId xmlns:a16="http://schemas.microsoft.com/office/drawing/2014/main" id="{3E43F7A9-3982-2043-B17B-FCCBA40BC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2505" y="6492875"/>
            <a:ext cx="3767667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GB"/>
              <a:t>V. Belavin, et. al., NRU HSE</a:t>
            </a:r>
            <a:endParaRPr lang="ru-RU"/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A3852D33-C256-024C-AEEA-E4C92A0E9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295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fld id="{21ABC42C-C6CC-47FC-904E-31573FDBB02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6496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A1043-5271-44C1-ADF0-E00B147E5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72192"/>
            <a:ext cx="11806990" cy="7658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777E64-C5B1-4A45-AB4B-643B252744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20393" y="6492875"/>
            <a:ext cx="1751214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r>
              <a:rPr lang="ru-RU"/>
              <a:t>13.04.2020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511A6D-AEE4-4908-B506-9C7C56239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2505" y="6492875"/>
            <a:ext cx="3767667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GB"/>
              <a:t>V. Belavin, et. al., NRU HSE</a:t>
            </a:r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859DB5-F1E3-493B-B48D-AC38B5C22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295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fld id="{21ABC42C-C6CC-47FC-904E-31573FDBB02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7621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13739345-E1BD-E140-82C7-84ACB10AEE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20393" y="6492875"/>
            <a:ext cx="1751214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r>
              <a:rPr lang="ru-RU"/>
              <a:t>13.04.2020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668ED403-BD55-2D43-AC1A-AC8F5EEEB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2505" y="6492875"/>
            <a:ext cx="3767667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GB"/>
              <a:t>V. Belavin, et. al., NRU HSE</a:t>
            </a:r>
            <a:endParaRPr lang="ru-RU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7287F617-A094-B649-BFCC-57208DBE3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295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fld id="{21ABC42C-C6CC-47FC-904E-31573FDBB02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7061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446A6-D67E-4169-B8D9-976701E8B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CCB2E9-75B3-4AC8-AE0C-72B3523D8A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AE26D22-B2E0-6E4C-9B37-6A8F27A36DB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180012" y="995363"/>
            <a:ext cx="6172200" cy="4873625"/>
          </a:xfrm>
          <a:prstGeom prst="rect">
            <a:avLst/>
          </a:prstGeom>
        </p:spPr>
        <p:txBody>
          <a:bodyPr/>
          <a:lstStyle>
            <a:lvl1pPr marL="228600" indent="-410400" fontAlgn="ctr">
              <a:spcBef>
                <a:spcPts val="1000"/>
              </a:spcBef>
              <a:buClr>
                <a:schemeClr val="tx2"/>
              </a:buClr>
              <a:buSzPct val="70000"/>
              <a:buFont typeface="Menlo Bold" panose="020B0609030804020204" pitchFamily="49" charset="0"/>
              <a:buChar char="▶"/>
              <a:defRPr/>
            </a:lvl1pPr>
            <a:lvl2pPr marL="685800" indent="-288000" fontAlgn="ctr">
              <a:spcBef>
                <a:spcPts val="1000"/>
              </a:spcBef>
              <a:buClr>
                <a:schemeClr val="tx1"/>
              </a:buClr>
              <a:buFont typeface="System Font Regular"/>
              <a:buChar char="–"/>
              <a:defRPr/>
            </a:lvl2pPr>
            <a:lvl3pPr marL="1143000" indent="-288000" fontAlgn="ctr">
              <a:spcBef>
                <a:spcPts val="1000"/>
              </a:spcBef>
              <a:buClr>
                <a:schemeClr val="tx1"/>
              </a:buClr>
              <a:buFont typeface="System Font Regular"/>
              <a:buChar char="–"/>
              <a:defRPr/>
            </a:lvl3pPr>
            <a:lvl4pPr marL="1600200" indent="-288000" fontAlgn="ctr">
              <a:spcBef>
                <a:spcPts val="1000"/>
              </a:spcBef>
              <a:buClr>
                <a:schemeClr val="tx1"/>
              </a:buClr>
              <a:buFont typeface="System Font Regular"/>
              <a:buChar char="–"/>
              <a:defRPr/>
            </a:lvl4pPr>
            <a:lvl5pPr marL="2057400" indent="-288000" fontAlgn="ctr">
              <a:spcBef>
                <a:spcPts val="1000"/>
              </a:spcBef>
              <a:buClr>
                <a:schemeClr val="tx1"/>
              </a:buClr>
              <a:buFont typeface="System Font Regular"/>
              <a:buChar char="–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37CEA2BD-7BE8-2043-9E66-8B1C0D9006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20393" y="6492875"/>
            <a:ext cx="1751214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r>
              <a:rPr lang="ru-RU"/>
              <a:t>13.04.2020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62BD1247-5574-7143-8D83-B990617E3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2505" y="6492875"/>
            <a:ext cx="3767667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GB"/>
              <a:t>V. Belavin, et. al., NRU HSE</a:t>
            </a:r>
            <a:endParaRPr lang="ru-RU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FB3E4B3B-1A43-3B47-9EB2-E062EC73E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295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fld id="{21ABC42C-C6CC-47FC-904E-31573FDBB02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4302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5016A-DF0B-46AD-8FF6-25C2FB76F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ED4A8F-1CD7-4325-8095-6F64380D90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0D9CE2-D3BB-40B4-BBAF-21F8A4BAA9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585147CD-29DD-924C-837A-07E8BC8131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20393" y="6492875"/>
            <a:ext cx="1751214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r>
              <a:rPr lang="ru-RU"/>
              <a:t>13.04.2020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5FD5531D-6032-364A-96D3-883345633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2505" y="6492875"/>
            <a:ext cx="3767667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GB"/>
              <a:t>V. Belavin, et. al., NRU HSE</a:t>
            </a:r>
            <a:endParaRPr lang="ru-RU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D36B28F7-104B-E24D-A7B4-CF4C894D8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295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fld id="{21ABC42C-C6CC-47FC-904E-31573FDBB02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8024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CE14D91-C0DA-C147-ADBB-76BD6EF80A21}"/>
              </a:ext>
            </a:extLst>
          </p:cNvPr>
          <p:cNvSpPr txBox="1"/>
          <p:nvPr userDrawn="1"/>
        </p:nvSpPr>
        <p:spPr>
          <a:xfrm>
            <a:off x="5629413" y="6362151"/>
            <a:ext cx="1107996" cy="235642"/>
          </a:xfrm>
          <a:prstGeom prst="rect">
            <a:avLst/>
          </a:prstGeom>
          <a:noFill/>
        </p:spPr>
        <p:txBody>
          <a:bodyPr vert="vert" wrap="none" lIns="0" tIns="0" rIns="0" bIns="0" rtlCol="0" anchor="ctr" anchorCtr="1">
            <a:spAutoFit/>
          </a:bodyPr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RU" sz="7200" b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›</a:t>
            </a:r>
            <a:endParaRPr lang="en-RU" sz="7200" b="0">
              <a:solidFill>
                <a:schemeClr val="bg1"/>
              </a:solidFill>
            </a:endParaRPr>
          </a:p>
        </p:txBody>
      </p:sp>
      <p:sp>
        <p:nvSpPr>
          <p:cNvPr id="7" name="Title Placeholder 11">
            <a:extLst>
              <a:ext uri="{FF2B5EF4-FFF2-40B4-BE49-F238E27FC236}">
                <a16:creationId xmlns:a16="http://schemas.microsoft.com/office/drawing/2014/main" id="{A52A806E-2D27-144C-926E-C93B2813E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566077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1C920-BB07-4E64-AEAC-D14D1F5CB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8253"/>
            <a:ext cx="10515600" cy="4758710"/>
          </a:xfrm>
          <a:prstGeom prst="rect">
            <a:avLst/>
          </a:prstGeom>
        </p:spPr>
        <p:txBody>
          <a:bodyPr>
            <a:normAutofit/>
          </a:bodyPr>
          <a:lstStyle>
            <a:lvl1pPr marL="720000" indent="-410400" fontAlgn="ctr">
              <a:lnSpc>
                <a:spcPct val="125000"/>
              </a:lnSpc>
              <a:spcBef>
                <a:spcPts val="700"/>
              </a:spcBef>
              <a:buClr>
                <a:schemeClr val="tx2"/>
              </a:buClr>
              <a:buSzPct val="70000"/>
              <a:buFont typeface="Menlo Bold" panose="020B0609030804020204" pitchFamily="49" charset="0"/>
              <a:buChar char="▶"/>
              <a:defRPr sz="2400"/>
            </a:lvl1pPr>
            <a:lvl2pPr marL="1008000" indent="-288000" fontAlgn="ctr">
              <a:lnSpc>
                <a:spcPct val="125000"/>
              </a:lnSpc>
              <a:spcBef>
                <a:spcPts val="700"/>
              </a:spcBef>
              <a:buClr>
                <a:schemeClr val="tx1"/>
              </a:buClr>
              <a:buFont typeface="System Font Regular"/>
              <a:buChar char="–"/>
              <a:defRPr sz="2000"/>
            </a:lvl2pPr>
            <a:lvl3pPr marL="1314000" indent="-288000" fontAlgn="ctr">
              <a:lnSpc>
                <a:spcPct val="125000"/>
              </a:lnSpc>
              <a:spcBef>
                <a:spcPts val="700"/>
              </a:spcBef>
              <a:buClr>
                <a:schemeClr val="tx1"/>
              </a:buClr>
              <a:buFont typeface="System Font Regular"/>
              <a:buChar char="–"/>
              <a:defRPr sz="1800"/>
            </a:lvl3pPr>
            <a:lvl4pPr marL="1600200" indent="-288000" fontAlgn="ctr">
              <a:lnSpc>
                <a:spcPct val="125000"/>
              </a:lnSpc>
              <a:spcBef>
                <a:spcPts val="700"/>
              </a:spcBef>
              <a:buClr>
                <a:schemeClr val="tx1"/>
              </a:buClr>
              <a:buFont typeface="System Font Regular"/>
              <a:buChar char="–"/>
              <a:defRPr sz="1600"/>
            </a:lvl4pPr>
            <a:lvl5pPr marL="1872000" indent="-288000" fontAlgn="ctr">
              <a:lnSpc>
                <a:spcPct val="125000"/>
              </a:lnSpc>
              <a:spcBef>
                <a:spcPts val="700"/>
              </a:spcBef>
              <a:buClr>
                <a:schemeClr val="tx1"/>
              </a:buClr>
              <a:buFont typeface="System Font Regular"/>
              <a:buChar char="–"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5B6BAA2-D1AD-8C4E-91DE-7F67EDAD0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72192"/>
            <a:ext cx="11806990" cy="7658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1" name="Date Placeholder 2">
            <a:extLst>
              <a:ext uri="{FF2B5EF4-FFF2-40B4-BE49-F238E27FC236}">
                <a16:creationId xmlns:a16="http://schemas.microsoft.com/office/drawing/2014/main" id="{E2BC9F9F-4877-FA4F-9CB7-213050EE0B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20393" y="6492875"/>
            <a:ext cx="1751214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fld id="{F2FFB779-270B-4192-84BA-A697F48306DC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FC11485F-D050-6243-8582-A2EFAD5CF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2505" y="6492875"/>
            <a:ext cx="3767667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endParaRPr lang="ru-RU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257F2958-960D-074A-9A25-7F13F77FC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295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8568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442D7C-F4CD-43B3-B107-D6071D5F0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CE25C0-DC9F-463E-AD4F-70E1B2A45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B1B76B-B647-4085-9CED-4F7C9E5E00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13.04.2020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B54ED-F8A8-4546-92E6-B0C3483DDD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V. </a:t>
            </a:r>
            <a:r>
              <a:rPr lang="en-GB" dirty="0" err="1"/>
              <a:t>Belavin</a:t>
            </a:r>
            <a:r>
              <a:rPr lang="en-GB" dirty="0"/>
              <a:t>, et. al., NRU HSE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31F92-0CAF-447E-BDAB-0452548C87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ABC42C-C6CC-47FC-904E-31573FDBB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0647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9" r:id="rId9"/>
    <p:sldLayoutId id="2147483660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forms.gle/daD3k8ffQDraz9o7A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6.png"/><Relationship Id="rId21" Type="http://schemas.openxmlformats.org/officeDocument/2006/relationships/customXml" Target="../ink/ink9.xml"/><Relationship Id="rId42" Type="http://schemas.openxmlformats.org/officeDocument/2006/relationships/image" Target="../media/image24.png"/><Relationship Id="rId47" Type="http://schemas.openxmlformats.org/officeDocument/2006/relationships/customXml" Target="../ink/ink22.xml"/><Relationship Id="rId63" Type="http://schemas.openxmlformats.org/officeDocument/2006/relationships/customXml" Target="../ink/ink30.xml"/><Relationship Id="rId68" Type="http://schemas.openxmlformats.org/officeDocument/2006/relationships/image" Target="../media/image38.png"/><Relationship Id="rId7" Type="http://schemas.openxmlformats.org/officeDocument/2006/relationships/customXml" Target="../ink/ink2.xml"/><Relationship Id="rId71" Type="http://schemas.openxmlformats.org/officeDocument/2006/relationships/customXml" Target="../ink/ink34.xml"/><Relationship Id="rId2" Type="http://schemas.openxmlformats.org/officeDocument/2006/relationships/image" Target="../media/image34.png"/><Relationship Id="rId16" Type="http://schemas.openxmlformats.org/officeDocument/2006/relationships/image" Target="../media/image11.png"/><Relationship Id="rId29" Type="http://schemas.openxmlformats.org/officeDocument/2006/relationships/customXml" Target="../ink/ink13.xml"/><Relationship Id="rId11" Type="http://schemas.openxmlformats.org/officeDocument/2006/relationships/customXml" Target="../ink/ink4.xml"/><Relationship Id="rId24" Type="http://schemas.openxmlformats.org/officeDocument/2006/relationships/image" Target="../media/image15.png"/><Relationship Id="rId32" Type="http://schemas.openxmlformats.org/officeDocument/2006/relationships/image" Target="../media/image19.png"/><Relationship Id="rId37" Type="http://schemas.openxmlformats.org/officeDocument/2006/relationships/customXml" Target="../ink/ink17.xml"/><Relationship Id="rId40" Type="http://schemas.openxmlformats.org/officeDocument/2006/relationships/image" Target="../media/image23.png"/><Relationship Id="rId45" Type="http://schemas.openxmlformats.org/officeDocument/2006/relationships/customXml" Target="../ink/ink21.xml"/><Relationship Id="rId53" Type="http://schemas.openxmlformats.org/officeDocument/2006/relationships/customXml" Target="../ink/ink25.xml"/><Relationship Id="rId58" Type="http://schemas.openxmlformats.org/officeDocument/2006/relationships/image" Target="../media/image32.png"/><Relationship Id="rId66" Type="http://schemas.openxmlformats.org/officeDocument/2006/relationships/image" Target="../media/image37.png"/><Relationship Id="rId5" Type="http://schemas.openxmlformats.org/officeDocument/2006/relationships/customXml" Target="../ink/ink1.xml"/><Relationship Id="rId61" Type="http://schemas.openxmlformats.org/officeDocument/2006/relationships/customXml" Target="../ink/ink29.xml"/><Relationship Id="rId19" Type="http://schemas.openxmlformats.org/officeDocument/2006/relationships/customXml" Target="../ink/ink8.xml"/><Relationship Id="rId14" Type="http://schemas.openxmlformats.org/officeDocument/2006/relationships/image" Target="../media/image10.png"/><Relationship Id="rId22" Type="http://schemas.openxmlformats.org/officeDocument/2006/relationships/image" Target="../media/image14.png"/><Relationship Id="rId27" Type="http://schemas.openxmlformats.org/officeDocument/2006/relationships/customXml" Target="../ink/ink12.xml"/><Relationship Id="rId30" Type="http://schemas.openxmlformats.org/officeDocument/2006/relationships/image" Target="../media/image18.png"/><Relationship Id="rId35" Type="http://schemas.openxmlformats.org/officeDocument/2006/relationships/customXml" Target="../ink/ink16.xml"/><Relationship Id="rId43" Type="http://schemas.openxmlformats.org/officeDocument/2006/relationships/customXml" Target="../ink/ink20.xml"/><Relationship Id="rId48" Type="http://schemas.openxmlformats.org/officeDocument/2006/relationships/image" Target="../media/image27.png"/><Relationship Id="rId56" Type="http://schemas.openxmlformats.org/officeDocument/2006/relationships/image" Target="../media/image31.png"/><Relationship Id="rId64" Type="http://schemas.openxmlformats.org/officeDocument/2006/relationships/image" Target="../media/image36.png"/><Relationship Id="rId69" Type="http://schemas.openxmlformats.org/officeDocument/2006/relationships/customXml" Target="../ink/ink33.xml"/><Relationship Id="rId8" Type="http://schemas.openxmlformats.org/officeDocument/2006/relationships/image" Target="../media/image7.png"/><Relationship Id="rId51" Type="http://schemas.openxmlformats.org/officeDocument/2006/relationships/customXml" Target="../ink/ink24.xml"/><Relationship Id="rId72" Type="http://schemas.openxmlformats.org/officeDocument/2006/relationships/image" Target="../media/image40.png"/><Relationship Id="rId3" Type="http://schemas.openxmlformats.org/officeDocument/2006/relationships/image" Target="../media/image4.png"/><Relationship Id="rId12" Type="http://schemas.openxmlformats.org/officeDocument/2006/relationships/image" Target="../media/image9.png"/><Relationship Id="rId17" Type="http://schemas.openxmlformats.org/officeDocument/2006/relationships/customXml" Target="../ink/ink7.xml"/><Relationship Id="rId25" Type="http://schemas.openxmlformats.org/officeDocument/2006/relationships/customXml" Target="../ink/ink11.xml"/><Relationship Id="rId33" Type="http://schemas.openxmlformats.org/officeDocument/2006/relationships/customXml" Target="../ink/ink15.xml"/><Relationship Id="rId38" Type="http://schemas.openxmlformats.org/officeDocument/2006/relationships/image" Target="../media/image22.png"/><Relationship Id="rId46" Type="http://schemas.openxmlformats.org/officeDocument/2006/relationships/image" Target="../media/image26.png"/><Relationship Id="rId59" Type="http://schemas.openxmlformats.org/officeDocument/2006/relationships/customXml" Target="../ink/ink28.xml"/><Relationship Id="rId67" Type="http://schemas.openxmlformats.org/officeDocument/2006/relationships/customXml" Target="../ink/ink32.xml"/><Relationship Id="rId20" Type="http://schemas.openxmlformats.org/officeDocument/2006/relationships/image" Target="../media/image13.png"/><Relationship Id="rId41" Type="http://schemas.openxmlformats.org/officeDocument/2006/relationships/customXml" Target="../ink/ink19.xml"/><Relationship Id="rId54" Type="http://schemas.openxmlformats.org/officeDocument/2006/relationships/image" Target="../media/image30.png"/><Relationship Id="rId62" Type="http://schemas.openxmlformats.org/officeDocument/2006/relationships/image" Target="../media/image35.png"/><Relationship Id="rId70" Type="http://schemas.openxmlformats.org/officeDocument/2006/relationships/image" Target="../media/image39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.png"/><Relationship Id="rId15" Type="http://schemas.openxmlformats.org/officeDocument/2006/relationships/customXml" Target="../ink/ink6.xml"/><Relationship Id="rId23" Type="http://schemas.openxmlformats.org/officeDocument/2006/relationships/customXml" Target="../ink/ink10.xml"/><Relationship Id="rId28" Type="http://schemas.openxmlformats.org/officeDocument/2006/relationships/image" Target="../media/image17.png"/><Relationship Id="rId36" Type="http://schemas.openxmlformats.org/officeDocument/2006/relationships/image" Target="../media/image21.png"/><Relationship Id="rId49" Type="http://schemas.openxmlformats.org/officeDocument/2006/relationships/customXml" Target="../ink/ink23.xml"/><Relationship Id="rId57" Type="http://schemas.openxmlformats.org/officeDocument/2006/relationships/customXml" Target="../ink/ink27.xml"/><Relationship Id="rId10" Type="http://schemas.openxmlformats.org/officeDocument/2006/relationships/image" Target="../media/image8.png"/><Relationship Id="rId31" Type="http://schemas.openxmlformats.org/officeDocument/2006/relationships/customXml" Target="../ink/ink14.xml"/><Relationship Id="rId44" Type="http://schemas.openxmlformats.org/officeDocument/2006/relationships/image" Target="../media/image25.png"/><Relationship Id="rId52" Type="http://schemas.openxmlformats.org/officeDocument/2006/relationships/image" Target="../media/image29.png"/><Relationship Id="rId60" Type="http://schemas.openxmlformats.org/officeDocument/2006/relationships/image" Target="../media/image33.png"/><Relationship Id="rId65" Type="http://schemas.openxmlformats.org/officeDocument/2006/relationships/customXml" Target="../ink/ink31.xml"/><Relationship Id="rId4" Type="http://schemas.openxmlformats.org/officeDocument/2006/relationships/image" Target="../media/image5.png"/><Relationship Id="rId9" Type="http://schemas.openxmlformats.org/officeDocument/2006/relationships/customXml" Target="../ink/ink3.xml"/><Relationship Id="rId13" Type="http://schemas.openxmlformats.org/officeDocument/2006/relationships/customXml" Target="../ink/ink5.xml"/><Relationship Id="rId18" Type="http://schemas.openxmlformats.org/officeDocument/2006/relationships/image" Target="../media/image12.png"/><Relationship Id="rId39" Type="http://schemas.openxmlformats.org/officeDocument/2006/relationships/customXml" Target="../ink/ink18.xml"/><Relationship Id="rId34" Type="http://schemas.openxmlformats.org/officeDocument/2006/relationships/image" Target="../media/image20.png"/><Relationship Id="rId50" Type="http://schemas.openxmlformats.org/officeDocument/2006/relationships/image" Target="../media/image28.png"/><Relationship Id="rId55" Type="http://schemas.openxmlformats.org/officeDocument/2006/relationships/customXml" Target="../ink/ink2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8.xml"/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2" Type="http://schemas.openxmlformats.org/officeDocument/2006/relationships/customXml" Target="../ink/ink3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7.xml"/><Relationship Id="rId5" Type="http://schemas.openxmlformats.org/officeDocument/2006/relationships/image" Target="../media/image42.png"/><Relationship Id="rId4" Type="http://schemas.openxmlformats.org/officeDocument/2006/relationships/customXml" Target="../ink/ink36.xml"/><Relationship Id="rId9" Type="http://schemas.openxmlformats.org/officeDocument/2006/relationships/image" Target="../media/image4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10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abs/1606.00709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1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7" Type="http://schemas.openxmlformats.org/officeDocument/2006/relationships/image" Target="../media/image48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0.xml"/><Relationship Id="rId5" Type="http://schemas.openxmlformats.org/officeDocument/2006/relationships/image" Target="../media/image47.png"/><Relationship Id="rId4" Type="http://schemas.openxmlformats.org/officeDocument/2006/relationships/customXml" Target="../ink/ink3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260.png"/><Relationship Id="rId7" Type="http://schemas.openxmlformats.org/officeDocument/2006/relationships/customXml" Target="../ink/ink42.xml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customXml" Target="../ink/ink41.xml"/><Relationship Id="rId10" Type="http://schemas.openxmlformats.org/officeDocument/2006/relationships/image" Target="../media/image58.png"/><Relationship Id="rId4" Type="http://schemas.openxmlformats.org/officeDocument/2006/relationships/hyperlink" Target="http://www.gpeyre.com/" TargetMode="External"/><Relationship Id="rId9" Type="http://schemas.openxmlformats.org/officeDocument/2006/relationships/customXml" Target="../ink/ink4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46.xml"/><Relationship Id="rId13" Type="http://schemas.openxmlformats.org/officeDocument/2006/relationships/image" Target="../media/image67.png"/><Relationship Id="rId18" Type="http://schemas.openxmlformats.org/officeDocument/2006/relationships/customXml" Target="../ink/ink51.xml"/><Relationship Id="rId3" Type="http://schemas.openxmlformats.org/officeDocument/2006/relationships/image" Target="../media/image62.png"/><Relationship Id="rId21" Type="http://schemas.openxmlformats.org/officeDocument/2006/relationships/image" Target="../media/image71.png"/><Relationship Id="rId7" Type="http://schemas.openxmlformats.org/officeDocument/2006/relationships/image" Target="../media/image64.png"/><Relationship Id="rId12" Type="http://schemas.openxmlformats.org/officeDocument/2006/relationships/customXml" Target="../ink/ink48.xml"/><Relationship Id="rId17" Type="http://schemas.openxmlformats.org/officeDocument/2006/relationships/image" Target="../media/image69.png"/><Relationship Id="rId2" Type="http://schemas.openxmlformats.org/officeDocument/2006/relationships/image" Target="../media/image61.png"/><Relationship Id="rId16" Type="http://schemas.openxmlformats.org/officeDocument/2006/relationships/customXml" Target="../ink/ink50.xml"/><Relationship Id="rId20" Type="http://schemas.openxmlformats.org/officeDocument/2006/relationships/customXml" Target="../ink/ink5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5.xml"/><Relationship Id="rId11" Type="http://schemas.openxmlformats.org/officeDocument/2006/relationships/image" Target="../media/image66.png"/><Relationship Id="rId5" Type="http://schemas.openxmlformats.org/officeDocument/2006/relationships/image" Target="../media/image63.png"/><Relationship Id="rId15" Type="http://schemas.openxmlformats.org/officeDocument/2006/relationships/image" Target="../media/image68.png"/><Relationship Id="rId23" Type="http://schemas.openxmlformats.org/officeDocument/2006/relationships/image" Target="../media/image72.png"/><Relationship Id="rId10" Type="http://schemas.openxmlformats.org/officeDocument/2006/relationships/customXml" Target="../ink/ink47.xml"/><Relationship Id="rId19" Type="http://schemas.openxmlformats.org/officeDocument/2006/relationships/image" Target="../media/image70.png"/><Relationship Id="rId4" Type="http://schemas.openxmlformats.org/officeDocument/2006/relationships/customXml" Target="../ink/ink44.xml"/><Relationship Id="rId9" Type="http://schemas.openxmlformats.org/officeDocument/2006/relationships/image" Target="../media/image65.png"/><Relationship Id="rId14" Type="http://schemas.openxmlformats.org/officeDocument/2006/relationships/customXml" Target="../ink/ink49.xml"/><Relationship Id="rId22" Type="http://schemas.openxmlformats.org/officeDocument/2006/relationships/customXml" Target="../ink/ink5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customXml" Target="../ink/ink55.xml"/><Relationship Id="rId13" Type="http://schemas.openxmlformats.org/officeDocument/2006/relationships/image" Target="../media/image80.png"/><Relationship Id="rId18" Type="http://schemas.openxmlformats.org/officeDocument/2006/relationships/customXml" Target="../ink/ink60.xml"/><Relationship Id="rId26" Type="http://schemas.openxmlformats.org/officeDocument/2006/relationships/customXml" Target="../ink/ink64.xml"/><Relationship Id="rId3" Type="http://schemas.openxmlformats.org/officeDocument/2006/relationships/image" Target="../media/image74.png"/><Relationship Id="rId21" Type="http://schemas.openxmlformats.org/officeDocument/2006/relationships/image" Target="../media/image84.png"/><Relationship Id="rId7" Type="http://schemas.openxmlformats.org/officeDocument/2006/relationships/image" Target="../media/image77.png"/><Relationship Id="rId12" Type="http://schemas.openxmlformats.org/officeDocument/2006/relationships/customXml" Target="../ink/ink57.xml"/><Relationship Id="rId17" Type="http://schemas.openxmlformats.org/officeDocument/2006/relationships/image" Target="../media/image82.png"/><Relationship Id="rId25" Type="http://schemas.openxmlformats.org/officeDocument/2006/relationships/image" Target="../media/image86.png"/><Relationship Id="rId2" Type="http://schemas.openxmlformats.org/officeDocument/2006/relationships/image" Target="../media/image73.png"/><Relationship Id="rId16" Type="http://schemas.openxmlformats.org/officeDocument/2006/relationships/customXml" Target="../ink/ink59.xml"/><Relationship Id="rId20" Type="http://schemas.openxmlformats.org/officeDocument/2006/relationships/customXml" Target="../ink/ink61.xml"/><Relationship Id="rId29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4.xml"/><Relationship Id="rId11" Type="http://schemas.openxmlformats.org/officeDocument/2006/relationships/image" Target="../media/image79.png"/><Relationship Id="rId24" Type="http://schemas.openxmlformats.org/officeDocument/2006/relationships/customXml" Target="../ink/ink63.xml"/><Relationship Id="rId5" Type="http://schemas.openxmlformats.org/officeDocument/2006/relationships/image" Target="../media/image76.png"/><Relationship Id="rId15" Type="http://schemas.openxmlformats.org/officeDocument/2006/relationships/image" Target="../media/image81.png"/><Relationship Id="rId23" Type="http://schemas.openxmlformats.org/officeDocument/2006/relationships/image" Target="../media/image85.png"/><Relationship Id="rId28" Type="http://schemas.openxmlformats.org/officeDocument/2006/relationships/customXml" Target="../ink/ink65.xml"/><Relationship Id="rId10" Type="http://schemas.openxmlformats.org/officeDocument/2006/relationships/customXml" Target="../ink/ink56.xml"/><Relationship Id="rId19" Type="http://schemas.openxmlformats.org/officeDocument/2006/relationships/image" Target="../media/image83.png"/><Relationship Id="rId31" Type="http://schemas.openxmlformats.org/officeDocument/2006/relationships/image" Target="../media/image89.png"/><Relationship Id="rId4" Type="http://schemas.openxmlformats.org/officeDocument/2006/relationships/image" Target="../media/image75.png"/><Relationship Id="rId9" Type="http://schemas.openxmlformats.org/officeDocument/2006/relationships/image" Target="../media/image78.png"/><Relationship Id="rId14" Type="http://schemas.openxmlformats.org/officeDocument/2006/relationships/customXml" Target="../ink/ink58.xml"/><Relationship Id="rId22" Type="http://schemas.openxmlformats.org/officeDocument/2006/relationships/customXml" Target="../ink/ink62.xml"/><Relationship Id="rId27" Type="http://schemas.openxmlformats.org/officeDocument/2006/relationships/image" Target="../media/image87.png"/><Relationship Id="rId30" Type="http://schemas.openxmlformats.org/officeDocument/2006/relationships/customXml" Target="../ink/ink66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customXml" Target="../ink/ink67.xml"/><Relationship Id="rId7" Type="http://schemas.openxmlformats.org/officeDocument/2006/relationships/customXml" Target="../ink/ink69.xml"/><Relationship Id="rId12" Type="http://schemas.openxmlformats.org/officeDocument/2006/relationships/image" Target="../media/image94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11" Type="http://schemas.openxmlformats.org/officeDocument/2006/relationships/customXml" Target="../ink/ink71.xml"/><Relationship Id="rId5" Type="http://schemas.openxmlformats.org/officeDocument/2006/relationships/customXml" Target="../ink/ink68.xml"/><Relationship Id="rId10" Type="http://schemas.openxmlformats.org/officeDocument/2006/relationships/image" Target="../media/image93.png"/><Relationship Id="rId4" Type="http://schemas.openxmlformats.org/officeDocument/2006/relationships/image" Target="../media/image90.png"/><Relationship Id="rId9" Type="http://schemas.openxmlformats.org/officeDocument/2006/relationships/customXml" Target="../ink/ink7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75.xml"/><Relationship Id="rId18" Type="http://schemas.openxmlformats.org/officeDocument/2006/relationships/image" Target="../media/image103.png"/><Relationship Id="rId26" Type="http://schemas.openxmlformats.org/officeDocument/2006/relationships/image" Target="../media/image107.png"/><Relationship Id="rId39" Type="http://schemas.openxmlformats.org/officeDocument/2006/relationships/customXml" Target="../ink/ink88.xml"/><Relationship Id="rId21" Type="http://schemas.openxmlformats.org/officeDocument/2006/relationships/customXml" Target="../ink/ink79.xml"/><Relationship Id="rId34" Type="http://schemas.openxmlformats.org/officeDocument/2006/relationships/image" Target="../media/image111.png"/><Relationship Id="rId42" Type="http://schemas.openxmlformats.org/officeDocument/2006/relationships/image" Target="../media/image115.png"/><Relationship Id="rId7" Type="http://schemas.openxmlformats.org/officeDocument/2006/relationships/customXml" Target="../ink/ink72.xml"/><Relationship Id="rId2" Type="http://schemas.openxmlformats.org/officeDocument/2006/relationships/image" Target="../media/image77.emf"/><Relationship Id="rId16" Type="http://schemas.openxmlformats.org/officeDocument/2006/relationships/image" Target="../media/image102.png"/><Relationship Id="rId20" Type="http://schemas.openxmlformats.org/officeDocument/2006/relationships/image" Target="../media/image104.png"/><Relationship Id="rId29" Type="http://schemas.openxmlformats.org/officeDocument/2006/relationships/customXml" Target="../ink/ink83.xml"/><Relationship Id="rId41" Type="http://schemas.openxmlformats.org/officeDocument/2006/relationships/customXml" Target="../ink/ink8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1.png"/><Relationship Id="rId11" Type="http://schemas.openxmlformats.org/officeDocument/2006/relationships/customXml" Target="../ink/ink74.xml"/><Relationship Id="rId24" Type="http://schemas.openxmlformats.org/officeDocument/2006/relationships/image" Target="../media/image106.png"/><Relationship Id="rId32" Type="http://schemas.openxmlformats.org/officeDocument/2006/relationships/image" Target="../media/image110.png"/><Relationship Id="rId37" Type="http://schemas.openxmlformats.org/officeDocument/2006/relationships/customXml" Target="../ink/ink87.xml"/><Relationship Id="rId40" Type="http://schemas.openxmlformats.org/officeDocument/2006/relationships/image" Target="../media/image114.png"/><Relationship Id="rId5" Type="http://schemas.openxmlformats.org/officeDocument/2006/relationships/image" Target="../media/image440.png"/><Relationship Id="rId15" Type="http://schemas.openxmlformats.org/officeDocument/2006/relationships/customXml" Target="../ink/ink76.xml"/><Relationship Id="rId23" Type="http://schemas.openxmlformats.org/officeDocument/2006/relationships/customXml" Target="../ink/ink80.xml"/><Relationship Id="rId28" Type="http://schemas.openxmlformats.org/officeDocument/2006/relationships/image" Target="../media/image108.png"/><Relationship Id="rId36" Type="http://schemas.openxmlformats.org/officeDocument/2006/relationships/image" Target="../media/image112.png"/><Relationship Id="rId10" Type="http://schemas.openxmlformats.org/officeDocument/2006/relationships/image" Target="../media/image99.png"/><Relationship Id="rId19" Type="http://schemas.openxmlformats.org/officeDocument/2006/relationships/customXml" Target="../ink/ink78.xml"/><Relationship Id="rId31" Type="http://schemas.openxmlformats.org/officeDocument/2006/relationships/customXml" Target="../ink/ink84.xml"/><Relationship Id="rId44" Type="http://schemas.openxmlformats.org/officeDocument/2006/relationships/image" Target="../media/image116.png"/><Relationship Id="rId4" Type="http://schemas.openxmlformats.org/officeDocument/2006/relationships/image" Target="../media/image79.emf"/><Relationship Id="rId9" Type="http://schemas.openxmlformats.org/officeDocument/2006/relationships/customXml" Target="../ink/ink73.xml"/><Relationship Id="rId14" Type="http://schemas.openxmlformats.org/officeDocument/2006/relationships/image" Target="../media/image101.png"/><Relationship Id="rId22" Type="http://schemas.openxmlformats.org/officeDocument/2006/relationships/image" Target="../media/image105.png"/><Relationship Id="rId27" Type="http://schemas.openxmlformats.org/officeDocument/2006/relationships/customXml" Target="../ink/ink82.xml"/><Relationship Id="rId30" Type="http://schemas.openxmlformats.org/officeDocument/2006/relationships/image" Target="../media/image109.png"/><Relationship Id="rId35" Type="http://schemas.openxmlformats.org/officeDocument/2006/relationships/customXml" Target="../ink/ink86.xml"/><Relationship Id="rId43" Type="http://schemas.openxmlformats.org/officeDocument/2006/relationships/customXml" Target="../ink/ink90.xml"/><Relationship Id="rId8" Type="http://schemas.openxmlformats.org/officeDocument/2006/relationships/image" Target="../media/image98.png"/><Relationship Id="rId3" Type="http://schemas.openxmlformats.org/officeDocument/2006/relationships/image" Target="../media/image78.emf"/><Relationship Id="rId12" Type="http://schemas.openxmlformats.org/officeDocument/2006/relationships/image" Target="../media/image100.png"/><Relationship Id="rId17" Type="http://schemas.openxmlformats.org/officeDocument/2006/relationships/customXml" Target="../ink/ink77.xml"/><Relationship Id="rId25" Type="http://schemas.openxmlformats.org/officeDocument/2006/relationships/customXml" Target="../ink/ink81.xml"/><Relationship Id="rId33" Type="http://schemas.openxmlformats.org/officeDocument/2006/relationships/customXml" Target="../ink/ink85.xml"/><Relationship Id="rId38" Type="http://schemas.openxmlformats.org/officeDocument/2006/relationships/image" Target="../media/image11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511.png"/><Relationship Id="rId7" Type="http://schemas.openxmlformats.org/officeDocument/2006/relationships/image" Target="../media/image611.png"/><Relationship Id="rId12" Type="http://schemas.openxmlformats.org/officeDocument/2006/relationships/image" Target="../media/image117.png"/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0.png"/><Relationship Id="rId11" Type="http://schemas.openxmlformats.org/officeDocument/2006/relationships/customXml" Target="../ink/ink91.xml"/><Relationship Id="rId5" Type="http://schemas.openxmlformats.org/officeDocument/2006/relationships/image" Target="../media/image590.png"/><Relationship Id="rId10" Type="http://schemas.openxmlformats.org/officeDocument/2006/relationships/image" Target="../media/image560.png"/><Relationship Id="rId4" Type="http://schemas.openxmlformats.org/officeDocument/2006/relationships/image" Target="../media/image520.png"/><Relationship Id="rId9" Type="http://schemas.openxmlformats.org/officeDocument/2006/relationships/image" Target="../media/image5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0.png"/><Relationship Id="rId7" Type="http://schemas.openxmlformats.org/officeDocument/2006/relationships/image" Target="../media/image660.png"/><Relationship Id="rId2" Type="http://schemas.openxmlformats.org/officeDocument/2006/relationships/image" Target="../media/image62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2.xml"/><Relationship Id="rId5" Type="http://schemas.openxmlformats.org/officeDocument/2006/relationships/image" Target="../media/image650.png"/><Relationship Id="rId4" Type="http://schemas.openxmlformats.org/officeDocument/2006/relationships/image" Target="../media/image64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image" Target="../media/image55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0.png"/><Relationship Id="rId3" Type="http://schemas.openxmlformats.org/officeDocument/2006/relationships/image" Target="../media/image120.png"/><Relationship Id="rId7" Type="http://schemas.openxmlformats.org/officeDocument/2006/relationships/image" Target="../media/image480.png"/><Relationship Id="rId2" Type="http://schemas.openxmlformats.org/officeDocument/2006/relationships/image" Target="../media/image58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4.xml"/><Relationship Id="rId5" Type="http://schemas.openxmlformats.org/officeDocument/2006/relationships/image" Target="../media/image470.png"/><Relationship Id="rId4" Type="http://schemas.openxmlformats.org/officeDocument/2006/relationships/customXml" Target="../ink/ink9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0.png"/><Relationship Id="rId2" Type="http://schemas.openxmlformats.org/officeDocument/2006/relationships/image" Target="../media/image710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Lipschitz_continuity" TargetMode="External"/><Relationship Id="rId4" Type="http://schemas.openxmlformats.org/officeDocument/2006/relationships/image" Target="../media/image121.gi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projecteuclid.org/download/pdfview_1/euclid.ejs/1347974672" TargetMode="External"/><Relationship Id="rId2" Type="http://schemas.openxmlformats.org/officeDocument/2006/relationships/image" Target="../media/image670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kQ1eEXgGsCU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910.09779" TargetMode="External"/><Relationship Id="rId2" Type="http://schemas.openxmlformats.org/officeDocument/2006/relationships/image" Target="../media/image75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7" Type="http://schemas.openxmlformats.org/officeDocument/2006/relationships/image" Target="../media/image127.jpeg"/><Relationship Id="rId2" Type="http://schemas.openxmlformats.org/officeDocument/2006/relationships/image" Target="../media/image7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png"/><Relationship Id="rId5" Type="http://schemas.openxmlformats.org/officeDocument/2006/relationships/image" Target="../media/image125.png"/><Relationship Id="rId4" Type="http://schemas.openxmlformats.org/officeDocument/2006/relationships/image" Target="../media/image124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701.07875" TargetMode="External"/><Relationship Id="rId2" Type="http://schemas.openxmlformats.org/officeDocument/2006/relationships/image" Target="../media/image8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hyperlink" Target="https://arxiv.org/abs/1701.07875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3" Type="http://schemas.openxmlformats.org/officeDocument/2006/relationships/image" Target="../media/image870.png"/><Relationship Id="rId7" Type="http://schemas.openxmlformats.org/officeDocument/2006/relationships/image" Target="../media/image880.png"/><Relationship Id="rId2" Type="http://schemas.openxmlformats.org/officeDocument/2006/relationships/image" Target="../media/image820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1704.00028" TargetMode="External"/><Relationship Id="rId5" Type="http://schemas.openxmlformats.org/officeDocument/2006/relationships/image" Target="../media/image85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emf"/><Relationship Id="rId7" Type="http://schemas.openxmlformats.org/officeDocument/2006/relationships/hyperlink" Target="https://arxiv.org/abs/1704.00028" TargetMode="External"/><Relationship Id="rId2" Type="http://schemas.openxmlformats.org/officeDocument/2006/relationships/image" Target="../media/image8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0.png"/><Relationship Id="rId5" Type="http://schemas.openxmlformats.org/officeDocument/2006/relationships/image" Target="../media/image850.png"/><Relationship Id="rId4" Type="http://schemas.openxmlformats.org/officeDocument/2006/relationships/image" Target="../media/image84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hyperlink" Target="https://arxiv.org/abs/1802.05957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705.10743" TargetMode="External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C30B9A-F4A3-4C5D-B6B4-792124224E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792" y="5638976"/>
            <a:ext cx="771527" cy="7033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B1E05E-9621-47AC-AA3F-FB23E46529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399" y="5642789"/>
            <a:ext cx="657385" cy="832261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18B3FAFC-1BF2-4748-8051-3C9A1EE67F7B}"/>
              </a:ext>
            </a:extLst>
          </p:cNvPr>
          <p:cNvSpPr txBox="1">
            <a:spLocks/>
          </p:cNvSpPr>
          <p:nvPr/>
        </p:nvSpPr>
        <p:spPr>
          <a:xfrm>
            <a:off x="1524000" y="6475050"/>
            <a:ext cx="9144000" cy="4390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dirty="0">
                <a:solidFill>
                  <a:schemeClr val="tx2"/>
                </a:solidFill>
                <a:latin typeface="Myriad Pro" panose="020B0503030403020204" pitchFamily="34" charset="0"/>
              </a:rPr>
              <a:t>Fall</a:t>
            </a:r>
            <a:r>
              <a:rPr lang="en-US" sz="1200" dirty="0">
                <a:solidFill>
                  <a:schemeClr val="tx2"/>
                </a:solidFill>
                <a:latin typeface="Myriad Pro" panose="020B0503030403020204" pitchFamily="34" charset="0"/>
              </a:rPr>
              <a:t> 2025</a:t>
            </a:r>
            <a:endParaRPr lang="ru-RU" sz="1200" dirty="0">
              <a:solidFill>
                <a:schemeClr val="tx2"/>
              </a:solidFill>
              <a:latin typeface="Myriad Pro" panose="020B0503030403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7936421-9813-9248-BD68-C90B6AD2DE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7588" y="270229"/>
            <a:ext cx="11428640" cy="2155861"/>
          </a:xfrm>
        </p:spPr>
        <p:txBody>
          <a:bodyPr>
            <a:noAutofit/>
          </a:bodyPr>
          <a:lstStyle/>
          <a:p>
            <a:pPr algn="l"/>
            <a:r>
              <a:rPr lang="en-US" sz="8000" b="1" dirty="0">
                <a:solidFill>
                  <a:schemeClr val="tx2"/>
                </a:solidFill>
                <a:latin typeface="Myriad Pro" panose="020B0503030403020204" pitchFamily="34" charset="0"/>
              </a:rPr>
              <a:t>Generative Modeling</a:t>
            </a:r>
            <a:endParaRPr lang="ru-RU" sz="8000" b="1" dirty="0">
              <a:solidFill>
                <a:schemeClr val="tx2"/>
              </a:solidFill>
              <a:latin typeface="Myriad Pro" panose="020B0503030403020204" pitchFamily="34" charset="0"/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B60EBB76-1B7A-D64F-845D-E8EEBBF2AF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588" y="2340462"/>
            <a:ext cx="10332811" cy="642186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Myriad Pro" panose="020B0503030403020204" pitchFamily="34" charset="0"/>
              </a:rPr>
              <a:t>Wasserstein generative adversarial networks and friends</a:t>
            </a:r>
            <a:endParaRPr lang="ru-RU" dirty="0">
              <a:latin typeface="Myriad Pro" panose="020B0503030403020204" pitchFamily="34" charset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456DC148-6CCF-8B4C-9981-09849304596B}"/>
              </a:ext>
            </a:extLst>
          </p:cNvPr>
          <p:cNvSpPr txBox="1">
            <a:spLocks/>
          </p:cNvSpPr>
          <p:nvPr/>
        </p:nvSpPr>
        <p:spPr>
          <a:xfrm>
            <a:off x="487589" y="3875352"/>
            <a:ext cx="8170636" cy="9147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en-US" sz="1800" dirty="0" err="1">
                <a:latin typeface="Myriad Pro" panose="020B0503030403020204" pitchFamily="34" charset="0"/>
              </a:rPr>
              <a:t>Tigran</a:t>
            </a:r>
            <a:r>
              <a:rPr lang="en-US" sz="1800" dirty="0">
                <a:latin typeface="Myriad Pro" panose="020B0503030403020204" pitchFamily="34" charset="0"/>
              </a:rPr>
              <a:t> </a:t>
            </a:r>
            <a:r>
              <a:rPr lang="en-US" sz="1800" dirty="0" err="1">
                <a:latin typeface="Myriad Pro" panose="020B0503030403020204" pitchFamily="34" charset="0"/>
              </a:rPr>
              <a:t>Ramazya</a:t>
            </a:r>
            <a:r>
              <a:rPr lang="en-GB" sz="1800" dirty="0">
                <a:latin typeface="Myriad Pro" panose="020B0503030403020204" pitchFamily="34" charset="0"/>
              </a:rPr>
              <a:t>n</a:t>
            </a:r>
            <a:r>
              <a:rPr lang="en-US" sz="1800" dirty="0">
                <a:latin typeface="Myriad Pro" panose="020B0503030403020204" pitchFamily="34" charset="0"/>
              </a:rPr>
              <a:t>, Anwar Ibrahim</a:t>
            </a:r>
            <a:r>
              <a:rPr lang="en-GB" sz="1800" dirty="0">
                <a:latin typeface="Myriad Pro" panose="020B0503030403020204" pitchFamily="34" charset="0"/>
              </a:rPr>
              <a:t>, </a:t>
            </a:r>
            <a:r>
              <a:rPr lang="en-GB" sz="1800" dirty="0" err="1">
                <a:latin typeface="Myriad Pro" panose="020B0503030403020204" pitchFamily="34" charset="0"/>
              </a:rPr>
              <a:t>Fedor</a:t>
            </a:r>
            <a:r>
              <a:rPr lang="en-GB" sz="1800" dirty="0">
                <a:latin typeface="Myriad Pro" panose="020B0503030403020204" pitchFamily="34" charset="0"/>
              </a:rPr>
              <a:t> </a:t>
            </a:r>
            <a:r>
              <a:rPr lang="en-GB" sz="1800" dirty="0" err="1">
                <a:latin typeface="Myriad Pro" panose="020B0503030403020204" pitchFamily="34" charset="0"/>
              </a:rPr>
              <a:t>Pakhurov</a:t>
            </a:r>
            <a:endParaRPr lang="ru-RU" sz="1800" baseline="30000" dirty="0">
              <a:latin typeface="Myriad Pro" panose="020B0503030403020204" pitchFamily="34" charset="0"/>
            </a:endParaRP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4C6B1C05-E30E-CE42-A7ED-995F6069DAC8}"/>
              </a:ext>
            </a:extLst>
          </p:cNvPr>
          <p:cNvSpPr txBox="1">
            <a:spLocks/>
          </p:cNvSpPr>
          <p:nvPr/>
        </p:nvSpPr>
        <p:spPr>
          <a:xfrm>
            <a:off x="487589" y="4864140"/>
            <a:ext cx="8170636" cy="575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>
                <a:latin typeface="Myriad Pro" panose="020B0503030403020204" pitchFamily="34" charset="0"/>
              </a:rPr>
              <a:t>Laboratory for methods of big data analysis</a:t>
            </a:r>
            <a:endParaRPr lang="ru-RU" sz="1400">
              <a:latin typeface="Myriad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7195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AF23209-6771-9300-6962-F74524EDC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5991"/>
            <a:ext cx="10515600" cy="4758710"/>
          </a:xfrm>
        </p:spPr>
        <p:txBody>
          <a:bodyPr/>
          <a:lstStyle/>
          <a:p>
            <a:r>
              <a:rPr lang="en-GB" dirty="0">
                <a:hlinkClick r:id="rId2"/>
              </a:rPr>
              <a:t>https://</a:t>
            </a:r>
            <a:r>
              <a:rPr lang="en-GB" dirty="0" err="1">
                <a:hlinkClick r:id="rId2"/>
              </a:rPr>
              <a:t>forms.gle</a:t>
            </a:r>
            <a:r>
              <a:rPr lang="en-GB" dirty="0">
                <a:hlinkClick r:id="rId2"/>
              </a:rPr>
              <a:t>/</a:t>
            </a:r>
            <a:r>
              <a:rPr lang="en-GB" dirty="0" err="1">
                <a:hlinkClick r:id="rId2"/>
              </a:rPr>
              <a:t>daD3k8ffQDraz9o7A</a:t>
            </a:r>
            <a:endParaRPr lang="en-GB" dirty="0"/>
          </a:p>
          <a:p>
            <a:endParaRPr lang="en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67500A4-BA92-4B60-C38B-5177C4707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</a:t>
            </a:r>
            <a:endParaRPr lang="en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56270-8F1E-B3E5-94AA-9F9D5A674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24.09.2026</a:t>
            </a:r>
            <a:endParaRPr lang="ru-R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A1E3E-6688-1504-9B01-2498A89B2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err="1"/>
              <a:t>T.Ramazyan</a:t>
            </a:r>
            <a:r>
              <a:rPr lang="en-GB" dirty="0"/>
              <a:t>, et. Al., HSE University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88785-BF07-CF71-934B-1B77358DD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2</a:t>
            </a:fld>
            <a:endParaRPr lang="ru-R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06B9CD-5F30-5BE2-D3DE-4D6DCAACF4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0586" y="1647091"/>
            <a:ext cx="4830828" cy="484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885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2727E-8510-5F4B-8904-4D776FCF3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Myanmar Text" panose="020B0502040204020203" pitchFamily="34" charset="0"/>
              </a:rPr>
              <a:t>In this Lecture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8DDE6-F262-E94A-BBD8-EAA56C3E2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" dirty="0"/>
              <a:t>Spring 2024</a:t>
            </a:r>
            <a:endParaRPr lang="ru-R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5831C-8ED2-6B41-B3D1-67B8994A1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D.. Derkach  Generative </a:t>
            </a:r>
            <a:r>
              <a:rPr lang="en-GB" dirty="0" err="1"/>
              <a:t>Modeling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EF21EAB8-F4B8-3B43-8E76-4EA698010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2" y="1422110"/>
            <a:ext cx="10344028" cy="4546204"/>
          </a:xfrm>
        </p:spPr>
        <p:txBody>
          <a:bodyPr>
            <a:noAutofit/>
          </a:bodyPr>
          <a:lstStyle/>
          <a:p>
            <a:r>
              <a:rPr lang="en-US" dirty="0"/>
              <a:t>f-GANs</a:t>
            </a:r>
          </a:p>
          <a:p>
            <a:r>
              <a:rPr lang="en-US" dirty="0"/>
              <a:t>Wasserstein Distance</a:t>
            </a:r>
          </a:p>
          <a:p>
            <a:pPr lvl="1"/>
            <a:r>
              <a:rPr lang="en-US" dirty="0"/>
              <a:t>Kantorovich-Rubenstein Duality.</a:t>
            </a:r>
          </a:p>
          <a:p>
            <a:r>
              <a:rPr lang="en-US" dirty="0"/>
              <a:t>WGAN</a:t>
            </a:r>
          </a:p>
          <a:p>
            <a:pPr lvl="1"/>
            <a:r>
              <a:rPr lang="en-US" dirty="0"/>
              <a:t>Algorithm.</a:t>
            </a:r>
          </a:p>
          <a:p>
            <a:pPr lvl="1"/>
            <a:r>
              <a:rPr lang="en-US" dirty="0"/>
              <a:t>Gradient Penalty.</a:t>
            </a:r>
          </a:p>
          <a:p>
            <a:pPr lvl="1"/>
            <a:r>
              <a:rPr lang="en-US" dirty="0"/>
              <a:t>Biased Gradients.</a:t>
            </a:r>
          </a:p>
        </p:txBody>
      </p:sp>
    </p:spTree>
    <p:extLst>
      <p:ext uri="{BB962C8B-B14F-4D97-AF65-F5344CB8AC3E}">
        <p14:creationId xmlns:p14="http://schemas.microsoft.com/office/powerpoint/2010/main" val="1936038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79D22-7949-6544-A49E-361186E06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ru-RU" dirty="0"/>
              <a:t>Reminder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461261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DDFDAAB-4EBF-4ADC-B3D3-912E906A7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 GAN scheme</a:t>
            </a:r>
            <a:endParaRPr lang="ru-RU" dirty="0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A2891F8B-908D-4301-ACDB-0AAD8C76F4E3}"/>
              </a:ext>
            </a:extLst>
          </p:cNvPr>
          <p:cNvSpPr/>
          <p:nvPr/>
        </p:nvSpPr>
        <p:spPr>
          <a:xfrm>
            <a:off x="704676" y="2378802"/>
            <a:ext cx="1904300" cy="989903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Noise</a:t>
            </a:r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AAEC2B1-D328-4A93-B824-24A4863C2F55}"/>
              </a:ext>
            </a:extLst>
          </p:cNvPr>
          <p:cNvSpPr/>
          <p:nvPr/>
        </p:nvSpPr>
        <p:spPr>
          <a:xfrm>
            <a:off x="3464653" y="2378803"/>
            <a:ext cx="2216093" cy="989903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Generator (a neural network)</a:t>
            </a:r>
            <a:endParaRPr lang="ru-RU" dirty="0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9A1D5D92-CC9A-419E-945A-BACB40B67FA5}"/>
              </a:ext>
            </a:extLst>
          </p:cNvPr>
          <p:cNvSpPr/>
          <p:nvPr/>
        </p:nvSpPr>
        <p:spPr>
          <a:xfrm>
            <a:off x="3464653" y="4142166"/>
            <a:ext cx="2216093" cy="989903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Real Data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B8BA4FF9-AD64-4DDB-AE4E-A79829F6779D}"/>
              </a:ext>
            </a:extLst>
          </p:cNvPr>
          <p:cNvSpPr/>
          <p:nvPr/>
        </p:nvSpPr>
        <p:spPr>
          <a:xfrm>
            <a:off x="7048150" y="3208025"/>
            <a:ext cx="2216093" cy="989903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Discriminator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D147CA5-8529-4191-AEFC-3E339C2A82D4}"/>
                  </a:ext>
                </a:extLst>
              </p:cNvPr>
              <p:cNvSpPr txBox="1">
                <a:spLocks noResize="1"/>
              </p:cNvSpPr>
              <p:nvPr/>
            </p:nvSpPr>
            <p:spPr>
              <a:xfrm>
                <a:off x="5359716" y="2322973"/>
                <a:ext cx="5592960" cy="405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lvl="0" hangingPunct="0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ru-RU" i="0"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ru-RU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func>
                      <m:r>
                        <a:rPr lang="ru-RU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ru-RU" i="0" dirty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D147CA5-8529-4191-AEFC-3E339C2A8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9716" y="2322973"/>
                <a:ext cx="5592960" cy="405720"/>
              </a:xfrm>
              <a:prstGeom prst="rect">
                <a:avLst/>
              </a:prstGeom>
              <a:blipFill>
                <a:blip r:embed="rId2"/>
                <a:stretch>
                  <a:fillRect b="-882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62A8014-B9B8-4696-B27F-6854D9F8B971}"/>
                  </a:ext>
                </a:extLst>
              </p:cNvPr>
              <p:cNvSpPr txBox="1">
                <a:spLocks noResize="1"/>
              </p:cNvSpPr>
              <p:nvPr/>
            </p:nvSpPr>
            <p:spPr>
              <a:xfrm>
                <a:off x="3047711" y="1652683"/>
                <a:ext cx="3184200" cy="406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90000" tIns="45000" rIns="90000" bIns="45000" anchor="ctr" anchorCtr="0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ru-RU" i="0">
                              <a:latin typeface="Cambria Math" panose="02040503050406030204" pitchFamily="18" charset="0"/>
                            </a:rPr>
                            <m:t>G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ru-RU" i="0" dirty="0">
                  <a:latin typeface="Liberation Sans" pitchFamily="18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62A8014-B9B8-4696-B27F-6854D9F8B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711" y="1652683"/>
                <a:ext cx="3184200" cy="406080"/>
              </a:xfrm>
              <a:prstGeom prst="rect">
                <a:avLst/>
              </a:prstGeom>
              <a:blipFill>
                <a:blip r:embed="rId3"/>
                <a:stretch>
                  <a:fillRect b="-90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8DD4F4C2-F08B-46BA-8A8F-ED40AD52737F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2608976" y="2873754"/>
            <a:ext cx="85567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F0339805-D602-4749-AA7A-1B22C9FEF73D}"/>
              </a:ext>
            </a:extLst>
          </p:cNvPr>
          <p:cNvCxnSpPr>
            <a:stCxn id="6" idx="3"/>
            <a:endCxn id="10" idx="1"/>
          </p:cNvCxnSpPr>
          <p:nvPr/>
        </p:nvCxnSpPr>
        <p:spPr>
          <a:xfrm>
            <a:off x="5680746" y="2873755"/>
            <a:ext cx="1367404" cy="829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2ADA7FED-446D-4987-BDF9-8152158E5940}"/>
              </a:ext>
            </a:extLst>
          </p:cNvPr>
          <p:cNvCxnSpPr>
            <a:stCxn id="8" idx="3"/>
            <a:endCxn id="10" idx="1"/>
          </p:cNvCxnSpPr>
          <p:nvPr/>
        </p:nvCxnSpPr>
        <p:spPr>
          <a:xfrm flipV="1">
            <a:off x="5680746" y="3702977"/>
            <a:ext cx="1367404" cy="9341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Прямоугольник: усеченные противолежащие углы 20">
                <a:extLst>
                  <a:ext uri="{FF2B5EF4-FFF2-40B4-BE49-F238E27FC236}">
                    <a16:creationId xmlns:a16="http://schemas.microsoft.com/office/drawing/2014/main" id="{23F0AD55-2C1D-42C4-80EA-86BAC1AE8BEC}"/>
                  </a:ext>
                </a:extLst>
              </p:cNvPr>
              <p:cNvSpPr/>
              <p:nvPr/>
            </p:nvSpPr>
            <p:spPr>
              <a:xfrm>
                <a:off x="9722842" y="3220768"/>
                <a:ext cx="2216093" cy="964416"/>
              </a:xfrm>
              <a:prstGeom prst="snip2Diag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P(example is real) =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1" name="Прямоугольник: усеченные противолежащие углы 20">
                <a:extLst>
                  <a:ext uri="{FF2B5EF4-FFF2-40B4-BE49-F238E27FC236}">
                    <a16:creationId xmlns:a16="http://schemas.microsoft.com/office/drawing/2014/main" id="{23F0AD55-2C1D-42C4-80EA-86BAC1AE8B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2842" y="3220768"/>
                <a:ext cx="2216093" cy="964416"/>
              </a:xfrm>
              <a:prstGeom prst="snip2DiagRect">
                <a:avLst/>
              </a:prstGeom>
              <a:blipFill>
                <a:blip r:embed="rId4"/>
                <a:stretch>
                  <a:fillRect t="-11392" b="-670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B908510C-451E-4C7D-82CB-2DF8F05E8C1A}"/>
              </a:ext>
            </a:extLst>
          </p:cNvPr>
          <p:cNvCxnSpPr>
            <a:cxnSpLocks/>
            <a:stCxn id="10" idx="3"/>
            <a:endCxn id="21" idx="2"/>
          </p:cNvCxnSpPr>
          <p:nvPr/>
        </p:nvCxnSpPr>
        <p:spPr>
          <a:xfrm flipV="1">
            <a:off x="9264243" y="3702976"/>
            <a:ext cx="45859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8405510-F4E7-2530-8012-041C2A5CAB42}"/>
                  </a:ext>
                </a:extLst>
              </p14:cNvPr>
              <p14:cNvContentPartPr/>
              <p14:nvPr/>
            </p14:nvContentPartPr>
            <p14:xfrm>
              <a:off x="2527560" y="1200960"/>
              <a:ext cx="711720" cy="605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8405510-F4E7-2530-8012-041C2A5CAB4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11720" y="1137600"/>
                <a:ext cx="743040" cy="73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E3F5376-2B59-BC52-47BE-FDFA4169DF10}"/>
                  </a:ext>
                </a:extLst>
              </p14:cNvPr>
              <p14:cNvContentPartPr/>
              <p14:nvPr/>
            </p14:nvContentPartPr>
            <p14:xfrm>
              <a:off x="1086840" y="3632760"/>
              <a:ext cx="28800" cy="2329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E3F5376-2B59-BC52-47BE-FDFA4169DF1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71000" y="3569400"/>
                <a:ext cx="60120" cy="35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09182CD-EF63-914C-67CB-F27CD85F7AB7}"/>
                  </a:ext>
                </a:extLst>
              </p14:cNvPr>
              <p14:cNvContentPartPr/>
              <p14:nvPr/>
            </p14:nvContentPartPr>
            <p14:xfrm>
              <a:off x="1098360" y="3502440"/>
              <a:ext cx="243720" cy="2991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09182CD-EF63-914C-67CB-F27CD85F7AB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82520" y="3439080"/>
                <a:ext cx="275040" cy="42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BCA90C9-63B1-34D3-21CE-F4A3083C8F54}"/>
                  </a:ext>
                </a:extLst>
              </p14:cNvPr>
              <p14:cNvContentPartPr/>
              <p14:nvPr/>
            </p14:nvContentPartPr>
            <p14:xfrm>
              <a:off x="1771920" y="3490560"/>
              <a:ext cx="282600" cy="3726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BCA90C9-63B1-34D3-21CE-F4A3083C8F5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56080" y="3427200"/>
                <a:ext cx="313920" cy="49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8F8E052-7DA7-25F4-CBFF-7AEBE1D3391F}"/>
                  </a:ext>
                </a:extLst>
              </p14:cNvPr>
              <p14:cNvContentPartPr/>
              <p14:nvPr/>
            </p14:nvContentPartPr>
            <p14:xfrm>
              <a:off x="1658520" y="3508200"/>
              <a:ext cx="198360" cy="432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8F8E052-7DA7-25F4-CBFF-7AEBE1D3391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642680" y="3444840"/>
                <a:ext cx="22968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37DD2D3-8ADB-E373-94BE-C560D3602965}"/>
                  </a:ext>
                </a:extLst>
              </p14:cNvPr>
              <p14:cNvContentPartPr/>
              <p14:nvPr/>
            </p14:nvContentPartPr>
            <p14:xfrm>
              <a:off x="1953000" y="3491280"/>
              <a:ext cx="153000" cy="172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37DD2D3-8ADB-E373-94BE-C560D360296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937160" y="3427920"/>
                <a:ext cx="18432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E0D521E-2D7A-1ABC-3BE4-2C202BEB5EC8}"/>
                  </a:ext>
                </a:extLst>
              </p14:cNvPr>
              <p14:cNvContentPartPr/>
              <p14:nvPr/>
            </p14:nvContentPartPr>
            <p14:xfrm>
              <a:off x="2751120" y="2591640"/>
              <a:ext cx="630360" cy="1699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E0D521E-2D7A-1ABC-3BE4-2C202BEB5EC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735280" y="2528280"/>
                <a:ext cx="66168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72831BE-07B5-FC20-DC50-12D7E4CDA0C6}"/>
                  </a:ext>
                </a:extLst>
              </p14:cNvPr>
              <p14:cNvContentPartPr/>
              <p14:nvPr/>
            </p14:nvContentPartPr>
            <p14:xfrm>
              <a:off x="5841000" y="2625480"/>
              <a:ext cx="189360" cy="3909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72831BE-07B5-FC20-DC50-12D7E4CDA0C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825160" y="2562120"/>
                <a:ext cx="220680" cy="51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2B8488D-71D8-6A32-DF9E-A3FF90B73580}"/>
                  </a:ext>
                </a:extLst>
              </p14:cNvPr>
              <p14:cNvContentPartPr/>
              <p14:nvPr/>
            </p14:nvContentPartPr>
            <p14:xfrm>
              <a:off x="5869800" y="2840400"/>
              <a:ext cx="141840" cy="288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2B8488D-71D8-6A32-DF9E-A3FF90B7358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853960" y="2777040"/>
                <a:ext cx="17316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B347655-EC42-76D6-9F98-105D57A72154}"/>
                  </a:ext>
                </a:extLst>
              </p14:cNvPr>
              <p14:cNvContentPartPr/>
              <p14:nvPr/>
            </p14:nvContentPartPr>
            <p14:xfrm>
              <a:off x="6051600" y="2901600"/>
              <a:ext cx="231840" cy="1756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B347655-EC42-76D6-9F98-105D57A72154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035760" y="2838240"/>
                <a:ext cx="263160" cy="30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781D2B9A-57C1-2B42-51A4-F563BEC90025}"/>
                  </a:ext>
                </a:extLst>
              </p14:cNvPr>
              <p14:cNvContentPartPr/>
              <p14:nvPr/>
            </p14:nvContentPartPr>
            <p14:xfrm>
              <a:off x="6249600" y="2721600"/>
              <a:ext cx="73440" cy="3344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81D2B9A-57C1-2B42-51A4-F563BEC90025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233760" y="2658240"/>
                <a:ext cx="104760" cy="46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F9637CE8-3609-A71F-3A6B-D63C3168D582}"/>
                  </a:ext>
                </a:extLst>
              </p14:cNvPr>
              <p14:cNvContentPartPr/>
              <p14:nvPr/>
            </p14:nvContentPartPr>
            <p14:xfrm>
              <a:off x="6308280" y="2800800"/>
              <a:ext cx="144720" cy="2268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F9637CE8-3609-A71F-3A6B-D63C3168D58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292440" y="2737440"/>
                <a:ext cx="176040" cy="35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40C12B5E-D215-7AA2-D495-781755A99778}"/>
                  </a:ext>
                </a:extLst>
              </p14:cNvPr>
              <p14:cNvContentPartPr/>
              <p14:nvPr/>
            </p14:nvContentPartPr>
            <p14:xfrm>
              <a:off x="6481080" y="2815200"/>
              <a:ext cx="187200" cy="1753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40C12B5E-D215-7AA2-D495-781755A99778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465240" y="2751840"/>
                <a:ext cx="21852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ED5CAABD-07CA-5168-62D9-6B06D802F834}"/>
                  </a:ext>
                </a:extLst>
              </p14:cNvPr>
              <p14:cNvContentPartPr/>
              <p14:nvPr/>
            </p14:nvContentPartPr>
            <p14:xfrm>
              <a:off x="5855760" y="3256560"/>
              <a:ext cx="240840" cy="3142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ED5CAABD-07CA-5168-62D9-6B06D802F834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839920" y="3193200"/>
                <a:ext cx="272160" cy="44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9B9FD0A-74D1-81A7-2BD0-52BEFC08CD58}"/>
                  </a:ext>
                </a:extLst>
              </p14:cNvPr>
              <p14:cNvContentPartPr/>
              <p14:nvPr/>
            </p14:nvContentPartPr>
            <p14:xfrm>
              <a:off x="6102360" y="3375000"/>
              <a:ext cx="237600" cy="1782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9B9FD0A-74D1-81A7-2BD0-52BEFC08CD58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086520" y="3311640"/>
                <a:ext cx="268920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F2F958C1-1B7F-F7C1-044B-56D128D2F228}"/>
                  </a:ext>
                </a:extLst>
              </p14:cNvPr>
              <p14:cNvContentPartPr/>
              <p14:nvPr/>
            </p14:nvContentPartPr>
            <p14:xfrm>
              <a:off x="6305760" y="3168720"/>
              <a:ext cx="107640" cy="3286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F2F958C1-1B7F-F7C1-044B-56D128D2F228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289920" y="3105360"/>
                <a:ext cx="138960" cy="45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F011E06A-9842-A041-4913-72F239005026}"/>
                  </a:ext>
                </a:extLst>
              </p14:cNvPr>
              <p14:cNvContentPartPr/>
              <p14:nvPr/>
            </p14:nvContentPartPr>
            <p14:xfrm>
              <a:off x="6264000" y="3322080"/>
              <a:ext cx="149400" cy="338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F011E06A-9842-A041-4913-72F239005026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248160" y="3258720"/>
                <a:ext cx="18072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663F3A7E-5DC2-C4E1-31B7-F3A83FB360CF}"/>
                  </a:ext>
                </a:extLst>
              </p14:cNvPr>
              <p14:cNvContentPartPr/>
              <p14:nvPr/>
            </p14:nvContentPartPr>
            <p14:xfrm>
              <a:off x="6478560" y="3266280"/>
              <a:ext cx="155520" cy="2365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663F3A7E-5DC2-C4E1-31B7-F3A83FB360CF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6462720" y="3202920"/>
                <a:ext cx="186840" cy="36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12E435BF-7BF3-573B-8A02-8A2CEB55F442}"/>
                  </a:ext>
                </a:extLst>
              </p14:cNvPr>
              <p14:cNvContentPartPr/>
              <p14:nvPr/>
            </p14:nvContentPartPr>
            <p14:xfrm>
              <a:off x="6725520" y="3273120"/>
              <a:ext cx="236880" cy="3484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12E435BF-7BF3-573B-8A02-8A2CEB55F442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6709680" y="3209760"/>
                <a:ext cx="268200" cy="47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1BCADFCB-8825-D124-BAA5-052B960278B9}"/>
                  </a:ext>
                </a:extLst>
              </p14:cNvPr>
              <p14:cNvContentPartPr/>
              <p14:nvPr/>
            </p14:nvContentPartPr>
            <p14:xfrm>
              <a:off x="5988600" y="3746520"/>
              <a:ext cx="916560" cy="6674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1BCADFCB-8825-D124-BAA5-052B960278B9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972760" y="3683160"/>
                <a:ext cx="947880" cy="79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111415D9-AC74-87CB-28DB-C37FCFBF595B}"/>
                  </a:ext>
                </a:extLst>
              </p14:cNvPr>
              <p14:cNvContentPartPr/>
              <p14:nvPr/>
            </p14:nvContentPartPr>
            <p14:xfrm>
              <a:off x="7534440" y="4470120"/>
              <a:ext cx="84600" cy="2548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111415D9-AC74-87CB-28DB-C37FCFBF595B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7518600" y="4406760"/>
                <a:ext cx="115920" cy="38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598402DC-027E-7B21-122A-D51758E8DA88}"/>
                  </a:ext>
                </a:extLst>
              </p14:cNvPr>
              <p14:cNvContentPartPr/>
              <p14:nvPr/>
            </p14:nvContentPartPr>
            <p14:xfrm>
              <a:off x="7523640" y="4399560"/>
              <a:ext cx="332640" cy="3481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598402DC-027E-7B21-122A-D51758E8DA88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7507800" y="4336200"/>
                <a:ext cx="363960" cy="47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9C7EEA2D-4C12-59D4-6F08-E9F7D078BA4C}"/>
                  </a:ext>
                </a:extLst>
              </p14:cNvPr>
              <p14:cNvContentPartPr/>
              <p14:nvPr/>
            </p14:nvContentPartPr>
            <p14:xfrm>
              <a:off x="7941960" y="4404240"/>
              <a:ext cx="271440" cy="315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9C7EEA2D-4C12-59D4-6F08-E9F7D078BA4C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7926120" y="4340880"/>
                <a:ext cx="302760" cy="44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BB47A83D-68F2-AFD7-5260-47C0BD01769B}"/>
                  </a:ext>
                </a:extLst>
              </p14:cNvPr>
              <p14:cNvContentPartPr/>
              <p14:nvPr/>
            </p14:nvContentPartPr>
            <p14:xfrm>
              <a:off x="8343720" y="4441680"/>
              <a:ext cx="311040" cy="2610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BB47A83D-68F2-AFD7-5260-47C0BD01769B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8327880" y="4378320"/>
                <a:ext cx="342360" cy="38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74DC0FF5-4AB8-69DB-58EE-28407639D4AC}"/>
                  </a:ext>
                </a:extLst>
              </p14:cNvPr>
              <p14:cNvContentPartPr/>
              <p14:nvPr/>
            </p14:nvContentPartPr>
            <p14:xfrm>
              <a:off x="8348760" y="4492800"/>
              <a:ext cx="243720" cy="738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74DC0FF5-4AB8-69DB-58EE-28407639D4AC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8332920" y="4429440"/>
                <a:ext cx="27504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AD87E08A-2900-B141-D724-1C8278F19176}"/>
                  </a:ext>
                </a:extLst>
              </p14:cNvPr>
              <p14:cNvContentPartPr/>
              <p14:nvPr/>
            </p14:nvContentPartPr>
            <p14:xfrm>
              <a:off x="8348760" y="4385160"/>
              <a:ext cx="300600" cy="61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AD87E08A-2900-B141-D724-1C8278F19176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8332920" y="4321800"/>
                <a:ext cx="33192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F61AC1A5-07FD-CA30-1032-775408729764}"/>
                  </a:ext>
                </a:extLst>
              </p14:cNvPr>
              <p14:cNvContentPartPr/>
              <p14:nvPr/>
            </p14:nvContentPartPr>
            <p14:xfrm>
              <a:off x="166680" y="225720"/>
              <a:ext cx="48960" cy="5817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F61AC1A5-07FD-CA30-1032-775408729764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50840" y="162360"/>
                <a:ext cx="80280" cy="70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5A3402AB-BA30-42FB-7FDA-B443B978AA31}"/>
                  </a:ext>
                </a:extLst>
              </p14:cNvPr>
              <p14:cNvContentPartPr/>
              <p14:nvPr/>
            </p14:nvContentPartPr>
            <p14:xfrm>
              <a:off x="192600" y="108000"/>
              <a:ext cx="716760" cy="70704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5A3402AB-BA30-42FB-7FDA-B443B978AA31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76760" y="44640"/>
                <a:ext cx="748080" cy="83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F235A5EF-4A5E-DBF9-AB80-507CD370BF26}"/>
                  </a:ext>
                </a:extLst>
              </p14:cNvPr>
              <p14:cNvContentPartPr/>
              <p14:nvPr/>
            </p14:nvContentPartPr>
            <p14:xfrm>
              <a:off x="266040" y="843120"/>
              <a:ext cx="617400" cy="342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F235A5EF-4A5E-DBF9-AB80-507CD370BF26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250200" y="779760"/>
                <a:ext cx="64872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277768D4-002C-8EA9-5B4D-6239BCBE74AB}"/>
                  </a:ext>
                </a:extLst>
              </p14:cNvPr>
              <p14:cNvContentPartPr/>
              <p14:nvPr/>
            </p14:nvContentPartPr>
            <p14:xfrm>
              <a:off x="10460160" y="2252160"/>
              <a:ext cx="158760" cy="3675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277768D4-002C-8EA9-5B4D-6239BCBE74AB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0444320" y="2188800"/>
                <a:ext cx="190080" cy="49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64AA2E39-09A3-828F-B2F6-CC4B8F36B735}"/>
                  </a:ext>
                </a:extLst>
              </p14:cNvPr>
              <p14:cNvContentPartPr/>
              <p14:nvPr/>
            </p14:nvContentPartPr>
            <p14:xfrm>
              <a:off x="10658160" y="2445840"/>
              <a:ext cx="139320" cy="1731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64AA2E39-09A3-828F-B2F6-CC4B8F36B735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0642320" y="2382480"/>
                <a:ext cx="17064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89E3CBD3-EC32-F9F2-580E-0E3CCD3F9620}"/>
                  </a:ext>
                </a:extLst>
              </p14:cNvPr>
              <p14:cNvContentPartPr/>
              <p14:nvPr/>
            </p14:nvContentPartPr>
            <p14:xfrm>
              <a:off x="10788480" y="2411280"/>
              <a:ext cx="301680" cy="60300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89E3CBD3-EC32-F9F2-580E-0E3CCD3F9620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0772640" y="2347920"/>
                <a:ext cx="333000" cy="72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1F89DDDC-2DA6-E4AB-611B-0D009B822691}"/>
                  </a:ext>
                </a:extLst>
              </p14:cNvPr>
              <p14:cNvContentPartPr/>
              <p14:nvPr/>
            </p14:nvContentPartPr>
            <p14:xfrm>
              <a:off x="11084760" y="2297880"/>
              <a:ext cx="213480" cy="27144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1F89DDDC-2DA6-E4AB-611B-0D009B822691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11068920" y="2234520"/>
                <a:ext cx="244800" cy="39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4B26E90E-FA83-2D5A-E5B7-6AFC3A7D912F}"/>
                  </a:ext>
                </a:extLst>
              </p14:cNvPr>
              <p14:cNvContentPartPr/>
              <p14:nvPr/>
            </p14:nvContentPartPr>
            <p14:xfrm>
              <a:off x="11249280" y="2376000"/>
              <a:ext cx="48960" cy="29520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4B26E90E-FA83-2D5A-E5B7-6AFC3A7D912F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1233440" y="2312640"/>
                <a:ext cx="80280" cy="421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4045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8779"/>
    </mc:Choice>
    <mc:Fallback xmlns="">
      <p:transition spd="slow" advTm="138779"/>
    </mc:Fallback>
  </mc:AlternateContent>
  <p:extLst>
    <p:ext uri="{3A86A75C-4F4B-4683-9AE1-C65F6400EC91}">
      <p14:laserTraceLst xmlns:p14="http://schemas.microsoft.com/office/powerpoint/2010/main">
        <p14:tracePtLst>
          <p14:tracePt t="8095" x="4203700" y="6477000"/>
          <p14:tracePt t="12715" x="1674813" y="6723063"/>
          <p14:tracePt t="12722" x="1538288" y="6538913"/>
          <p14:tracePt t="12730" x="1506538" y="6491288"/>
          <p14:tracePt t="12738" x="1474788" y="6459538"/>
          <p14:tracePt t="12746" x="1458913" y="6403975"/>
          <p14:tracePt t="12764" x="1427163" y="6356350"/>
          <p14:tracePt t="12781" x="1411288" y="6307138"/>
          <p14:tracePt t="12790" x="1411288" y="6291263"/>
          <p14:tracePt t="12796" x="1395413" y="6275388"/>
          <p14:tracePt t="12814" x="1379538" y="6243638"/>
          <p14:tracePt t="12830" x="1363663" y="6211888"/>
          <p14:tracePt t="12847" x="1363663" y="6180138"/>
          <p14:tracePt t="12864" x="1363663" y="6140450"/>
          <p14:tracePt t="12880" x="1363663" y="6092825"/>
          <p14:tracePt t="12882" x="1363663" y="6061075"/>
          <p14:tracePt t="12897" x="1363663" y="6029325"/>
          <p14:tracePt t="12897" x="1347788" y="5980113"/>
          <p14:tracePt t="12906" x="1347788" y="5908675"/>
          <p14:tracePt t="12930" x="1316038" y="5749925"/>
          <p14:tracePt t="12948" x="1292225" y="5629275"/>
          <p14:tracePt t="12954" x="1276350" y="5565775"/>
          <p14:tracePt t="12962" x="1260475" y="5518150"/>
          <p14:tracePt t="12981" x="1244600" y="5383213"/>
          <p14:tracePt t="12994" x="1228725" y="5302250"/>
          <p14:tracePt t="12996" x="1195388" y="5238750"/>
          <p14:tracePt t="13014" x="1131888" y="5056188"/>
          <p14:tracePt t="13031" x="1060450" y="4856163"/>
          <p14:tracePt t="13034" x="1028700" y="4776788"/>
          <p14:tracePt t="13050" x="1012825" y="4705350"/>
          <p14:tracePt t="13063" x="965200" y="4576763"/>
          <p14:tracePt t="13082" x="933450" y="4489450"/>
          <p14:tracePt t="13083" x="917575" y="4457700"/>
          <p14:tracePt t="13097" x="901700" y="4394200"/>
          <p14:tracePt t="13106" x="885825" y="4394200"/>
          <p14:tracePt t="13130" x="868363" y="4314825"/>
          <p14:tracePt t="13142" x="868363" y="4298950"/>
          <p14:tracePt t="13187" x="868363" y="4194175"/>
          <p14:tracePt t="13204" x="868363" y="4178300"/>
          <p14:tracePt t="14075" x="868363" y="4162425"/>
          <p14:tracePt t="14090" x="885825" y="4146550"/>
          <p14:tracePt t="14129" x="885825" y="4130675"/>
          <p14:tracePt t="14138" x="901700" y="4130675"/>
          <p14:tracePt t="14682" x="917575" y="4130675"/>
          <p14:tracePt t="14690" x="917575" y="4114800"/>
          <p14:tracePt t="14706" x="917575" y="4098925"/>
          <p14:tracePt t="14779" x="933450" y="4098925"/>
          <p14:tracePt t="14940" x="933450" y="4083050"/>
          <p14:tracePt t="14947" x="933450" y="4067175"/>
          <p14:tracePt t="14966" x="949325" y="4011613"/>
          <p14:tracePt t="14970" x="965200" y="3995738"/>
          <p14:tracePt t="14988" x="965200" y="3979863"/>
          <p14:tracePt t="15011" x="965200" y="3963988"/>
          <p14:tracePt t="15023" x="981075" y="3963988"/>
          <p14:tracePt t="15028" x="981075" y="3948113"/>
          <p14:tracePt t="15079" x="981075" y="3930650"/>
          <p14:tracePt t="15162" x="996950" y="3930650"/>
          <p14:tracePt t="15170" x="1012825" y="3898900"/>
          <p14:tracePt t="15178" x="1012825" y="3883025"/>
          <p14:tracePt t="15186" x="1044575" y="3851275"/>
          <p14:tracePt t="15204" x="1100138" y="3787775"/>
          <p14:tracePt t="15212" x="1131888" y="3763963"/>
          <p14:tracePt t="15220" x="1179513" y="3732213"/>
          <p14:tracePt t="15226" x="1228725" y="3716338"/>
          <p14:tracePt t="15234" x="1276350" y="3684588"/>
          <p14:tracePt t="15254" x="1363663" y="3621088"/>
          <p14:tracePt t="15258" x="1379538" y="3605213"/>
          <p14:tracePt t="15272" x="1411288" y="3571875"/>
          <p14:tracePt t="15274" x="1443038" y="3532188"/>
          <p14:tracePt t="15282" x="1458913" y="3516313"/>
          <p14:tracePt t="15305" x="1522413" y="3452813"/>
          <p14:tracePt t="15306" x="1538288" y="3436938"/>
          <p14:tracePt t="15317" x="1562100" y="3405188"/>
          <p14:tracePt t="15322" x="1579563" y="3389313"/>
          <p14:tracePt t="15330" x="1611313" y="3357563"/>
          <p14:tracePt t="15340" x="1627188" y="3341688"/>
          <p14:tracePt t="15356" x="1674813" y="3309938"/>
          <p14:tracePt t="15406" x="1770063" y="3221038"/>
          <p14:tracePt t="15410" x="1793875" y="3189288"/>
          <p14:tracePt t="15420" x="1809750" y="3189288"/>
          <p14:tracePt t="15426" x="1825625" y="3173413"/>
          <p14:tracePt t="15458" x="1841500" y="3157538"/>
          <p14:tracePt t="15458" x="1857375" y="3157538"/>
          <p14:tracePt t="15474" x="1857375" y="3141663"/>
          <p14:tracePt t="15483" x="1857375" y="3125788"/>
          <p14:tracePt t="15492" x="1857375" y="3109913"/>
          <p14:tracePt t="15507" x="1857375" y="3094038"/>
          <p14:tracePt t="15529" x="1857375" y="3054350"/>
          <p14:tracePt t="15546" x="1857375" y="3038475"/>
          <p14:tracePt t="15554" x="1857375" y="3022600"/>
          <p14:tracePt t="15562" x="1857375" y="3006725"/>
          <p14:tracePt t="15578" x="1857375" y="2990850"/>
          <p14:tracePt t="15586" x="1857375" y="2974975"/>
          <p14:tracePt t="15604" x="1857375" y="2943225"/>
          <p14:tracePt t="15612" x="1857375" y="2927350"/>
          <p14:tracePt t="15621" x="1841500" y="2909888"/>
          <p14:tracePt t="15625" x="1841500" y="2894013"/>
          <p14:tracePt t="15634" x="1841500" y="2878138"/>
          <p14:tracePt t="15663" x="1841500" y="2846388"/>
          <p14:tracePt t="15949" x="1825625" y="2862263"/>
          <p14:tracePt t="15954" x="1793875" y="2894013"/>
          <p14:tracePt t="15965" x="1754188" y="2909888"/>
          <p14:tracePt t="16419" x="1754188" y="2894013"/>
          <p14:tracePt t="16428" x="1770063" y="2862263"/>
          <p14:tracePt t="16434" x="1770063" y="2846388"/>
          <p14:tracePt t="16442" x="1770063" y="2830513"/>
          <p14:tracePt t="16451" x="1770063" y="2790825"/>
          <p14:tracePt t="16458" x="1770063" y="2774950"/>
          <p14:tracePt t="16480" x="1770063" y="2759075"/>
          <p14:tracePt t="16498" x="1770063" y="2743200"/>
          <p14:tracePt t="16506" x="1770063" y="2711450"/>
          <p14:tracePt t="16514" x="1770063" y="2695575"/>
          <p14:tracePt t="16531" x="1770063" y="2679700"/>
          <p14:tracePt t="16538" x="1793875" y="2679700"/>
          <p14:tracePt t="16555" x="1793875" y="2663825"/>
          <p14:tracePt t="16571" x="1793875" y="2647950"/>
          <p14:tracePt t="17707" x="1793875" y="2663825"/>
          <p14:tracePt t="17715" x="1770063" y="2663825"/>
          <p14:tracePt t="17722" x="1770063" y="2679700"/>
          <p14:tracePt t="17754" x="1722438" y="2695575"/>
          <p14:tracePt t="17772" x="1706563" y="2695575"/>
          <p14:tracePt t="17778" x="1690688" y="2711450"/>
          <p14:tracePt t="17786" x="1674813" y="2711450"/>
          <p14:tracePt t="17802" x="1658938" y="2711450"/>
          <p14:tracePt t="17831" x="1643063" y="2727325"/>
          <p14:tracePt t="17835" x="1627188" y="2727325"/>
          <p14:tracePt t="17847" x="1595438" y="2727325"/>
          <p14:tracePt t="17850" x="1579563" y="2743200"/>
          <p14:tracePt t="17859" x="1538288" y="2743200"/>
          <p14:tracePt t="17870" x="1522413" y="2759075"/>
          <p14:tracePt t="17886" x="1490663" y="2774950"/>
          <p14:tracePt t="17904" x="1458913" y="2790825"/>
          <p14:tracePt t="17905" x="1443038" y="2790825"/>
          <p14:tracePt t="17919" x="1427163" y="2806700"/>
          <p14:tracePt t="17922" x="1411288" y="2806700"/>
          <p14:tracePt t="17930" x="1379538" y="2830513"/>
          <p14:tracePt t="17954" x="1347788" y="2846388"/>
          <p14:tracePt t="17979" x="1331913" y="2846388"/>
          <p14:tracePt t="18005" x="1316038" y="2846388"/>
          <p14:tracePt t="18021" x="1292225" y="2846388"/>
          <p14:tracePt t="18026" x="1276350" y="2846388"/>
          <p14:tracePt t="18162" x="1260475" y="2846388"/>
          <p14:tracePt t="18275" x="1260475" y="2830513"/>
          <p14:tracePt t="18283" x="1276350" y="2790825"/>
          <p14:tracePt t="18289" x="1276350" y="2774950"/>
          <p14:tracePt t="18299" x="1276350" y="2743200"/>
          <p14:tracePt t="18306" x="1276350" y="2727325"/>
          <p14:tracePt t="18330" x="1316038" y="2695575"/>
          <p14:tracePt t="18346" x="1331913" y="2679700"/>
          <p14:tracePt t="18354" x="1347788" y="2679700"/>
          <p14:tracePt t="18362" x="1363663" y="2663825"/>
          <p14:tracePt t="18379" x="1379538" y="2647950"/>
          <p14:tracePt t="18388" x="1395413" y="2647950"/>
          <p14:tracePt t="18404" x="1411288" y="2647950"/>
          <p14:tracePt t="18410" x="1443038" y="2647950"/>
          <p14:tracePt t="18426" x="1474788" y="2647950"/>
          <p14:tracePt t="18434" x="1490663" y="2647950"/>
          <p14:tracePt t="18442" x="1522413" y="2663825"/>
          <p14:tracePt t="18450" x="1562100" y="2663825"/>
          <p14:tracePt t="18458" x="1579563" y="2663825"/>
          <p14:tracePt t="18483" x="1627188" y="2663825"/>
          <p14:tracePt t="18492" x="1643063" y="2663825"/>
          <p14:tracePt t="18498" x="1658938" y="2663825"/>
          <p14:tracePt t="18506" x="1690688" y="2663825"/>
          <p14:tracePt t="18514" x="1706563" y="2679700"/>
          <p14:tracePt t="18526" x="1738313" y="2679700"/>
          <p14:tracePt t="18529" x="1770063" y="2679700"/>
          <p14:tracePt t="18554" x="1841500" y="2711450"/>
          <p14:tracePt t="18563" x="1857375" y="2711450"/>
          <p14:tracePt t="18579" x="1873250" y="2727325"/>
          <p14:tracePt t="18632" x="1889125" y="2743200"/>
          <p14:tracePt t="18634" x="1889125" y="2759075"/>
          <p14:tracePt t="18647" x="1922463" y="2774950"/>
          <p14:tracePt t="18650" x="1938338" y="2790825"/>
          <p14:tracePt t="18659" x="1970088" y="2830513"/>
          <p14:tracePt t="18667" x="1985963" y="2846388"/>
          <p14:tracePt t="18674" x="2001838" y="2878138"/>
          <p14:tracePt t="18682" x="2041525" y="2909888"/>
          <p14:tracePt t="18704" x="2057400" y="2959100"/>
          <p14:tracePt t="18706" x="2057400" y="2990850"/>
          <p14:tracePt t="18721" x="2073275" y="3006725"/>
          <p14:tracePt t="18722" x="2073275" y="3038475"/>
          <p14:tracePt t="18730" x="2073275" y="3054350"/>
          <p14:tracePt t="18737" x="2073275" y="3078163"/>
          <p14:tracePt t="18746" x="2057400" y="3109913"/>
          <p14:tracePt t="18779" x="2017713" y="3173413"/>
          <p14:tracePt t="18786" x="1985963" y="3205163"/>
          <p14:tracePt t="18795" x="1970088" y="3221038"/>
          <p14:tracePt t="18802" x="1954213" y="3252788"/>
          <p14:tracePt t="18810" x="1922463" y="3286125"/>
          <p14:tracePt t="18832" x="1889125" y="3309938"/>
          <p14:tracePt t="18835" x="1841500" y="3325813"/>
          <p14:tracePt t="18850" x="1706563" y="3373438"/>
          <p14:tracePt t="18858" x="1658938" y="3389313"/>
          <p14:tracePt t="18867" x="1627188" y="3405188"/>
          <p14:tracePt t="18882" x="1562100" y="3405188"/>
          <p14:tracePt t="18890" x="1538288" y="3405188"/>
          <p14:tracePt t="18900" x="1522413" y="3405188"/>
          <p14:tracePt t="19140" x="1506538" y="3405188"/>
          <p14:tracePt t="19162" x="1490663" y="3373438"/>
          <p14:tracePt t="19182" x="1458913" y="3309938"/>
          <p14:tracePt t="19187" x="1458913" y="3286125"/>
          <p14:tracePt t="19195" x="1443038" y="3286125"/>
          <p14:tracePt t="19204" x="1443038" y="3252788"/>
          <p14:tracePt t="19210" x="1427163" y="3236913"/>
          <p14:tracePt t="19230" x="1427163" y="3221038"/>
          <p14:tracePt t="19235" x="1427163" y="3205163"/>
          <p14:tracePt t="19246" x="1427163" y="3189288"/>
          <p14:tracePt t="19250" x="1427163" y="3157538"/>
          <p14:tracePt t="19258" x="1427163" y="3141663"/>
          <p14:tracePt t="19267" x="1427163" y="3125788"/>
          <p14:tracePt t="19275" x="1427163" y="3109913"/>
          <p14:tracePt t="19308" x="1427163" y="3078163"/>
          <p14:tracePt t="19320" x="1411288" y="3078163"/>
          <p14:tracePt t="19355" x="1411288" y="3038475"/>
          <p14:tracePt t="19371" x="1427163" y="3006725"/>
          <p14:tracePt t="19378" x="1427163" y="2990850"/>
          <p14:tracePt t="19386" x="1443038" y="2974975"/>
          <p14:tracePt t="19393" x="1443038" y="2959100"/>
          <p14:tracePt t="19402" x="1443038" y="2943225"/>
          <p14:tracePt t="19410" x="1458913" y="2927350"/>
          <p14:tracePt t="19433" x="1458913" y="2909888"/>
          <p14:tracePt t="19435" x="1474788" y="2894013"/>
          <p14:tracePt t="19450" x="1490663" y="2878138"/>
          <p14:tracePt t="19483" x="1506538" y="2862263"/>
          <p14:tracePt t="19492" x="1522413" y="2862263"/>
          <p14:tracePt t="19506" x="1538288" y="2862263"/>
          <p14:tracePt t="19515" x="1538288" y="2846388"/>
          <p14:tracePt t="19522" x="1562100" y="2846388"/>
          <p14:tracePt t="19555" x="1579563" y="2846388"/>
          <p14:tracePt t="19563" x="1595438" y="2846388"/>
          <p14:tracePt t="19571" x="1611313" y="2846388"/>
          <p14:tracePt t="19578" x="1643063" y="2846388"/>
          <p14:tracePt t="19592" x="1658938" y="2846388"/>
          <p14:tracePt t="19610" x="1722438" y="2846388"/>
          <p14:tracePt t="19619" x="1738313" y="2846388"/>
          <p14:tracePt t="19626" x="1754188" y="2830513"/>
          <p14:tracePt t="19638" x="1770063" y="2830513"/>
          <p14:tracePt t="19643" x="1793875" y="2830513"/>
          <p14:tracePt t="19658" x="1809750" y="2830513"/>
          <p14:tracePt t="19679" x="1825625" y="2806700"/>
          <p14:tracePt t="19696" x="1841500" y="2806700"/>
          <p14:tracePt t="19707" x="1857375" y="2806700"/>
          <p14:tracePt t="19747" x="1873250" y="2806700"/>
          <p14:tracePt t="19770" x="1889125" y="2806700"/>
          <p14:tracePt t="19804" x="1905000" y="2806700"/>
          <p14:tracePt t="19826" x="1922463" y="2806700"/>
          <p14:tracePt t="19954" x="1922463" y="2830513"/>
          <p14:tracePt t="19962" x="1938338" y="2846388"/>
          <p14:tracePt t="19970" x="1954213" y="2862263"/>
          <p14:tracePt t="19978" x="1954213" y="2878138"/>
          <p14:tracePt t="19987" x="1970088" y="2894013"/>
          <p14:tracePt t="19995" x="1970088" y="2927350"/>
          <p14:tracePt t="20012" x="1985963" y="2959100"/>
          <p14:tracePt t="20019" x="1985963" y="2990850"/>
          <p14:tracePt t="20028" x="2001838" y="3006725"/>
          <p14:tracePt t="20045" x="2001838" y="3022600"/>
          <p14:tracePt t="20050" x="2001838" y="3038475"/>
          <p14:tracePt t="20058" x="2001838" y="3054350"/>
          <p14:tracePt t="20081" x="1985963" y="3078163"/>
          <p14:tracePt t="20083" x="1970088" y="3094038"/>
          <p14:tracePt t="20096" x="1954213" y="3109913"/>
          <p14:tracePt t="20097" x="1922463" y="3125788"/>
          <p14:tracePt t="20106" x="1873250" y="3141663"/>
          <p14:tracePt t="20118" x="1825625" y="3157538"/>
          <p14:tracePt t="20135" x="1706563" y="3173413"/>
          <p14:tracePt t="20138" x="1658938" y="3173413"/>
          <p14:tracePt t="20150" x="1627188" y="3189288"/>
          <p14:tracePt t="20154" x="1595438" y="3189288"/>
          <p14:tracePt t="20188" x="1579563" y="3189288"/>
          <p14:tracePt t="20362" x="1579563" y="3173413"/>
          <p14:tracePt t="20370" x="1579563" y="3157538"/>
          <p14:tracePt t="20403" x="1579563" y="3125788"/>
          <p14:tracePt t="20410" x="1579563" y="3109913"/>
          <p14:tracePt t="20422" x="1579563" y="3094038"/>
          <p14:tracePt t="21388" x="1579563" y="3078163"/>
          <p14:tracePt t="21403" x="1579563" y="3054350"/>
          <p14:tracePt t="21434" x="1579563" y="3038475"/>
          <p14:tracePt t="21458" x="1579563" y="3022600"/>
          <p14:tracePt t="21882" x="1595438" y="3006725"/>
          <p14:tracePt t="21898" x="1611313" y="2990850"/>
          <p14:tracePt t="21930" x="1627188" y="2990850"/>
          <p14:tracePt t="22074" x="1643063" y="2990850"/>
          <p14:tracePt t="22090" x="1658938" y="2990850"/>
          <p14:tracePt t="22098" x="1674813" y="2990850"/>
          <p14:tracePt t="22129" x="1690688" y="2990850"/>
          <p14:tracePt t="22500" x="1690688" y="2974975"/>
          <p14:tracePt t="22514" x="1690688" y="2959100"/>
          <p14:tracePt t="22522" x="1690688" y="2943225"/>
          <p14:tracePt t="22530" x="1690688" y="2927350"/>
          <p14:tracePt t="22554" x="1690688" y="2894013"/>
          <p14:tracePt t="22554" x="1690688" y="2878138"/>
          <p14:tracePt t="22572" x="1690688" y="2862263"/>
          <p14:tracePt t="22579" x="1690688" y="2846388"/>
          <p14:tracePt t="22587" x="1706563" y="2830513"/>
          <p14:tracePt t="22608" x="1706563" y="2806700"/>
          <p14:tracePt t="22610" x="1706563" y="2790825"/>
          <p14:tracePt t="23003" x="1722438" y="2790825"/>
          <p14:tracePt t="23010" x="1754188" y="2790825"/>
          <p14:tracePt t="23018" x="1793875" y="2790825"/>
          <p14:tracePt t="23026" x="1841500" y="2790825"/>
          <p14:tracePt t="23034" x="1889125" y="2790825"/>
          <p14:tracePt t="23055" x="2001838" y="2790825"/>
          <p14:tracePt t="23058" x="2057400" y="2790825"/>
          <p14:tracePt t="23071" x="2105025" y="2790825"/>
          <p14:tracePt t="23074" x="2168525" y="2790825"/>
          <p14:tracePt t="23085" x="2216150" y="2790825"/>
          <p14:tracePt t="23107" x="2368550" y="2790825"/>
          <p14:tracePt t="23124" x="2463800" y="2790825"/>
          <p14:tracePt t="23139" x="2519363" y="2790825"/>
          <p14:tracePt t="23146" x="2582863" y="2790825"/>
          <p14:tracePt t="23154" x="2663825" y="2790825"/>
          <p14:tracePt t="23162" x="2751138" y="2790825"/>
          <p14:tracePt t="23172" x="2846388" y="2790825"/>
          <p14:tracePt t="23195" x="3094038" y="2790825"/>
          <p14:tracePt t="23207" x="3205163" y="2790825"/>
          <p14:tracePt t="23210" x="3524250" y="2774950"/>
          <p14:tracePt t="23223" x="3668713" y="2774950"/>
          <p14:tracePt t="23226" x="3756025" y="2774950"/>
          <p14:tracePt t="23234" x="3851275" y="2774950"/>
          <p14:tracePt t="23242" x="3914775" y="2774950"/>
          <p14:tracePt t="23250" x="3970338" y="2774950"/>
          <p14:tracePt t="23259" x="4002088" y="2774950"/>
          <p14:tracePt t="23279" x="4019550" y="2774950"/>
          <p14:tracePt t="24267" x="4035425" y="2774950"/>
          <p14:tracePt t="24288" x="4051300" y="2774950"/>
          <p14:tracePt t="24290" x="4067175" y="2759075"/>
          <p14:tracePt t="24298" x="4083050" y="2759075"/>
          <p14:tracePt t="24306" x="4098925" y="2759075"/>
          <p14:tracePt t="24314" x="4114800" y="2759075"/>
          <p14:tracePt t="24332" x="4130675" y="2759075"/>
          <p14:tracePt t="24348" x="4146550" y="2759075"/>
          <p14:tracePt t="25794" x="4162425" y="2759075"/>
          <p14:tracePt t="25802" x="4186238" y="2759075"/>
          <p14:tracePt t="25810" x="4217988" y="2759075"/>
          <p14:tracePt t="25818" x="4233863" y="2759075"/>
          <p14:tracePt t="25826" x="4249738" y="2759075"/>
          <p14:tracePt t="25835" x="4265613" y="2759075"/>
          <p14:tracePt t="25863" x="4313238" y="2759075"/>
          <p14:tracePt t="25898" x="4329113" y="2759075"/>
          <p14:tracePt t="25928" x="4362450" y="2759075"/>
          <p14:tracePt t="25930" x="4394200" y="2759075"/>
          <p14:tracePt t="25938" x="4410075" y="2759075"/>
          <p14:tracePt t="25946" x="4433888" y="2759075"/>
          <p14:tracePt t="25954" x="4449763" y="2759075"/>
          <p14:tracePt t="25965" x="4465638" y="2759075"/>
          <p14:tracePt t="25985" x="4513263" y="2759075"/>
          <p14:tracePt t="25986" x="4529138" y="2759075"/>
          <p14:tracePt t="26011" x="4545013" y="2759075"/>
          <p14:tracePt t="28050" x="4576763" y="2759075"/>
          <p14:tracePt t="28066" x="4592638" y="2759075"/>
          <p14:tracePt t="28110" x="4608513" y="2759075"/>
          <p14:tracePt t="29043" x="4624388" y="2759075"/>
          <p14:tracePt t="29197" x="4640263" y="2759075"/>
          <p14:tracePt t="29352" x="4664075" y="2759075"/>
          <p14:tracePt t="29357" x="4695825" y="2759075"/>
          <p14:tracePt t="29358" x="4729163" y="2759075"/>
          <p14:tracePt t="29358" x="4745038" y="2759075"/>
          <p14:tracePt t="29673" x="4872038" y="2790825"/>
          <p14:tracePt t="29673" x="4927600" y="2806700"/>
          <p14:tracePt t="29674" x="4975225" y="2806700"/>
          <p14:tracePt t="29682" x="5006975" y="2830513"/>
          <p14:tracePt t="29689" x="5056188" y="2830513"/>
          <p14:tracePt t="29699" x="5087938" y="2846388"/>
          <p14:tracePt t="29706" x="5119688" y="2846388"/>
          <p14:tracePt t="29728" x="5175250" y="2862263"/>
          <p14:tracePt t="29746" x="5222875" y="2862263"/>
          <p14:tracePt t="29762" x="5238750" y="2878138"/>
          <p14:tracePt t="29778" x="5270500" y="2878138"/>
          <p14:tracePt t="29795" x="5286375" y="2878138"/>
          <p14:tracePt t="29802" x="5334000" y="2894013"/>
          <p14:tracePt t="29810" x="5365750" y="2894013"/>
          <p14:tracePt t="29829" x="5454650" y="2909888"/>
          <p14:tracePt t="29834" x="5502275" y="2927350"/>
          <p14:tracePt t="29847" x="5534025" y="2927350"/>
          <p14:tracePt t="29850" x="5581650" y="2943225"/>
          <p14:tracePt t="29859" x="5621338" y="2959100"/>
          <p14:tracePt t="29880" x="5732463" y="2974975"/>
          <p14:tracePt t="29882" x="5797550" y="2990850"/>
          <p14:tracePt t="29893" x="5932488" y="3038475"/>
          <p14:tracePt t="29898" x="6011863" y="3078163"/>
          <p14:tracePt t="29906" x="6059488" y="3109913"/>
          <p14:tracePt t="29931" x="6227763" y="3157538"/>
          <p14:tracePt t="29945" x="6291263" y="3173413"/>
          <p14:tracePt t="29946" x="6346825" y="3189288"/>
          <p14:tracePt t="29963" x="6442075" y="3270250"/>
          <p14:tracePt t="29979" x="6491288" y="3270250"/>
          <p14:tracePt t="29987" x="6594475" y="3341688"/>
          <p14:tracePt t="29996" x="6642100" y="3373438"/>
          <p14:tracePt t="30013" x="6737350" y="3421063"/>
          <p14:tracePt t="30030" x="6842125" y="3468688"/>
          <p14:tracePt t="30034" x="6889750" y="3500438"/>
          <p14:tracePt t="30047" x="6953250" y="3516313"/>
          <p14:tracePt t="30050" x="7000875" y="3532188"/>
          <p14:tracePt t="30063" x="7056438" y="3556000"/>
          <p14:tracePt t="30081" x="7119938" y="3587750"/>
          <p14:tracePt t="30082" x="7153275" y="3605213"/>
          <p14:tracePt t="30096" x="7169150" y="3605213"/>
          <p14:tracePt t="30098" x="7169150" y="3621088"/>
          <p14:tracePt t="30131" x="7185025" y="3621088"/>
          <p14:tracePt t="36156" x="7169150" y="3621088"/>
          <p14:tracePt t="36176" x="7135813" y="3621088"/>
          <p14:tracePt t="36178" x="7104063" y="3621088"/>
          <p14:tracePt t="36186" x="7032625" y="3621088"/>
          <p14:tracePt t="36194" x="7000875" y="3621088"/>
          <p14:tracePt t="36204" x="6937375" y="3621088"/>
          <p14:tracePt t="36210" x="6889750" y="3621088"/>
          <p14:tracePt t="36219" x="6826250" y="3621088"/>
          <p14:tracePt t="36239" x="6689725" y="3636963"/>
          <p14:tracePt t="36253" x="6610350" y="3636963"/>
          <p14:tracePt t="36258" x="6554788" y="3636963"/>
          <p14:tracePt t="36269" x="6523038" y="3652838"/>
          <p14:tracePt t="36274" x="6475413" y="3668713"/>
          <p14:tracePt t="36282" x="6410325" y="3668713"/>
          <p14:tracePt t="36306" x="6243638" y="3700463"/>
          <p14:tracePt t="36322" x="6132513" y="3716338"/>
          <p14:tracePt t="36330" x="6059488" y="3748088"/>
          <p14:tracePt t="36354" x="5916613" y="3763963"/>
          <p14:tracePt t="36363" x="5868988" y="3787775"/>
          <p14:tracePt t="36371" x="5829300" y="3787775"/>
          <p14:tracePt t="36378" x="5797550" y="3803650"/>
          <p14:tracePt t="36388" x="5781675" y="3819525"/>
          <p14:tracePt t="36396" x="5765800" y="3819525"/>
          <p14:tracePt t="36402" x="5749925" y="3819525"/>
          <p14:tracePt t="37114" x="5749925" y="3803650"/>
          <p14:tracePt t="37122" x="5749925" y="3787775"/>
          <p14:tracePt t="37130" x="5749925" y="3763963"/>
          <p14:tracePt t="37596" x="5749925" y="3748088"/>
          <p14:tracePt t="37602" x="5732463" y="3748088"/>
          <p14:tracePt t="37618" x="5716588" y="3748088"/>
          <p14:tracePt t="37659" x="5668963" y="3716338"/>
          <p14:tracePt t="37908" x="5653088" y="3716338"/>
          <p14:tracePt t="48370" x="5668963" y="3716338"/>
          <p14:tracePt t="48388" x="5684838" y="3716338"/>
          <p14:tracePt t="48394" x="5700713" y="3716338"/>
          <p14:tracePt t="48403" x="5716588" y="3716338"/>
          <p14:tracePt t="48430" x="5732463" y="3716338"/>
          <p14:tracePt t="48448" x="5749925" y="3716338"/>
          <p14:tracePt t="48458" x="5781675" y="3716338"/>
          <p14:tracePt t="48467" x="5797550" y="3716338"/>
          <p14:tracePt t="48474" x="5829300" y="3716338"/>
          <p14:tracePt t="48482" x="5884863" y="3716338"/>
          <p14:tracePt t="48504" x="5995988" y="3716338"/>
          <p14:tracePt t="48506" x="6059488" y="3716338"/>
          <p14:tracePt t="48514" x="6132513" y="3716338"/>
          <p14:tracePt t="48523" x="6196013" y="3700463"/>
          <p14:tracePt t="48540" x="6323013" y="3700463"/>
          <p14:tracePt t="48557" x="6459538" y="3700463"/>
          <p14:tracePt t="48563" x="6491288" y="3700463"/>
          <p14:tracePt t="48573" x="6538913" y="3700463"/>
          <p14:tracePt t="48581" x="6578600" y="3684588"/>
          <p14:tracePt t="48589" x="6594475" y="3684588"/>
          <p14:tracePt t="48645" x="6594475" y="3668713"/>
          <p14:tracePt t="48650" x="6610350" y="3652838"/>
          <p14:tracePt t="48658" x="6610350" y="3636963"/>
          <p14:tracePt t="48674" x="6626225" y="3605213"/>
          <p14:tracePt t="48684" x="6657975" y="3571875"/>
          <p14:tracePt t="48704" x="6689725" y="3532188"/>
          <p14:tracePt t="48706" x="6689725" y="3516313"/>
          <p14:tracePt t="48720" x="6705600" y="3500438"/>
          <p14:tracePt t="48825" x="6721475" y="3468688"/>
          <p14:tracePt t="48842" x="6737350" y="3452813"/>
          <p14:tracePt t="48858" x="6737350" y="3436938"/>
          <p14:tracePt t="48878" x="6753225" y="3421063"/>
          <p14:tracePt t="48894" x="6769100" y="3405188"/>
          <p14:tracePt t="48906" x="6769100" y="3389313"/>
          <p14:tracePt t="48922" x="6784975" y="3373438"/>
          <p14:tracePt t="48939" x="6784975" y="3357563"/>
          <p14:tracePt t="48972" x="6802438" y="3341688"/>
          <p14:tracePt t="48978" x="6802438" y="3325813"/>
          <p14:tracePt t="49066" x="6826250" y="3325813"/>
          <p14:tracePt t="56571" x="6826250" y="3341688"/>
          <p14:tracePt t="56581" x="6842125" y="3341688"/>
          <p14:tracePt t="56618" x="6858000" y="3341688"/>
          <p14:tracePt t="56653" x="6858000" y="3357563"/>
          <p14:tracePt t="56674" x="6873875" y="3357563"/>
          <p14:tracePt t="56703" x="6873875" y="3373438"/>
          <p14:tracePt t="56706" x="6889750" y="3389313"/>
          <p14:tracePt t="56719" x="6905625" y="3389313"/>
          <p14:tracePt t="56721" x="6921500" y="3405188"/>
          <p14:tracePt t="56730" x="6937375" y="3405188"/>
          <p14:tracePt t="56754" x="6985000" y="3436938"/>
          <p14:tracePt t="56770" x="7032625" y="3452813"/>
          <p14:tracePt t="56778" x="7072313" y="3468688"/>
          <p14:tracePt t="56787" x="7104063" y="3468688"/>
          <p14:tracePt t="56804" x="7153275" y="3484563"/>
          <p14:tracePt t="56810" x="7169150" y="3484563"/>
          <p14:tracePt t="56821" x="7185025" y="3484563"/>
          <p14:tracePt t="56826" x="7216775" y="3484563"/>
          <p14:tracePt t="56859" x="7232650" y="3500438"/>
          <p14:tracePt t="59114" x="7232650" y="3516313"/>
          <p14:tracePt t="59121" x="7232650" y="3532188"/>
          <p14:tracePt t="59130" x="7232650" y="3556000"/>
          <p14:tracePt t="59143" x="7232650" y="3587750"/>
          <p14:tracePt t="59146" x="7216775" y="3605213"/>
          <p14:tracePt t="59153" x="7216775" y="3636963"/>
          <p14:tracePt t="59178" x="7216775" y="3748088"/>
          <p14:tracePt t="59186" x="7216775" y="3803650"/>
          <p14:tracePt t="59194" x="7216775" y="3851275"/>
          <p14:tracePt t="59202" x="7232650" y="3898900"/>
          <p14:tracePt t="59210" x="7232650" y="3948113"/>
          <p14:tracePt t="59230" x="7248525" y="4067175"/>
          <p14:tracePt t="59234" x="7264400" y="4130675"/>
          <p14:tracePt t="59245" x="7264400" y="4194175"/>
          <p14:tracePt t="59250" x="7280275" y="4281488"/>
          <p14:tracePt t="59258" x="7304088" y="4330700"/>
          <p14:tracePt t="59280" x="7319963" y="4457700"/>
          <p14:tracePt t="59282" x="7335838" y="4529138"/>
          <p14:tracePt t="59296" x="7335838" y="4592638"/>
          <p14:tracePt t="59298" x="7367588" y="4641850"/>
          <p14:tracePt t="59306" x="7367588" y="4689475"/>
          <p14:tracePt t="59313" x="7367588" y="4745038"/>
          <p14:tracePt t="59322" x="7367588" y="4776788"/>
          <p14:tracePt t="59329" x="7383463" y="4808538"/>
          <p14:tracePt t="59354" x="7351713" y="4887913"/>
          <p14:tracePt t="59370" x="7319963" y="4967288"/>
          <p14:tracePt t="59378" x="7304088" y="4992688"/>
          <p14:tracePt t="59385" x="7280275" y="5008563"/>
          <p14:tracePt t="59404" x="7232650" y="5024438"/>
          <p14:tracePt t="59411" x="7216775" y="5040313"/>
          <p14:tracePt t="59421" x="7169150" y="5056188"/>
          <p14:tracePt t="59439" x="7104063" y="5087938"/>
          <p14:tracePt t="59444" x="7072313" y="5087938"/>
          <p14:tracePt t="59454" x="7032625" y="5087938"/>
          <p14:tracePt t="59458" x="7000875" y="5087938"/>
          <p14:tracePt t="59471" x="6969125" y="5103813"/>
          <p14:tracePt t="59474" x="6937375" y="5119688"/>
          <p14:tracePt t="59482" x="6921500" y="5119688"/>
          <p14:tracePt t="59504" x="6889750" y="5119688"/>
          <p14:tracePt t="59506" x="6858000" y="5119688"/>
          <p14:tracePt t="59521" x="6842125" y="5119688"/>
          <p14:tracePt t="59522" x="6802438" y="5119688"/>
          <p14:tracePt t="59529" x="6721475" y="5119688"/>
          <p14:tracePt t="59538" x="6673850" y="5119688"/>
          <p14:tracePt t="59557" x="6554788" y="5119688"/>
          <p14:tracePt t="59573" x="6426200" y="5119688"/>
          <p14:tracePt t="59577" x="6362700" y="5119688"/>
          <p14:tracePt t="59588" x="6275388" y="5119688"/>
          <p14:tracePt t="59609" x="6148388" y="5119688"/>
          <p14:tracePt t="59610" x="6100763" y="5119688"/>
          <p14:tracePt t="59624" x="6027738" y="5119688"/>
          <p14:tracePt t="59625" x="5995988" y="5119688"/>
          <p14:tracePt t="59634" x="5964238" y="5119688"/>
          <p14:tracePt t="59641" x="5916613" y="5119688"/>
          <p14:tracePt t="59652" x="5845175" y="5119688"/>
          <p14:tracePt t="59658" x="5813425" y="5119688"/>
          <p14:tracePt t="59681" x="5700713" y="5119688"/>
          <p14:tracePt t="59683" x="5668963" y="5119688"/>
          <p14:tracePt t="59696" x="5621338" y="5119688"/>
          <p14:tracePt t="59698" x="5581650" y="5119688"/>
          <p14:tracePt t="59706" x="5565775" y="5119688"/>
          <p14:tracePt t="59713" x="5534025" y="5119688"/>
          <p14:tracePt t="59722" x="5502275" y="5119688"/>
          <p14:tracePt t="59730" x="5454650" y="5135563"/>
          <p14:tracePt t="59756" x="5334000" y="5135563"/>
          <p14:tracePt t="59763" x="5302250" y="5135563"/>
          <p14:tracePt t="59770" x="5270500" y="5135563"/>
          <p14:tracePt t="59778" x="5222875" y="5151438"/>
          <p14:tracePt t="59791" x="5191125" y="5151438"/>
          <p14:tracePt t="59809" x="5087938" y="5151438"/>
          <p14:tracePt t="59825" x="5022850" y="5151438"/>
          <p14:tracePt t="59836" x="5006975" y="5151438"/>
          <p14:tracePt t="59846" x="4975225" y="5151438"/>
          <p14:tracePt t="59849" x="4959350" y="5151438"/>
          <p14:tracePt t="59858" x="4927600" y="5151438"/>
          <p14:tracePt t="59879" x="4872038" y="5151438"/>
          <p14:tracePt t="59882" x="4840288" y="5151438"/>
          <p14:tracePt t="59895" x="4808538" y="5151438"/>
          <p14:tracePt t="59897" x="4776788" y="5151438"/>
          <p14:tracePt t="59906" x="4745038" y="5151438"/>
          <p14:tracePt t="59914" x="4713288" y="5135563"/>
          <p14:tracePt t="59923" x="4679950" y="5135563"/>
          <p14:tracePt t="59930" x="4640263" y="5135563"/>
          <p14:tracePt t="59953" x="4560888" y="5135563"/>
          <p14:tracePt t="59970" x="4513263" y="5135563"/>
          <p14:tracePt t="59978" x="4497388" y="5135563"/>
          <p14:tracePt t="59985" x="4481513" y="5135563"/>
          <p14:tracePt t="60003" x="4433888" y="5135563"/>
          <p14:tracePt t="60011" x="4410075" y="5135563"/>
          <p14:tracePt t="60021" x="4394200" y="5135563"/>
          <p14:tracePt t="60042" x="4362450" y="5135563"/>
          <p14:tracePt t="60042" x="4344988" y="5135563"/>
          <p14:tracePt t="60055" x="4313238" y="5135563"/>
          <p14:tracePt t="60059" x="4297363" y="5135563"/>
          <p14:tracePt t="60071" x="4281488" y="5135563"/>
          <p14:tracePt t="60074" x="4233863" y="5135563"/>
          <p14:tracePt t="60090" x="4202113" y="5135563"/>
          <p14:tracePt t="60130" x="4186238" y="5135563"/>
          <p14:tracePt t="60144" x="3970338" y="5135563"/>
          <p14:tracePt t="60145" x="3914775" y="5135563"/>
          <p14:tracePt t="60153" x="3867150" y="5135563"/>
          <p14:tracePt t="60166" x="3835400" y="5135563"/>
          <p14:tracePt t="60187" x="3803650" y="5135563"/>
          <p14:tracePt t="60191" x="3787775" y="5135563"/>
          <p14:tracePt t="60203" x="3756025" y="5135563"/>
          <p14:tracePt t="60418" x="3771900" y="5135563"/>
          <p14:tracePt t="60425" x="3787775" y="5135563"/>
          <p14:tracePt t="60434" x="3803650" y="5135563"/>
          <p14:tracePt t="60442" x="3835400" y="5119688"/>
          <p14:tracePt t="60450" x="3883025" y="5119688"/>
          <p14:tracePt t="60459" x="3954463" y="5103813"/>
          <p14:tracePt t="60479" x="4067175" y="5087938"/>
          <p14:tracePt t="60482" x="4114800" y="5087938"/>
          <p14:tracePt t="60496" x="4202113" y="5087938"/>
          <p14:tracePt t="60497" x="4265613" y="5087938"/>
          <p14:tracePt t="60507" x="4344988" y="5072063"/>
          <p14:tracePt t="60514" x="4449763" y="5072063"/>
          <p14:tracePt t="60522" x="4529138" y="5072063"/>
          <p14:tracePt t="60530" x="4624388" y="5072063"/>
          <p14:tracePt t="60538" x="4729163" y="5072063"/>
          <p14:tracePt t="60556" x="4943475" y="5056188"/>
          <p14:tracePt t="60562" x="5038725" y="5040313"/>
          <p14:tracePt t="60577" x="5143500" y="5040313"/>
          <p14:tracePt t="60577" x="5254625" y="5040313"/>
          <p14:tracePt t="60589" x="5349875" y="5040313"/>
          <p14:tracePt t="60594" x="5454650" y="5040313"/>
          <p14:tracePt t="60602" x="5549900" y="5040313"/>
          <p14:tracePt t="60617" x="5637213" y="5040313"/>
          <p14:tracePt t="60619" x="5716588" y="5040313"/>
          <p14:tracePt t="60637" x="5845175" y="5040313"/>
          <p14:tracePt t="60654" x="5932488" y="5024438"/>
          <p14:tracePt t="60658" x="5948363" y="5024438"/>
          <p14:tracePt t="61197" x="5995988" y="5024438"/>
          <p14:tracePt t="61201" x="6011863" y="5024438"/>
          <p14:tracePt t="61210" x="6043613" y="5024438"/>
          <p14:tracePt t="61218" x="6059488" y="5024438"/>
          <p14:tracePt t="61226" x="6100763" y="5024438"/>
          <p14:tracePt t="61234" x="6116638" y="5024438"/>
          <p14:tracePt t="61253" x="6132513" y="5024438"/>
          <p14:tracePt t="61259" x="6148388" y="5024438"/>
          <p14:tracePt t="61301" x="6164263" y="5024438"/>
          <p14:tracePt t="61306" x="6164263" y="5040313"/>
          <p14:tracePt t="61330" x="6180138" y="5040313"/>
          <p14:tracePt t="61343" x="6196013" y="5040313"/>
          <p14:tracePt t="61345" x="6211888" y="5040313"/>
          <p14:tracePt t="61354" x="6227763" y="5040313"/>
          <p14:tracePt t="61378" x="6291263" y="5024438"/>
          <p14:tracePt t="61394" x="6346825" y="5024438"/>
          <p14:tracePt t="61402" x="6362700" y="5024438"/>
          <p14:tracePt t="61410" x="6378575" y="5024438"/>
          <p14:tracePt t="61427" x="6410325" y="5024438"/>
          <p14:tracePt t="65242" x="6426200" y="5024438"/>
          <p14:tracePt t="65250" x="6442075" y="5008563"/>
          <p14:tracePt t="65258" x="6491288" y="4992688"/>
          <p14:tracePt t="65266" x="6538913" y="4967288"/>
          <p14:tracePt t="65274" x="6554788" y="4951413"/>
          <p14:tracePt t="65287" x="6594475" y="4951413"/>
          <p14:tracePt t="65304" x="6642100" y="4887913"/>
          <p14:tracePt t="65305" x="6657975" y="4856163"/>
          <p14:tracePt t="65320" x="6673850" y="4824413"/>
          <p14:tracePt t="65321" x="6689725" y="4808538"/>
          <p14:tracePt t="65329" x="6705600" y="4760913"/>
          <p14:tracePt t="65337" x="6721475" y="4721225"/>
          <p14:tracePt t="65346" x="6737350" y="4689475"/>
          <p14:tracePt t="65353" x="6753225" y="4657725"/>
          <p14:tracePt t="65361" x="6784975" y="4624388"/>
          <p14:tracePt t="65379" x="6858000" y="4545013"/>
          <p14:tracePt t="65388" x="6889750" y="4489450"/>
          <p14:tracePt t="65395" x="6937375" y="4425950"/>
          <p14:tracePt t="65402" x="6985000" y="4362450"/>
          <p14:tracePt t="65414" x="7056438" y="4298950"/>
          <p14:tracePt t="65429" x="7153275" y="4178300"/>
          <p14:tracePt t="65433" x="7216775" y="4130675"/>
          <p14:tracePt t="65446" x="7280275" y="4067175"/>
          <p14:tracePt t="65449" x="7351713" y="4035425"/>
          <p14:tracePt t="65458" x="7399338" y="3979863"/>
          <p14:tracePt t="65468" x="7478713" y="3930650"/>
          <p14:tracePt t="65489" x="7567613" y="3883025"/>
          <p14:tracePt t="65504" x="7631113" y="3867150"/>
          <p14:tracePt t="65519" x="7646988" y="3851275"/>
          <p14:tracePt t="65536" x="7662863" y="3851275"/>
          <p14:tracePt t="66155" x="7694613" y="3835400"/>
          <p14:tracePt t="66162" x="7710488" y="3835400"/>
          <p14:tracePt t="66185" x="7742238" y="3819525"/>
          <p14:tracePt t="66202" x="7781925" y="3787775"/>
          <p14:tracePt t="66218" x="7797800" y="3787775"/>
          <p14:tracePt t="74987" x="7797800" y="3763963"/>
          <p14:tracePt t="74995" x="7797800" y="3732213"/>
          <p14:tracePt t="75014" x="7797800" y="3716338"/>
          <p14:tracePt t="75017" x="7797800" y="3700463"/>
          <p14:tracePt t="75026" x="7797800" y="3684588"/>
          <p14:tracePt t="75282" x="7813675" y="3668713"/>
          <p14:tracePt t="75298" x="7829550" y="3668713"/>
          <p14:tracePt t="75307" x="7847013" y="3668713"/>
          <p14:tracePt t="75329" x="7894638" y="3668713"/>
          <p14:tracePt t="75410" x="7910513" y="3668713"/>
          <p14:tracePt t="75417" x="7942263" y="3668713"/>
          <p14:tracePt t="75426" x="7974013" y="3668713"/>
          <p14:tracePt t="75433" x="8013700" y="3668713"/>
          <p14:tracePt t="75451" x="8124825" y="3668713"/>
          <p14:tracePt t="75458" x="8172450" y="3668713"/>
          <p14:tracePt t="75466" x="8221663" y="3668713"/>
          <p14:tracePt t="75473" x="8277225" y="3668713"/>
          <p14:tracePt t="75482" x="8308975" y="3668713"/>
          <p14:tracePt t="75503" x="8388350" y="3668713"/>
          <p14:tracePt t="75506" x="8420100" y="3684588"/>
          <p14:tracePt t="75514" x="8451850" y="3684588"/>
          <p14:tracePt t="75525" x="8467725" y="3684588"/>
          <p14:tracePt t="75553" x="8491538" y="3684588"/>
          <p14:tracePt t="75563" x="8507413" y="3684588"/>
          <p14:tracePt t="75570" x="8523288" y="3684588"/>
          <p14:tracePt t="75577" x="8556625" y="3684588"/>
          <p14:tracePt t="75585" x="8572500" y="3684588"/>
          <p14:tracePt t="75594" x="8620125" y="3684588"/>
          <p14:tracePt t="75602" x="8651875" y="3684588"/>
          <p14:tracePt t="75615" x="8683625" y="3684588"/>
          <p14:tracePt t="75634" x="8818563" y="3700463"/>
          <p14:tracePt t="75650" x="8883650" y="3716338"/>
          <p14:tracePt t="75658" x="8899525" y="3716338"/>
          <p14:tracePt t="75667" x="8915400" y="3716338"/>
          <p14:tracePt t="75673" x="8931275" y="3716338"/>
          <p14:tracePt t="75778" x="8947150" y="3732213"/>
          <p14:tracePt t="75785" x="8986838" y="3732213"/>
          <p14:tracePt t="75794" x="9034463" y="3748088"/>
          <p14:tracePt t="75802" x="9066213" y="3748088"/>
          <p14:tracePt t="75809" x="9113838" y="3763963"/>
          <p14:tracePt t="75827" x="9217025" y="3787775"/>
          <p14:tracePt t="75835" x="9282113" y="3787775"/>
          <p14:tracePt t="75841" x="9329738" y="3787775"/>
          <p14:tracePt t="75850" x="9377363" y="3803650"/>
          <p14:tracePt t="75858" x="9448800" y="3803650"/>
          <p14:tracePt t="75882" x="9593263" y="3787775"/>
          <p14:tracePt t="75898" x="9672638" y="3763963"/>
          <p14:tracePt t="75907" x="9712325" y="3748088"/>
          <p14:tracePt t="75915" x="9744075" y="3732213"/>
          <p14:tracePt t="75922" x="9791700" y="3732213"/>
          <p14:tracePt t="75930" x="9823450" y="3732213"/>
          <p14:tracePt t="75955" x="9871075" y="3716338"/>
          <p14:tracePt t="75957" x="9886950" y="3716338"/>
          <p14:tracePt t="75971" x="9886950" y="3700463"/>
          <p14:tracePt t="76004" x="9902825" y="3700463"/>
          <p14:tracePt t="76322" x="9926638" y="3700463"/>
          <p14:tracePt t="76353" x="9944100" y="3700463"/>
          <p14:tracePt t="76538" x="9959975" y="3700463"/>
          <p14:tracePt t="76562" x="10007600" y="3716338"/>
          <p14:tracePt t="76578" x="10023475" y="3716338"/>
          <p14:tracePt t="78891" x="10023475" y="3732213"/>
          <p14:tracePt t="78986" x="10023475" y="3716338"/>
          <p14:tracePt t="83355" x="10023475" y="3732213"/>
          <p14:tracePt t="83363" x="10023475" y="3748088"/>
          <p14:tracePt t="83370" x="10023475" y="3763963"/>
          <p14:tracePt t="83378" x="10023475" y="3787775"/>
          <p14:tracePt t="83386" x="10007600" y="3819525"/>
          <p14:tracePt t="83404" x="10007600" y="3867150"/>
          <p14:tracePt t="83411" x="10007600" y="3883025"/>
          <p14:tracePt t="83418" x="10007600" y="3914775"/>
          <p14:tracePt t="83425" x="10007600" y="3930650"/>
          <p14:tracePt t="83435" x="10007600" y="3963988"/>
          <p14:tracePt t="83441" x="10023475" y="3979863"/>
          <p14:tracePt t="83450" x="10023475" y="3995738"/>
          <p14:tracePt t="83458" x="10023475" y="4011613"/>
          <p14:tracePt t="83478" x="10023475" y="4035425"/>
          <p14:tracePt t="83483" x="10023475" y="4051300"/>
          <p14:tracePt t="83495" x="10023475" y="4067175"/>
          <p14:tracePt t="83507" x="10023475" y="4083050"/>
          <p14:tracePt t="83531" x="10007600" y="4114800"/>
          <p14:tracePt t="83548" x="10007600" y="4130675"/>
          <p14:tracePt t="86499" x="9991725" y="4130675"/>
          <p14:tracePt t="86505" x="9959975" y="4130675"/>
          <p14:tracePt t="86515" x="9902825" y="4146550"/>
          <p14:tracePt t="86522" x="9839325" y="4146550"/>
          <p14:tracePt t="86529" x="9791700" y="4146550"/>
          <p14:tracePt t="86554" x="9656763" y="4146550"/>
          <p14:tracePt t="86571" x="9625013" y="4146550"/>
          <p14:tracePt t="86947" x="9625013" y="4162425"/>
          <p14:tracePt t="86953" x="9640888" y="4162425"/>
          <p14:tracePt t="86961" x="9656763" y="4178300"/>
          <p14:tracePt t="86969" x="9672638" y="4194175"/>
          <p14:tracePt t="86980" x="9696450" y="4225925"/>
          <p14:tracePt t="87004" x="9712325" y="4346575"/>
          <p14:tracePt t="87010" x="9712325" y="4425950"/>
          <p14:tracePt t="87020" x="9712325" y="4489450"/>
          <p14:tracePt t="87026" x="9712325" y="4592638"/>
          <p14:tracePt t="87034" x="9672638" y="4673600"/>
          <p14:tracePt t="87055" x="9559925" y="4856163"/>
          <p14:tracePt t="87058" x="9464675" y="4951413"/>
          <p14:tracePt t="87070" x="9361488" y="5087938"/>
          <p14:tracePt t="87073" x="9250363" y="5183188"/>
          <p14:tracePt t="87083" x="9129713" y="5286375"/>
          <p14:tracePt t="87115" x="8915400" y="5486400"/>
          <p14:tracePt t="87121" x="8636000" y="5662613"/>
          <p14:tracePt t="87137" x="8124825" y="5892800"/>
          <p14:tracePt t="87155" x="7758113" y="6013450"/>
          <p14:tracePt t="87162" x="7583488" y="6045200"/>
          <p14:tracePt t="87173" x="7399338" y="6076950"/>
          <p14:tracePt t="87189" x="7032625" y="6140450"/>
          <p14:tracePt t="87205" x="6673850" y="6156325"/>
          <p14:tracePt t="87240" x="5995988" y="6156325"/>
          <p14:tracePt t="87255" x="5653088" y="6156325"/>
          <p14:tracePt t="87272" x="5286375" y="6156325"/>
          <p14:tracePt t="87289" x="4911725" y="6156325"/>
          <p14:tracePt t="87321" x="3771900" y="6108700"/>
          <p14:tracePt t="87339" x="2925763" y="6029325"/>
          <p14:tracePt t="87355" x="2384425" y="5995988"/>
          <p14:tracePt t="87372" x="1922463" y="5948363"/>
          <p14:tracePt t="87390" x="1579563" y="5892800"/>
          <p14:tracePt t="87405" x="1427163" y="5876925"/>
          <p14:tracePt t="87437" x="1163638" y="5813425"/>
          <p14:tracePt t="87455" x="1131888" y="5749925"/>
          <p14:tracePt t="87457" x="1116013" y="5718175"/>
          <p14:tracePt t="87471" x="1100138" y="5678488"/>
          <p14:tracePt t="87473" x="1084263" y="5645150"/>
          <p14:tracePt t="87482" x="1084263" y="5597525"/>
          <p14:tracePt t="87506" x="1060450" y="5414963"/>
          <p14:tracePt t="87523" x="1060450" y="5183188"/>
          <p14:tracePt t="87540" x="1116013" y="4776788"/>
          <p14:tracePt t="87555" x="1163638" y="4489450"/>
          <p14:tracePt t="87563" x="1211263" y="4362450"/>
          <p14:tracePt t="87572" x="1244600" y="4241800"/>
          <p14:tracePt t="87590" x="1379538" y="3963988"/>
          <p14:tracePt t="87608" x="1522413" y="3700463"/>
          <p14:tracePt t="87610" x="1595438" y="3571875"/>
          <p14:tracePt t="87622" x="1658938" y="3436938"/>
          <p14:tracePt t="87640" x="1793875" y="3205163"/>
          <p14:tracePt t="87656" x="1857375" y="3109913"/>
          <p14:tracePt t="87658" x="1905000" y="3054350"/>
          <p14:tracePt t="87672" x="1938338" y="3006725"/>
          <p14:tracePt t="87673" x="1970088" y="2959100"/>
          <p14:tracePt t="87682" x="2001838" y="2927350"/>
          <p14:tracePt t="87707" x="2057400" y="2894013"/>
          <p14:tracePt t="87723" x="2089150" y="2878138"/>
          <p14:tracePt t="87746" x="2105025" y="2878138"/>
          <p14:tracePt t="91025" x="2136775" y="2878138"/>
          <p14:tracePt t="91033" x="2168525" y="2878138"/>
          <p14:tracePt t="91041" x="2200275" y="2878138"/>
          <p14:tracePt t="91050" x="2216150" y="2878138"/>
          <p14:tracePt t="91057" x="2247900" y="2878138"/>
          <p14:tracePt t="91081" x="2320925" y="2878138"/>
          <p14:tracePt t="91083" x="2352675" y="2878138"/>
          <p14:tracePt t="91097" x="2432050" y="2878138"/>
          <p14:tracePt t="91107" x="2479675" y="2878138"/>
          <p14:tracePt t="91115" x="2535238" y="2878138"/>
          <p14:tracePt t="91133" x="2647950" y="2894013"/>
          <p14:tracePt t="91149" x="2814638" y="2894013"/>
          <p14:tracePt t="91154" x="2909888" y="2894013"/>
          <p14:tracePt t="91165" x="2998788" y="2894013"/>
          <p14:tracePt t="91170" x="3109913" y="2894013"/>
          <p14:tracePt t="91179" x="3189288" y="2894013"/>
          <p14:tracePt t="91186" x="3292475" y="2894013"/>
          <p14:tracePt t="91204" x="3436938" y="2894013"/>
          <p14:tracePt t="91213" x="3508375" y="2894013"/>
          <p14:tracePt t="91220" x="3571875" y="2894013"/>
          <p14:tracePt t="91226" x="3603625" y="2894013"/>
          <p14:tracePt t="91234" x="3635375" y="2894013"/>
          <p14:tracePt t="91241" x="3651250" y="2894013"/>
          <p14:tracePt t="91250" x="3684588" y="2894013"/>
          <p14:tracePt t="91283" x="3771900" y="2878138"/>
          <p14:tracePt t="91294" x="3803650" y="2862263"/>
          <p14:tracePt t="91297" x="3819525" y="2862263"/>
          <p14:tracePt t="91307" x="3851275" y="2862263"/>
          <p14:tracePt t="91330" x="3898900" y="2862263"/>
          <p14:tracePt t="91345" x="3930650" y="2862263"/>
          <p14:tracePt t="91346" x="3954463" y="2862263"/>
          <p14:tracePt t="91353" x="3986213" y="2862263"/>
          <p14:tracePt t="91361" x="4002088" y="2862263"/>
          <p14:tracePt t="91370" x="4035425" y="2878138"/>
          <p14:tracePt t="91377" x="4051300" y="2878138"/>
          <p14:tracePt t="91386" x="4083050" y="2878138"/>
          <p14:tracePt t="91405" x="4098925" y="2878138"/>
          <p14:tracePt t="91411" x="4114800" y="2878138"/>
          <p14:tracePt t="92018" x="4130675" y="2878138"/>
          <p14:tracePt t="92025" x="4146550" y="2878138"/>
          <p14:tracePt t="92225" x="4162425" y="2878138"/>
          <p14:tracePt t="92241" x="4186238" y="2878138"/>
          <p14:tracePt t="92278" x="4202113" y="2862263"/>
          <p14:tracePt t="92825" x="4217988" y="2862263"/>
          <p14:tracePt t="92834" x="4217988" y="2846388"/>
          <p14:tracePt t="92851" x="4233863" y="2846388"/>
          <p14:tracePt t="93042" x="4249738" y="2846388"/>
          <p14:tracePt t="94769" x="4265613" y="2846388"/>
          <p14:tracePt t="94785" x="4281488" y="2846388"/>
          <p14:tracePt t="94793" x="4297363" y="2846388"/>
          <p14:tracePt t="94858" x="4313238" y="2846388"/>
          <p14:tracePt t="94865" x="4329113" y="2846388"/>
          <p14:tracePt t="94874" x="4344988" y="2846388"/>
          <p14:tracePt t="94881" x="4362450" y="2846388"/>
          <p14:tracePt t="94902" x="4394200" y="2862263"/>
          <p14:tracePt t="94906" x="4410075" y="2862263"/>
          <p14:tracePt t="94918" x="4433888" y="2862263"/>
          <p14:tracePt t="94929" x="4449763" y="2862263"/>
          <p14:tracePt t="94955" x="4481513" y="2878138"/>
          <p14:tracePt t="94969" x="4497388" y="2878138"/>
          <p14:tracePt t="94981" x="4513263" y="2878138"/>
          <p14:tracePt t="94985" x="4545013" y="2878138"/>
          <p14:tracePt t="95003" x="4608513" y="2894013"/>
          <p14:tracePt t="95009" x="4640263" y="2894013"/>
          <p14:tracePt t="95020" x="4695825" y="2894013"/>
          <p14:tracePt t="95025" x="4729163" y="2894013"/>
          <p14:tracePt t="95034" x="4760913" y="2909888"/>
          <p14:tracePt t="95059" x="4840288" y="2909888"/>
          <p14:tracePt t="95075" x="4856163" y="2909888"/>
          <p14:tracePt t="95106" x="4872038" y="2909888"/>
          <p14:tracePt t="95128" x="4927600" y="2909888"/>
          <p14:tracePt t="95146" x="4943475" y="2909888"/>
          <p14:tracePt t="95162" x="4959350" y="2909888"/>
          <p14:tracePt t="95187" x="4991100" y="2909888"/>
          <p14:tracePt t="95200" x="5006975" y="2909888"/>
          <p14:tracePt t="95201" x="5022850" y="2909888"/>
          <p14:tracePt t="95226" x="5056188" y="2909888"/>
          <p14:tracePt t="95234" x="5072063" y="2909888"/>
          <p14:tracePt t="95252" x="5119688" y="2909888"/>
          <p14:tracePt t="95258" x="5159375" y="2909888"/>
          <p14:tracePt t="95269" x="5191125" y="2909888"/>
          <p14:tracePt t="95274" x="5222875" y="2909888"/>
          <p14:tracePt t="95282" x="5238750" y="2909888"/>
          <p14:tracePt t="95303" x="5302250" y="2909888"/>
          <p14:tracePt t="95306" x="5318125" y="2909888"/>
          <p14:tracePt t="95318" x="5349875" y="2909888"/>
          <p14:tracePt t="95325" x="5365750" y="2909888"/>
          <p14:tracePt t="95330" x="5389563" y="2909888"/>
          <p14:tracePt t="95337" x="5407025" y="2909888"/>
          <p14:tracePt t="95345" x="5422900" y="2909888"/>
          <p14:tracePt t="95457" x="5438775" y="2909888"/>
          <p14:tracePt t="95465" x="5454650" y="2909888"/>
          <p14:tracePt t="95473" x="5486400" y="2927350"/>
          <p14:tracePt t="95482" x="5518150" y="2943225"/>
          <p14:tracePt t="95503" x="5581650" y="2959100"/>
          <p14:tracePt t="95506" x="5637213" y="2959100"/>
          <p14:tracePt t="95519" x="5684838" y="2974975"/>
          <p14:tracePt t="95521" x="5716588" y="2990850"/>
          <p14:tracePt t="95530" x="5732463" y="2990850"/>
          <p14:tracePt t="95537" x="5765800" y="3006725"/>
          <p14:tracePt t="95545" x="5797550" y="3006725"/>
          <p14:tracePt t="95553" x="5829300" y="3022600"/>
          <p14:tracePt t="95578" x="5884863" y="3038475"/>
          <p14:tracePt t="95588" x="5900738" y="3038475"/>
          <p14:tracePt t="95594" x="5916613" y="3038475"/>
          <p14:tracePt t="95602" x="5932488" y="3038475"/>
          <p14:tracePt t="95628" x="5948363" y="3054350"/>
          <p14:tracePt t="95649" x="5964238" y="3054350"/>
          <p14:tracePt t="95657" x="5980113" y="3054350"/>
          <p14:tracePt t="95665" x="5995988" y="3054350"/>
          <p14:tracePt t="95674" x="6011863" y="3078163"/>
          <p14:tracePt t="95684" x="6027738" y="3078163"/>
          <p14:tracePt t="95690" x="6043613" y="3078163"/>
          <p14:tracePt t="95709" x="6075363" y="3078163"/>
          <p14:tracePt t="95914" x="6100763" y="3054350"/>
          <p14:tracePt t="95938" x="6100763" y="3038475"/>
          <p14:tracePt t="95946" x="6116638" y="3038475"/>
          <p14:tracePt t="95976" x="6132513" y="3022600"/>
          <p14:tracePt t="96122" x="6148388" y="3022600"/>
          <p14:tracePt t="96130" x="6164263" y="3022600"/>
          <p14:tracePt t="96137" x="6196013" y="3022600"/>
          <p14:tracePt t="96158" x="6227763" y="3006725"/>
          <p14:tracePt t="96175" x="6275388" y="3006725"/>
          <p14:tracePt t="96202" x="6291263" y="3006725"/>
          <p14:tracePt t="99188" x="6307138" y="2943225"/>
          <p14:tracePt t="99193" x="6346825" y="2878138"/>
          <p14:tracePt t="99203" x="6394450" y="2790825"/>
          <p14:tracePt t="99209" x="6442075" y="2727325"/>
          <p14:tracePt t="99218" x="6507163" y="2632075"/>
          <p14:tracePt t="99226" x="6594475" y="2543175"/>
          <p14:tracePt t="99236" x="6673850" y="2432050"/>
          <p14:tracePt t="99254" x="6826250" y="2233613"/>
          <p14:tracePt t="99270" x="6953250" y="2033588"/>
          <p14:tracePt t="99286" x="7088188" y="1833563"/>
          <p14:tracePt t="99303" x="7169150" y="1619250"/>
          <p14:tracePt t="99306" x="7200900" y="1522413"/>
          <p14:tracePt t="99320" x="7232650" y="1427163"/>
          <p14:tracePt t="99337" x="7304088" y="1260475"/>
          <p14:tracePt t="99354" x="7351713" y="1076325"/>
          <p14:tracePt t="99371" x="7351713" y="1044575"/>
          <p14:tracePt t="99378" x="7351713" y="1028700"/>
          <p14:tracePt t="99405" x="7351713" y="1012825"/>
          <p14:tracePt t="99415" x="7335838" y="996950"/>
          <p14:tracePt t="99423" x="7335838" y="981075"/>
          <p14:tracePt t="99440" x="7335838" y="965200"/>
          <p14:tracePt t="99508" x="7200900" y="949325"/>
          <p14:tracePt t="99524" x="6953250" y="965200"/>
          <p14:tracePt t="99541" x="6673850" y="1012825"/>
          <p14:tracePt t="99557" x="6378575" y="1060450"/>
          <p14:tracePt t="99565" x="6243638" y="1076325"/>
          <p14:tracePt t="99575" x="6116638" y="1076325"/>
          <p14:tracePt t="99577" x="5995988" y="1092200"/>
          <p14:tracePt t="99597" x="5813425" y="1108075"/>
          <p14:tracePt t="99601" x="5765800" y="1108075"/>
          <p14:tracePt t="99615" x="5732463" y="1108075"/>
          <p14:tracePt t="99618" x="5700713" y="1108075"/>
          <p14:tracePt t="99635" x="5653088" y="1123950"/>
          <p14:tracePt t="99652" x="5597525" y="1139825"/>
          <p14:tracePt t="99657" x="5581650" y="1139825"/>
          <p14:tracePt t="99673" x="5565775" y="1139825"/>
          <p14:tracePt t="99907" x="5565775" y="1163638"/>
          <p14:tracePt t="100273" x="5581650" y="1163638"/>
          <p14:tracePt t="100281" x="5597525" y="1163638"/>
          <p14:tracePt t="100294" x="5637213" y="1163638"/>
          <p14:tracePt t="100297" x="5653088" y="1163638"/>
          <p14:tracePt t="100306" x="5668963" y="1163638"/>
          <p14:tracePt t="100327" x="5700713" y="1163638"/>
          <p14:tracePt t="100342" x="5716588" y="1163638"/>
          <p14:tracePt t="100353" x="5716588" y="1179513"/>
          <p14:tracePt t="100377" x="5732463" y="1179513"/>
          <p14:tracePt t="100402" x="5749925" y="1179513"/>
          <p14:tracePt t="100431" x="5765800" y="1163638"/>
          <p14:tracePt t="100434" x="5781675" y="1163638"/>
          <p14:tracePt t="112580" x="5765800" y="1163638"/>
          <p14:tracePt t="112586" x="5732463" y="1163638"/>
          <p14:tracePt t="112594" x="5700713" y="1163638"/>
          <p14:tracePt t="112602" x="5637213" y="1163638"/>
          <p14:tracePt t="112610" x="5581650" y="1179513"/>
          <p14:tracePt t="112630" x="5422900" y="1179513"/>
          <p14:tracePt t="112633" x="5334000" y="1195388"/>
          <p14:tracePt t="112646" x="5254625" y="1195388"/>
          <p14:tracePt t="112650" x="5207000" y="1195388"/>
          <p14:tracePt t="112658" x="5159375" y="1195388"/>
          <p14:tracePt t="112706" x="5103813" y="1195388"/>
          <p14:tracePt t="112772" x="5056188" y="1212850"/>
          <p14:tracePt t="112784" x="5022850" y="1212850"/>
          <p14:tracePt t="112785" x="5006975" y="1212850"/>
          <p14:tracePt t="112793" x="4975225" y="1212850"/>
          <p14:tracePt t="112801" x="4959350" y="1212850"/>
          <p14:tracePt t="112827" x="4911725" y="1212850"/>
          <p14:tracePt t="112834" x="4887913" y="1212850"/>
          <p14:tracePt t="112850" x="4872038" y="1212850"/>
          <p14:tracePt t="112882" x="4856163" y="1212850"/>
          <p14:tracePt t="112912" x="4840288" y="1212850"/>
          <p14:tracePt t="112929" x="4792663" y="1212850"/>
          <p14:tracePt t="112946" x="4776788" y="1212850"/>
          <p14:tracePt t="112969" x="4760913" y="1212850"/>
          <p14:tracePt t="113315" x="4776788" y="1212850"/>
          <p14:tracePt t="113321" x="4808538" y="1228725"/>
          <p14:tracePt t="113329" x="4840288" y="1228725"/>
          <p14:tracePt t="113337" x="4872038" y="1228725"/>
          <p14:tracePt t="113345" x="4887913" y="1228725"/>
          <p14:tracePt t="113353" x="4943475" y="1228725"/>
          <p14:tracePt t="113379" x="5006975" y="1228725"/>
          <p14:tracePt t="113387" x="5022850" y="1228725"/>
          <p14:tracePt t="113402" x="5038725" y="1228725"/>
          <p14:tracePt t="116330" x="5038725" y="1244600"/>
          <p14:tracePt t="116338" x="5056188" y="1244600"/>
          <p14:tracePt t="116346" x="5056188" y="1260475"/>
          <p14:tracePt t="116353" x="5072063" y="1276350"/>
          <p14:tracePt t="116376" x="5087938" y="1292225"/>
          <p14:tracePt t="116393" x="5103813" y="1292225"/>
          <p14:tracePt t="116410" x="5103813" y="1308100"/>
          <p14:tracePt t="116428" x="5119688" y="1308100"/>
          <p14:tracePt t="121879" x="5143500" y="1323975"/>
          <p14:tracePt t="121879" x="5159375" y="1323975"/>
          <p14:tracePt t="125490" x="5159375" y="1339850"/>
          <p14:tracePt t="125497" x="5175250" y="1339850"/>
          <p14:tracePt t="125505" x="5191125" y="1339850"/>
          <p14:tracePt t="125522" x="5207000" y="1339850"/>
          <p14:tracePt t="125532" x="5238750" y="1355725"/>
          <p14:tracePt t="125554" x="5318125" y="1355725"/>
          <p14:tracePt t="125562" x="5349875" y="1355725"/>
          <p14:tracePt t="125569" x="5365750" y="1355725"/>
          <p14:tracePt t="125577" x="5407025" y="1355725"/>
          <p14:tracePt t="125594" x="5438775" y="1355725"/>
          <p14:tracePt t="125602" x="5454650" y="1355725"/>
          <p14:tracePt t="125613" x="5502275" y="1371600"/>
          <p14:tracePt t="125631" x="5549900" y="1371600"/>
          <p14:tracePt t="125634" x="5565775" y="1371600"/>
          <p14:tracePt t="125649" x="5581650" y="1371600"/>
          <p14:tracePt t="125668" x="5597525" y="1371600"/>
          <p14:tracePt t="125676" x="5621338" y="1371600"/>
          <p14:tracePt t="125681" x="5637213" y="1371600"/>
          <p14:tracePt t="125701" x="5653088" y="1371600"/>
          <p14:tracePt t="125706" x="5668963" y="1371600"/>
          <p14:tracePt t="125718" x="5684838" y="1371600"/>
          <p14:tracePt t="125721" x="5700713" y="1371600"/>
          <p14:tracePt t="125730" x="5716588" y="1371600"/>
          <p14:tracePt t="125745" x="5732463" y="1371600"/>
          <p14:tracePt t="125778" x="5749925" y="1371600"/>
          <p14:tracePt t="125793" x="5781675" y="1371600"/>
          <p14:tracePt t="125802" x="5797550" y="1371600"/>
          <p14:tracePt t="125827" x="5845175" y="1371600"/>
          <p14:tracePt t="125834" x="5868988" y="1371600"/>
          <p14:tracePt t="125842" x="5884863" y="1371600"/>
          <p14:tracePt t="126179" x="5916613" y="1371600"/>
          <p14:tracePt t="126200" x="5980113" y="1371600"/>
          <p14:tracePt t="126201" x="5995988" y="1371600"/>
          <p14:tracePt t="126215" x="6011863" y="1371600"/>
          <p14:tracePt t="126217" x="6027738" y="1395413"/>
          <p14:tracePt t="126226" x="6043613" y="1395413"/>
          <p14:tracePt t="126234" x="6059488" y="1395413"/>
          <p14:tracePt t="135738" x="6075363" y="1395413"/>
          <p14:tracePt t="135745" x="6116638" y="1371600"/>
          <p14:tracePt t="135754" x="6164263" y="1371600"/>
          <p14:tracePt t="135761" x="6196013" y="1355725"/>
          <p14:tracePt t="135773" x="6243638" y="1339850"/>
          <p14:tracePt t="135778" x="6291263" y="1323975"/>
          <p14:tracePt t="135802" x="6394450" y="1323975"/>
          <p14:tracePt t="135815" x="6426200" y="1308100"/>
          <p14:tracePt t="135818" x="6442075" y="1308100"/>
          <p14:tracePt t="135826" x="6475413" y="1308100"/>
          <p14:tracePt t="135834" x="6538913" y="1308100"/>
          <p14:tracePt t="135843" x="6610350" y="1308100"/>
          <p14:tracePt t="135850" x="6657975" y="1308100"/>
          <p14:tracePt t="135860" x="6705600" y="1308100"/>
          <p14:tracePt t="135876" x="6842125" y="1308100"/>
          <p14:tracePt t="135881" x="6921500" y="1308100"/>
          <p14:tracePt t="135893" x="6985000" y="1308100"/>
          <p14:tracePt t="135897" x="7072313" y="1308100"/>
          <p14:tracePt t="135906" x="7135813" y="1308100"/>
          <p14:tracePt t="135914" x="7216775" y="1308100"/>
          <p14:tracePt t="135922" x="7280275" y="1308100"/>
          <p14:tracePt t="135929" x="7367588" y="1308100"/>
          <p14:tracePt t="135952" x="7512050" y="1308100"/>
          <p14:tracePt t="135953" x="7599363" y="1308100"/>
          <p14:tracePt t="135968" x="7694613" y="1308100"/>
          <p14:tracePt t="135969" x="7781925" y="1308100"/>
          <p14:tracePt t="135977" x="7878763" y="1308100"/>
          <p14:tracePt t="135985" x="7942263" y="1308100"/>
          <p14:tracePt t="135993" x="8045450" y="1308100"/>
          <p14:tracePt t="136001" x="8108950" y="1308100"/>
          <p14:tracePt t="136026" x="8340725" y="1308100"/>
          <p14:tracePt t="136034" x="8404225" y="1308100"/>
          <p14:tracePt t="136043" x="8467725" y="1308100"/>
          <p14:tracePt t="136049" x="8523288" y="1308100"/>
          <p14:tracePt t="136057" x="8588375" y="1308100"/>
          <p14:tracePt t="136081" x="8620125" y="1308100"/>
          <p14:tracePt t="136114" x="8970963" y="1371600"/>
          <p14:tracePt t="136121" x="9018588" y="1395413"/>
          <p14:tracePt t="136131" x="9050338" y="1411288"/>
          <p14:tracePt t="136141" x="9082088" y="1411288"/>
          <p14:tracePt t="136160" x="9129713" y="1411288"/>
          <p14:tracePt t="136161" x="9145588" y="1411288"/>
          <p14:tracePt t="136177" x="9161463" y="1411288"/>
          <p14:tracePt t="136193" x="9217025" y="1411288"/>
          <p14:tracePt t="136210" x="9234488" y="1411288"/>
          <p14:tracePt t="136234" x="9250363" y="1411288"/>
          <p14:tracePt t="136258" x="9266238" y="1395413"/>
          <p14:tracePt t="136618" x="9282113" y="1395413"/>
          <p14:tracePt t="136625" x="9297988" y="1395413"/>
          <p14:tracePt t="136633" x="9361488" y="1371600"/>
          <p14:tracePt t="136643" x="9448800" y="1371600"/>
          <p14:tracePt t="136649" x="9593263" y="1355725"/>
          <p14:tracePt t="136661" x="9791700" y="1355725"/>
          <p14:tracePt t="136666" x="10023475" y="1355725"/>
          <p14:tracePt t="136684" x="10580688" y="1355725"/>
          <p14:tracePt t="136700" x="11163300" y="1355725"/>
          <p14:tracePt t="136706" x="11474450" y="1355725"/>
          <p14:tracePt t="136716" x="11753850" y="1371600"/>
          <p14:tracePt t="137945" x="11641138" y="6738938"/>
          <p14:tracePt t="137953" x="11785600" y="6618288"/>
          <p14:tracePt t="137961" x="12104688" y="6388100"/>
        </p14:tracePtLst>
      </p14:laserTraceLst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8DDE6-F262-E94A-BBD8-EAA56C3E2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" dirty="0"/>
              <a:t>Spring 2024</a:t>
            </a:r>
            <a:endParaRPr lang="ru-R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5831C-8ED2-6B41-B3D1-67B8994A1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D.. Derkach  Generative </a:t>
            </a:r>
            <a:r>
              <a:rPr lang="en-GB" err="1"/>
              <a:t>Modeling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AFEDCF2C-826D-A745-AF1A-3FFA5B34F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72192"/>
            <a:ext cx="11806990" cy="765843"/>
          </a:xfrm>
        </p:spPr>
        <p:txBody>
          <a:bodyPr>
            <a:normAutofit/>
          </a:bodyPr>
          <a:lstStyle/>
          <a:p>
            <a:r>
              <a:rPr lang="en-US" dirty="0">
                <a:effectLst/>
              </a:rPr>
              <a:t>JS GAN Summary</a:t>
            </a:r>
            <a:endParaRPr lang="en" dirty="0">
              <a:effectLst/>
            </a:endParaRPr>
          </a:p>
        </p:txBody>
      </p:sp>
      <p:sp>
        <p:nvSpPr>
          <p:cNvPr id="13" name="Content Placeholder 1">
            <a:extLst>
              <a:ext uri="{FF2B5EF4-FFF2-40B4-BE49-F238E27FC236}">
                <a16:creationId xmlns:a16="http://schemas.microsoft.com/office/drawing/2014/main" id="{9AFD48D4-C155-BB49-90BF-B485277B2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642" y="952468"/>
            <a:ext cx="10499559" cy="5093462"/>
          </a:xfrm>
        </p:spPr>
        <p:txBody>
          <a:bodyPr>
            <a:noAutofit/>
          </a:bodyPr>
          <a:lstStyle/>
          <a:p>
            <a:r>
              <a:rPr lang="en" dirty="0"/>
              <a:t>Pros:</a:t>
            </a:r>
          </a:p>
          <a:p>
            <a:pPr lvl="1"/>
            <a:r>
              <a:rPr lang="en" dirty="0"/>
              <a:t>Can utilize power of back-prop.  </a:t>
            </a:r>
          </a:p>
          <a:p>
            <a:pPr lvl="1"/>
            <a:r>
              <a:rPr lang="en" dirty="0"/>
              <a:t>No explicit intractable integral. </a:t>
            </a:r>
          </a:p>
          <a:p>
            <a:pPr lvl="1"/>
            <a:r>
              <a:rPr lang="en" dirty="0"/>
              <a:t>No MCMC needed. </a:t>
            </a:r>
          </a:p>
          <a:p>
            <a:r>
              <a:rPr lang="en" dirty="0"/>
              <a:t>Cons: </a:t>
            </a:r>
          </a:p>
          <a:p>
            <a:pPr lvl="1"/>
            <a:r>
              <a:rPr lang="en" dirty="0"/>
              <a:t>Unclear stopping criteria </a:t>
            </a:r>
          </a:p>
          <a:p>
            <a:pPr lvl="1"/>
            <a:r>
              <a:rPr lang="en" dirty="0"/>
              <a:t>No explicit representation of PDF</a:t>
            </a:r>
          </a:p>
          <a:p>
            <a:pPr lvl="1"/>
            <a:r>
              <a:rPr lang="en" dirty="0"/>
              <a:t>Hard to train </a:t>
            </a:r>
          </a:p>
          <a:p>
            <a:pPr lvl="1"/>
            <a:r>
              <a:rPr lang="en" dirty="0"/>
              <a:t>No evaluation metric so hard to compare with other models </a:t>
            </a:r>
          </a:p>
          <a:p>
            <a:pPr lvl="1"/>
            <a:r>
              <a:rPr lang="en" dirty="0"/>
              <a:t>Easy to get trapped in local optima that memorize training data </a:t>
            </a:r>
          </a:p>
          <a:p>
            <a:pPr lvl="1"/>
            <a:r>
              <a:rPr lang="en" dirty="0"/>
              <a:t>Hard to invert generative model to get back latent z from generated x</a:t>
            </a:r>
            <a:br>
              <a:rPr lang="en" dirty="0"/>
            </a:br>
            <a:endParaRPr lang="en" dirty="0">
              <a:effectLst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9384ACF-FA74-089E-5A7D-2A39D2F6B658}"/>
                  </a:ext>
                </a:extLst>
              </p14:cNvPr>
              <p14:cNvContentPartPr/>
              <p14:nvPr/>
            </p14:nvContentPartPr>
            <p14:xfrm>
              <a:off x="1613160" y="1787760"/>
              <a:ext cx="3481560" cy="40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9384ACF-FA74-089E-5A7D-2A39D2F6B65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97320" y="1724400"/>
                <a:ext cx="351288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5969B5E-9044-31E2-2F60-07747C066EAE}"/>
                  </a:ext>
                </a:extLst>
              </p14:cNvPr>
              <p14:cNvContentPartPr/>
              <p14:nvPr/>
            </p14:nvContentPartPr>
            <p14:xfrm>
              <a:off x="1890720" y="2286000"/>
              <a:ext cx="3418920" cy="96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5969B5E-9044-31E2-2F60-07747C066EA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74880" y="2222640"/>
                <a:ext cx="345024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EDE399A-8134-EDE8-D9E1-28F15486B372}"/>
                  </a:ext>
                </a:extLst>
              </p14:cNvPr>
              <p14:cNvContentPartPr/>
              <p14:nvPr/>
            </p14:nvContentPartPr>
            <p14:xfrm>
              <a:off x="1689480" y="2698560"/>
              <a:ext cx="1915920" cy="856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EDE399A-8134-EDE8-D9E1-28F15486B37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73640" y="2635200"/>
                <a:ext cx="194724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12037F3-D1A5-9A13-0DB6-7781DE5C615C}"/>
                  </a:ext>
                </a:extLst>
              </p14:cNvPr>
              <p14:cNvContentPartPr/>
              <p14:nvPr/>
            </p14:nvContentPartPr>
            <p14:xfrm>
              <a:off x="1754640" y="4176000"/>
              <a:ext cx="3837960" cy="1695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12037F3-D1A5-9A13-0DB6-7781DE5C615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38800" y="4112640"/>
                <a:ext cx="3869280" cy="29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1430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0D79D22-7949-6544-A49E-361186E0645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-GANs</a:t>
                </a:r>
                <a:endParaRPr lang="en-RU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0D79D22-7949-6544-A49E-361186E064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4717" b="-150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5274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2727E-8510-5F4B-8904-4D776FCF3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Myanmar Text" panose="020B0502040204020203" pitchFamily="34" charset="0"/>
              </a:rPr>
              <a:t>Reminder: Variational Lower Bound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8DDE6-F262-E94A-BBD8-EAA56C3E2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" dirty="0"/>
              <a:t>Spring 2024</a:t>
            </a:r>
            <a:endParaRPr lang="ru-R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5831C-8ED2-6B41-B3D1-67B8994A1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D.. Derkach  Generative </a:t>
            </a:r>
            <a:r>
              <a:rPr lang="en-GB" dirty="0" err="1"/>
              <a:t>Modeling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8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1">
                <a:extLst>
                  <a:ext uri="{FF2B5EF4-FFF2-40B4-BE49-F238E27FC236}">
                    <a16:creationId xmlns:a16="http://schemas.microsoft.com/office/drawing/2014/main" id="{EF21EAB8-F4B8-3B43-8E76-4EA698010F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2" y="1422110"/>
                <a:ext cx="10344028" cy="4546204"/>
              </a:xfrm>
            </p:spPr>
            <p:txBody>
              <a:bodyPr>
                <a:noAutofit/>
              </a:bodyPr>
              <a:lstStyle/>
              <a:p>
                <a:r>
                  <a:rPr lang="en-US" dirty="0"/>
                  <a:t>For convex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(.)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some distributions, we define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-divergence: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This is bounded:</a:t>
                </a:r>
              </a:p>
              <a:p>
                <a:pPr marL="309600" indent="0">
                  <a:buNone/>
                </a:pPr>
                <a:r>
                  <a:rPr lang="en-US" dirty="0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~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~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b="0" dirty="0"/>
              </a:p>
              <a:p>
                <a:pPr marL="309600" indent="0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is some random function.</a:t>
                </a:r>
              </a:p>
              <a:p>
                <a:r>
                  <a:rPr lang="en-US" dirty="0"/>
                  <a:t>The tight boundary can be estimated for each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-divergence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).</a:t>
                </a:r>
              </a:p>
              <a:p>
                <a:r>
                  <a:rPr lang="en-US" dirty="0"/>
                  <a:t>For JS-divergence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0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f>
                          <m:f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num>
                          <m:den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den>
                        </m:f>
                      </m:e>
                    </m:func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" i="1" dirty="0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" i="0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" i="1" dirty="0" smtClean="0">
                                <a:latin typeface="Cambria Math" panose="02040503050406030204" pitchFamily="18" charset="0"/>
                              </a:rPr>
                              <m:t>2 −</m:t>
                            </m:r>
                            <m:func>
                              <m:funcPr>
                                <m:ctrlPr>
                                  <a:rPr lang="en" i="0" dirty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" i="0" dirty="0" smtClean="0"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" i="1" dirty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func>
                          </m:e>
                        </m:d>
                      </m:e>
                    </m:fun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Content Placeholder 1">
                <a:extLst>
                  <a:ext uri="{FF2B5EF4-FFF2-40B4-BE49-F238E27FC236}">
                    <a16:creationId xmlns:a16="http://schemas.microsoft.com/office/drawing/2014/main" id="{EF21EAB8-F4B8-3B43-8E76-4EA698010F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2" y="1422110"/>
                <a:ext cx="10344028" cy="4546204"/>
              </a:xfrm>
              <a:blipFill>
                <a:blip r:embed="rId2"/>
                <a:stretch>
                  <a:fillRect b="-44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7D002258-9EA4-6047-8A8A-9F135177475A}"/>
                  </a:ext>
                </a:extLst>
              </p:cNvPr>
              <p:cNvSpPr/>
              <p:nvPr/>
            </p:nvSpPr>
            <p:spPr>
              <a:xfrm>
                <a:off x="3225532" y="2083303"/>
                <a:ext cx="5740935" cy="683329"/>
              </a:xfrm>
              <a:prstGeom prst="rect">
                <a:avLst/>
              </a:prstGeom>
              <a:ln w="38100"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 marL="30960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subHide m:val="on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7D002258-9EA4-6047-8A8A-9F13517747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5532" y="2083303"/>
                <a:ext cx="5740935" cy="683329"/>
              </a:xfrm>
              <a:prstGeom prst="rect">
                <a:avLst/>
              </a:prstGeom>
              <a:blipFill>
                <a:blip r:embed="rId3"/>
                <a:stretch>
                  <a:fillRect t="-84483" b="-132759"/>
                </a:stretch>
              </a:blipFill>
              <a:ln w="381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C9C1795-6247-084C-857C-6F3D77FDCD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382828"/>
            <a:ext cx="12192000" cy="2521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781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2727E-8510-5F4B-8904-4D776FCF3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Variational Divergence Minimization </a:t>
            </a:r>
            <a:endParaRPr lang="en" dirty="0">
              <a:effectLst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8DDE6-F262-E94A-BBD8-EAA56C3E2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" dirty="0"/>
              <a:t>Spring 2024</a:t>
            </a:r>
            <a:endParaRPr lang="ru-R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5831C-8ED2-6B41-B3D1-67B8994A1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D.. Derkach  Generative </a:t>
            </a:r>
            <a:r>
              <a:rPr lang="en-GB" dirty="0" err="1"/>
              <a:t>Modeling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9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1">
                <a:extLst>
                  <a:ext uri="{FF2B5EF4-FFF2-40B4-BE49-F238E27FC236}">
                    <a16:creationId xmlns:a16="http://schemas.microsoft.com/office/drawing/2014/main" id="{9FE2DF43-7A23-5D4E-A2A1-2B52C8EE3B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2" y="1422110"/>
                <a:ext cx="10344028" cy="4546204"/>
              </a:xfrm>
            </p:spPr>
            <p:txBody>
              <a:bodyPr>
                <a:noAutofit/>
              </a:bodyPr>
              <a:lstStyle/>
              <a:p>
                <a:r>
                  <a:rPr lang="en-US" dirty="0"/>
                  <a:t>Work in GAN paradigm:</a:t>
                </a:r>
              </a:p>
              <a:p>
                <a:pPr lvl="1"/>
                <a:r>
                  <a:rPr lang="en-US" dirty="0"/>
                  <a:t>generator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test function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30960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limLow>
                        <m:limLow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lim>
                      </m:limLow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limLow>
                        <m:limLow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lim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lim>
                      </m:limLow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ru-RU" b="0" dirty="0"/>
              </a:p>
              <a:p>
                <a:r>
                  <a:rPr lang="en-US" dirty="0"/>
                  <a:t>To have wider range of functions:</a:t>
                </a:r>
              </a:p>
              <a:p>
                <a:pPr marL="30960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/>
              </a:p>
              <a:p>
                <a:pPr marL="309600" indent="0" algn="ctr">
                  <a:buNone/>
                </a:pPr>
                <a:r>
                  <a:rPr lang="en-US" dirty="0"/>
                  <a:t>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𝑑𝑜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US" dirty="0"/>
                  <a:t> is</a:t>
                </a:r>
                <a:r>
                  <a:rPr lang="en" dirty="0"/>
                  <a:t> output activation function for </a:t>
                </a:r>
                <a14:m>
                  <m:oMath xmlns:m="http://schemas.openxmlformats.org/officeDocument/2006/math">
                    <m:r>
                      <a:rPr lang="en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" dirty="0"/>
                  <a:t>-divergence used</a:t>
                </a:r>
                <a:endParaRPr lang="en-US" dirty="0"/>
              </a:p>
              <a:p>
                <a:pPr marL="309600" indent="0">
                  <a:buNone/>
                </a:pPr>
                <a:endParaRPr lang="en-US" b="0" dirty="0"/>
              </a:p>
              <a:p>
                <a:pPr marL="30960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3" name="Content Placeholder 1">
                <a:extLst>
                  <a:ext uri="{FF2B5EF4-FFF2-40B4-BE49-F238E27FC236}">
                    <a16:creationId xmlns:a16="http://schemas.microsoft.com/office/drawing/2014/main" id="{9FE2DF43-7A23-5D4E-A2A1-2B52C8EE3B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2" y="1422110"/>
                <a:ext cx="10344028" cy="4546204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Прямоугольник 13">
                <a:extLst>
                  <a:ext uri="{FF2B5EF4-FFF2-40B4-BE49-F238E27FC236}">
                    <a16:creationId xmlns:a16="http://schemas.microsoft.com/office/drawing/2014/main" id="{09DC934C-0D49-7349-BD79-A810D6D93643}"/>
                  </a:ext>
                </a:extLst>
              </p:cNvPr>
              <p:cNvSpPr/>
              <p:nvPr/>
            </p:nvSpPr>
            <p:spPr>
              <a:xfrm>
                <a:off x="5680016" y="897549"/>
                <a:ext cx="6420604" cy="641779"/>
              </a:xfrm>
              <a:prstGeom prst="rect">
                <a:avLst/>
              </a:prstGeom>
              <a:ln w="38100"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:pPr marL="30960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|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≥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~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~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sz="240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Прямоугольник 13">
                <a:extLst>
                  <a:ext uri="{FF2B5EF4-FFF2-40B4-BE49-F238E27FC236}">
                    <a16:creationId xmlns:a16="http://schemas.microsoft.com/office/drawing/2014/main" id="{09DC934C-0D49-7349-BD79-A810D6D936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0016" y="897549"/>
                <a:ext cx="6420604" cy="6417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AB9BDC7E-F652-914C-BFC5-41254930E554}"/>
              </a:ext>
            </a:extLst>
          </p:cNvPr>
          <p:cNvSpPr/>
          <p:nvPr/>
        </p:nvSpPr>
        <p:spPr>
          <a:xfrm>
            <a:off x="1403461" y="5968314"/>
            <a:ext cx="106971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err="1">
                <a:solidFill>
                  <a:schemeClr val="bg1">
                    <a:lumMod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</a:t>
            </a:r>
            <a:r>
              <a:rPr lang="ru-RU" dirty="0">
                <a:solidFill>
                  <a:schemeClr val="bg1">
                    <a:lumMod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ru-RU" dirty="0" err="1">
                <a:solidFill>
                  <a:schemeClr val="bg1">
                    <a:lumMod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Nowozin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et al. </a:t>
            </a:r>
            <a:r>
              <a:rPr lang="en" dirty="0">
                <a:solidFill>
                  <a:schemeClr val="bg1">
                    <a:lumMod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f-GAN: Training Generative Neural Samplers using Variational Divergence Minimization</a:t>
            </a:r>
            <a:endParaRPr lang="en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6227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2727E-8510-5F4B-8904-4D776FCF3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Output activation function</a:t>
            </a:r>
            <a:endParaRPr lang="en" dirty="0">
              <a:effectLst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8DDE6-F262-E94A-BBD8-EAA56C3E2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" dirty="0"/>
              <a:t>Spring 2024</a:t>
            </a:r>
            <a:endParaRPr lang="ru-R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5831C-8ED2-6B41-B3D1-67B8994A1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D.. Derkach  Generative </a:t>
            </a:r>
            <a:r>
              <a:rPr lang="en-GB" dirty="0" err="1"/>
              <a:t>Modeling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10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1">
                <a:extLst>
                  <a:ext uri="{FF2B5EF4-FFF2-40B4-BE49-F238E27FC236}">
                    <a16:creationId xmlns:a16="http://schemas.microsoft.com/office/drawing/2014/main" id="{9FE2DF43-7A23-5D4E-A2A1-2B52C8EE3B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23986" y="902565"/>
                <a:ext cx="10344028" cy="4546204"/>
              </a:xfrm>
            </p:spPr>
            <p:txBody>
              <a:bodyPr>
                <a:noAutofit/>
              </a:bodyPr>
              <a:lstStyle/>
              <a:p>
                <a:pPr marL="30960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309600" indent="0" algn="ctr">
                  <a:buNone/>
                </a:pPr>
                <a:r>
                  <a:rPr lang="en-US" dirty="0"/>
                  <a:t>choice of output activation function is somewhat arbitrary.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3" name="Content Placeholder 1">
                <a:extLst>
                  <a:ext uri="{FF2B5EF4-FFF2-40B4-BE49-F238E27FC236}">
                    <a16:creationId xmlns:a16="http://schemas.microsoft.com/office/drawing/2014/main" id="{9FE2DF43-7A23-5D4E-A2A1-2B52C8EE3B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3986" y="902565"/>
                <a:ext cx="10344028" cy="4546204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864A6912-27FC-BC45-9452-3FAB4885C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3935" y="2412567"/>
            <a:ext cx="8604130" cy="380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307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2727E-8510-5F4B-8904-4D776FCF3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Example: GAN objective</a:t>
            </a:r>
            <a:endParaRPr lang="en" dirty="0">
              <a:effectLst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8DDE6-F262-E94A-BBD8-EAA56C3E2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" dirty="0"/>
              <a:t>Spring 2024</a:t>
            </a:r>
            <a:endParaRPr lang="ru-R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5831C-8ED2-6B41-B3D1-67B8994A1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D.. Derkach  Generative </a:t>
            </a:r>
            <a:r>
              <a:rPr lang="en-GB" dirty="0" err="1"/>
              <a:t>Modeling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11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1">
                <a:extLst>
                  <a:ext uri="{FF2B5EF4-FFF2-40B4-BE49-F238E27FC236}">
                    <a16:creationId xmlns:a16="http://schemas.microsoft.com/office/drawing/2014/main" id="{9FE2DF43-7A23-5D4E-A2A1-2B52C8EE3B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23986" y="902565"/>
                <a:ext cx="10344028" cy="4546204"/>
              </a:xfrm>
            </p:spPr>
            <p:txBody>
              <a:bodyPr>
                <a:noAutofit/>
              </a:bodyPr>
              <a:lstStyle/>
              <a:p>
                <a:pPr marL="30960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309600" indent="0">
                  <a:buNone/>
                </a:pPr>
                <a:endParaRPr lang="en-US" dirty="0"/>
              </a:p>
              <a:p>
                <a:pPr marL="309600" indent="0">
                  <a:buNone/>
                </a:pPr>
                <a:endParaRPr lang="en-US" dirty="0"/>
              </a:p>
              <a:p>
                <a:pPr marL="309600" indent="0">
                  <a:buNone/>
                </a:pPr>
                <a:endParaRPr lang="en-US" dirty="0"/>
              </a:p>
              <a:p>
                <a:pPr marL="309600" indent="0">
                  <a:buNone/>
                </a:pPr>
                <a:endParaRPr lang="en-US" dirty="0"/>
              </a:p>
              <a:p>
                <a:pPr marL="30960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sub>
                      </m:sSub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30960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for </a:t>
                </a:r>
                <a:r>
                  <a:rPr lang="en" dirty="0"/>
                  <a:t>the last nonlinearity in the discriminator taken as the sigmoid </a:t>
                </a:r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0960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)=1/(1+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3096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3" name="Content Placeholder 1">
                <a:extLst>
                  <a:ext uri="{FF2B5EF4-FFF2-40B4-BE49-F238E27FC236}">
                    <a16:creationId xmlns:a16="http://schemas.microsoft.com/office/drawing/2014/main" id="{9FE2DF43-7A23-5D4E-A2A1-2B52C8EE3B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3986" y="902565"/>
                <a:ext cx="10344028" cy="4546204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5C2DA26A-9667-A443-8C3B-B270E24CDF27}"/>
              </a:ext>
            </a:extLst>
          </p:cNvPr>
          <p:cNvCxnSpPr>
            <a:cxnSpLocks/>
          </p:cNvCxnSpPr>
          <p:nvPr/>
        </p:nvCxnSpPr>
        <p:spPr>
          <a:xfrm>
            <a:off x="6096000" y="1808018"/>
            <a:ext cx="0" cy="1620982"/>
          </a:xfrm>
          <a:prstGeom prst="straightConnector1">
            <a:avLst/>
          </a:prstGeom>
          <a:ln w="1270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5BE2512-F22E-094C-9F4F-A1FA6D2D7269}"/>
                  </a:ext>
                </a:extLst>
              </p:cNvPr>
              <p:cNvSpPr txBox="1"/>
              <p:nvPr/>
            </p:nvSpPr>
            <p:spPr>
              <a:xfrm>
                <a:off x="6691747" y="2244436"/>
                <a:ext cx="4311528" cy="830997"/>
              </a:xfrm>
              <a:prstGeom prst="rect">
                <a:avLst/>
              </a:prstGeom>
              <a:noFill/>
              <a:ln w="38100">
                <a:solidFill>
                  <a:schemeClr val="tx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𝐺𝐴𝑁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US" sz="24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func>
                            <m:funcPr>
                              <m:ctrl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" sz="240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)=− </m:t>
                      </m:r>
                      <m:r>
                        <m:rPr>
                          <m:sty m:val="p"/>
                        </m:rPr>
                        <a:rPr lang="en" sz="2400" i="1" dirty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" sz="2400" i="1" dirty="0">
                          <a:latin typeface="Cambria Math" panose="02040503050406030204" pitchFamily="18" charset="0"/>
                        </a:rPr>
                        <m:t>⁡(1 − </m:t>
                      </m:r>
                      <m:r>
                        <m:rPr>
                          <m:sty m:val="p"/>
                        </m:rPr>
                        <a:rPr lang="en" sz="2400" i="1" dirty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" sz="2400" i="1" dirty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" sz="24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" sz="2400" i="1" dirty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5BE2512-F22E-094C-9F4F-A1FA6D2D72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1747" y="2244436"/>
                <a:ext cx="4311528" cy="830997"/>
              </a:xfrm>
              <a:prstGeom prst="rect">
                <a:avLst/>
              </a:prstGeom>
              <a:blipFill>
                <a:blip r:embed="rId3"/>
                <a:stretch>
                  <a:fillRect b="-10145"/>
                </a:stretch>
              </a:blipFill>
              <a:ln w="3810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8C484F0-16A6-AF45-9520-13A8C76217E6}"/>
              </a:ext>
            </a:extLst>
          </p:cNvPr>
          <p:cNvSpPr/>
          <p:nvPr/>
        </p:nvSpPr>
        <p:spPr>
          <a:xfrm>
            <a:off x="2180248" y="3461617"/>
            <a:ext cx="7419109" cy="87283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4A6687B-C060-88BC-51ED-6DD6A39A4EA0}"/>
                  </a:ext>
                </a:extLst>
              </p14:cNvPr>
              <p14:cNvContentPartPr/>
              <p14:nvPr/>
            </p14:nvContentPartPr>
            <p14:xfrm>
              <a:off x="4160520" y="5324400"/>
              <a:ext cx="51120" cy="238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4A6687B-C060-88BC-51ED-6DD6A39A4EA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44680" y="5261040"/>
                <a:ext cx="82440" cy="36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A7FA936-664A-8439-EC27-F3F6E4D8935B}"/>
                  </a:ext>
                </a:extLst>
              </p14:cNvPr>
              <p14:cNvContentPartPr/>
              <p14:nvPr/>
            </p14:nvContentPartPr>
            <p14:xfrm>
              <a:off x="4183200" y="5247720"/>
              <a:ext cx="3424680" cy="4338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A7FA936-664A-8439-EC27-F3F6E4D8935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67360" y="5184360"/>
                <a:ext cx="3456000" cy="56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52958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">
                <a:extLst>
                  <a:ext uri="{FF2B5EF4-FFF2-40B4-BE49-F238E27FC236}">
                    <a16:creationId xmlns:a16="http://schemas.microsoft.com/office/drawing/2014/main" id="{0078DD04-A840-C448-ADBC-E3BC2A74F6A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23986" y="902565"/>
                <a:ext cx="10344028" cy="45462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720000" indent="-410400" algn="l" defTabSz="914400" rtl="0" eaLnBrk="1" fontAlgn="ctr" latinLnBrk="0" hangingPunct="1">
                  <a:lnSpc>
                    <a:spcPct val="125000"/>
                  </a:lnSpc>
                  <a:spcBef>
                    <a:spcPts val="700"/>
                  </a:spcBef>
                  <a:buClr>
                    <a:schemeClr val="tx2"/>
                  </a:buClr>
                  <a:buSzPct val="70000"/>
                  <a:buFont typeface="Menlo Bold" panose="020B0609030804020204" pitchFamily="49" charset="0"/>
                  <a:buChar char="▶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008000" indent="-288000" algn="l" defTabSz="914400" rtl="0" eaLnBrk="1" fontAlgn="ctr" latinLnBrk="0" hangingPunct="1">
                  <a:lnSpc>
                    <a:spcPct val="125000"/>
                  </a:lnSpc>
                  <a:spcBef>
                    <a:spcPts val="700"/>
                  </a:spcBef>
                  <a:buClr>
                    <a:schemeClr val="tx1"/>
                  </a:buClr>
                  <a:buFont typeface="System Font Regular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314000" indent="-288000" algn="l" defTabSz="914400" rtl="0" eaLnBrk="1" fontAlgn="ctr" latinLnBrk="0" hangingPunct="1">
                  <a:lnSpc>
                    <a:spcPct val="125000"/>
                  </a:lnSpc>
                  <a:spcBef>
                    <a:spcPts val="700"/>
                  </a:spcBef>
                  <a:buClr>
                    <a:schemeClr val="tx1"/>
                  </a:buClr>
                  <a:buFont typeface="System Font Regular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88000" algn="l" defTabSz="914400" rtl="0" eaLnBrk="1" fontAlgn="ctr" latinLnBrk="0" hangingPunct="1">
                  <a:lnSpc>
                    <a:spcPct val="125000"/>
                  </a:lnSpc>
                  <a:spcBef>
                    <a:spcPts val="700"/>
                  </a:spcBef>
                  <a:buClr>
                    <a:schemeClr val="tx1"/>
                  </a:buClr>
                  <a:buFont typeface="System Font Regular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72000" indent="-288000" algn="l" defTabSz="914400" rtl="0" eaLnBrk="1" fontAlgn="ctr" latinLnBrk="0" hangingPunct="1">
                  <a:lnSpc>
                    <a:spcPct val="125000"/>
                  </a:lnSpc>
                  <a:spcBef>
                    <a:spcPts val="700"/>
                  </a:spcBef>
                  <a:buClr>
                    <a:schemeClr val="tx1"/>
                  </a:buClr>
                  <a:buFont typeface="System Font Regular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0960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limLow>
                        <m:limLow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lim>
                      </m:limLow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limLow>
                        <m:limLow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max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lim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𝜔</m:t>
                          </m:r>
                        </m:lim>
                      </m:limLow>
                      <m:r>
                        <a:rPr lang="en-US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4" name="Content Placeholder 1">
                <a:extLst>
                  <a:ext uri="{FF2B5EF4-FFF2-40B4-BE49-F238E27FC236}">
                    <a16:creationId xmlns:a16="http://schemas.microsoft.com/office/drawing/2014/main" id="{0078DD04-A840-C448-ADBC-E3BC2A74F6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986" y="902565"/>
                <a:ext cx="10344028" cy="45462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482727E-8510-5F4B-8904-4D776FCF3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Variational Divergence Minimization </a:t>
            </a:r>
            <a:endParaRPr lang="en" dirty="0">
              <a:effectLst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8DDE6-F262-E94A-BBD8-EAA56C3E2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" dirty="0"/>
              <a:t>Spring 2024</a:t>
            </a:r>
            <a:endParaRPr lang="ru-R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5831C-8ED2-6B41-B3D1-67B8994A1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D.. Derkach  Generative </a:t>
            </a:r>
            <a:r>
              <a:rPr lang="en-GB" dirty="0" err="1"/>
              <a:t>Modeling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12</a:t>
            </a:fld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15DF64C-9965-5240-9835-091E42870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809" y="2665594"/>
            <a:ext cx="4138584" cy="3502655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B575618-1D66-B542-8DB3-6197F60AB8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5419" y="2608822"/>
            <a:ext cx="4392595" cy="3616197"/>
          </a:xfrm>
          <a:prstGeom prst="rect">
            <a:avLst/>
          </a:prstGeom>
          <a:ln w="38100">
            <a:solidFill>
              <a:schemeClr val="tx2"/>
            </a:solidFill>
          </a:ln>
        </p:spPr>
      </p:pic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3EEB2488-0FF7-5947-BFB7-08ED967B1F13}"/>
              </a:ext>
            </a:extLst>
          </p:cNvPr>
          <p:cNvCxnSpPr/>
          <p:nvPr/>
        </p:nvCxnSpPr>
        <p:spPr>
          <a:xfrm>
            <a:off x="5378216" y="1641763"/>
            <a:ext cx="98102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8ED14317-B310-A440-9E47-5A6742FB32CF}"/>
              </a:ext>
            </a:extLst>
          </p:cNvPr>
          <p:cNvCxnSpPr>
            <a:cxnSpLocks/>
          </p:cNvCxnSpPr>
          <p:nvPr/>
        </p:nvCxnSpPr>
        <p:spPr>
          <a:xfrm>
            <a:off x="8090696" y="1627909"/>
            <a:ext cx="1676759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6697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D482727E-8510-5F4B-8904-4D776FCF3B8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effectLst/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>
                    <a:effectLst/>
                  </a:rPr>
                  <a:t>-</a:t>
                </a:r>
                <a:r>
                  <a:rPr lang="en-US" dirty="0" err="1">
                    <a:effectLst/>
                  </a:rPr>
                  <a:t>GAN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/>
                  <a:t>results</a:t>
                </a:r>
                <a:endParaRPr lang="en" dirty="0">
                  <a:effectLst/>
                </a:endParaRPr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D482727E-8510-5F4B-8904-4D776FCF3B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05" t="-19672" b="-344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8DDE6-F262-E94A-BBD8-EAA56C3E2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" dirty="0"/>
              <a:t>Spring 2024</a:t>
            </a:r>
            <a:endParaRPr lang="ru-R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5831C-8ED2-6B41-B3D1-67B8994A1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D.. Derkach  Generative </a:t>
            </a:r>
            <a:r>
              <a:rPr lang="en-GB" dirty="0" err="1"/>
              <a:t>Modeling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13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AA9B47F-8F86-4643-B919-8F218760C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674" y="0"/>
            <a:ext cx="4117326" cy="6858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CEC704D-AAF6-3347-B23A-F39B9D046A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505" y="1107054"/>
            <a:ext cx="7839711" cy="5116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699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D482727E-8510-5F4B-8904-4D776FCF3B8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effectLst/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>
                    <a:effectLst/>
                  </a:rPr>
                  <a:t>-</a:t>
                </a:r>
                <a:r>
                  <a:rPr lang="en-US" dirty="0" err="1">
                    <a:effectLst/>
                  </a:rPr>
                  <a:t>GAN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/>
                  <a:t>Discussion</a:t>
                </a:r>
                <a:endParaRPr lang="en" dirty="0">
                  <a:effectLst/>
                </a:endParaRPr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D482727E-8510-5F4B-8904-4D776FCF3B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05" t="-19672" b="-344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8DDE6-F262-E94A-BBD8-EAA56C3E2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" dirty="0"/>
              <a:t>Spring 2024</a:t>
            </a:r>
            <a:endParaRPr lang="ru-R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5831C-8ED2-6B41-B3D1-67B8994A1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D.. Derkach  Generative </a:t>
            </a:r>
            <a:r>
              <a:rPr lang="en-GB" dirty="0" err="1"/>
              <a:t>Modeling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14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80FE3D1F-CCCD-5E4A-BE32-EDA4D90BA7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5642" y="952468"/>
                <a:ext cx="10499559" cy="5093462"/>
              </a:xfrm>
            </p:spPr>
            <p:txBody>
              <a:bodyPr>
                <a:noAutofit/>
              </a:bodyPr>
              <a:lstStyle/>
              <a:p>
                <a:r>
                  <a:rPr lang="en" dirty="0"/>
                  <a:t>Using </a:t>
                </a:r>
                <a14:m>
                  <m:oMath xmlns:m="http://schemas.openxmlformats.org/officeDocument/2006/math">
                    <m:r>
                      <a:rPr lang="en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" dirty="0"/>
                  <a:t>-GAN approach, one can estimate any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" dirty="0"/>
                  <a:t>-divergence.</a:t>
                </a:r>
              </a:p>
              <a:p>
                <a:r>
                  <a:rPr lang="en" dirty="0"/>
                  <a:t>Construction has some freedom in choice of function. </a:t>
                </a:r>
              </a:p>
              <a:p>
                <a:r>
                  <a:rPr lang="en" dirty="0"/>
                  <a:t>Using different </a:t>
                </a:r>
                <a14:m>
                  <m:oMath xmlns:m="http://schemas.openxmlformats.org/officeDocument/2006/math">
                    <m:r>
                      <a:rPr lang="en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" dirty="0"/>
                  <a:t>-divergence leads to very different learning dynamics. </a:t>
                </a:r>
              </a:p>
              <a:p>
                <a:r>
                  <a:rPr lang="en" dirty="0"/>
                  <a:t>Does not solve mode collapse problem.</a:t>
                </a:r>
              </a:p>
              <a:p>
                <a:r>
                  <a:rPr lang="en" dirty="0"/>
                  <a:t>We need a better way to train GANs.</a:t>
                </a:r>
                <a:br>
                  <a:rPr lang="en" dirty="0"/>
                </a:br>
                <a:endParaRPr lang="en" dirty="0">
                  <a:effectLst/>
                </a:endParaRPr>
              </a:p>
            </p:txBody>
          </p:sp>
        </mc:Choice>
        <mc:Fallback xmlns="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80FE3D1F-CCCD-5E4A-BE32-EDA4D90BA7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5642" y="952468"/>
                <a:ext cx="10499559" cy="5093462"/>
              </a:xfrm>
              <a:blipFill>
                <a:blip r:embed="rId3"/>
                <a:stretch>
                  <a:fillRect r="-36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8130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79D22-7949-6544-A49E-361186E06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Parisian Bakeries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633546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2727E-8510-5F4B-8904-4D776FCF3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>
                <a:effectLst/>
              </a:rPr>
              <a:t>Problem Statement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8DDE6-F262-E94A-BBD8-EAA56C3E2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" dirty="0"/>
              <a:t>Spring 2024</a:t>
            </a:r>
            <a:endParaRPr lang="ru-R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5831C-8ED2-6B41-B3D1-67B8994A1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D.. Derkach  Generative </a:t>
            </a:r>
            <a:r>
              <a:rPr lang="en-GB" dirty="0" err="1"/>
              <a:t>Modeling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16</a:t>
            </a:fld>
            <a:endParaRPr lang="ru-RU"/>
          </a:p>
        </p:txBody>
      </p:sp>
      <p:pic>
        <p:nvPicPr>
          <p:cNvPr id="1026" name="Picture 2" descr="UTOPIE -French Bakery | O'Bon Paris | Easy to be Parisian">
            <a:extLst>
              <a:ext uri="{FF2B5EF4-FFF2-40B4-BE49-F238E27FC236}">
                <a16:creationId xmlns:a16="http://schemas.microsoft.com/office/drawing/2014/main" id="{A64D85B2-D0AE-4B45-8C2A-F971455706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822" y="1739982"/>
            <a:ext cx="4729249" cy="3378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up Of Coffee With Croissant In Paris, France Stock Photo, Picture And  Royalty Free Image. Image 40016298.">
            <a:extLst>
              <a:ext uri="{FF2B5EF4-FFF2-40B4-BE49-F238E27FC236}">
                <a16:creationId xmlns:a16="http://schemas.microsoft.com/office/drawing/2014/main" id="{17B3E103-E716-6046-9F78-5AADA27D7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5142" y="1739982"/>
            <a:ext cx="3378036" cy="3378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FAAD66E1-ADEB-F646-A231-3D93E91C9637}"/>
              </a:ext>
            </a:extLst>
          </p:cNvPr>
          <p:cNvCxnSpPr/>
          <p:nvPr/>
        </p:nvCxnSpPr>
        <p:spPr>
          <a:xfrm>
            <a:off x="5220393" y="3428999"/>
            <a:ext cx="3009207" cy="0"/>
          </a:xfrm>
          <a:prstGeom prst="straightConnector1">
            <a:avLst/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0893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2727E-8510-5F4B-8904-4D776FCF3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>
                <a:effectLst/>
              </a:rPr>
              <a:t>Delivery Optimization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8DDE6-F262-E94A-BBD8-EAA56C3E2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" dirty="0"/>
              <a:t>Spring 2024</a:t>
            </a:r>
            <a:endParaRPr lang="ru-R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5831C-8ED2-6B41-B3D1-67B8994A1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D.. Derkach  Generative </a:t>
            </a:r>
            <a:r>
              <a:rPr lang="en-GB" dirty="0" err="1"/>
              <a:t>Modeling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17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F980FF5-707A-FC4B-AA01-9A1E4A54D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359" y="750839"/>
            <a:ext cx="9267536" cy="53563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>
                <a:extLst>
                  <a:ext uri="{FF2B5EF4-FFF2-40B4-BE49-F238E27FC236}">
                    <a16:creationId xmlns:a16="http://schemas.microsoft.com/office/drawing/2014/main" id="{D899D369-2D69-4A4A-B5C5-A5F0862665C3}"/>
                  </a:ext>
                </a:extLst>
              </p:cNvPr>
              <p:cNvSpPr/>
              <p:nvPr/>
            </p:nvSpPr>
            <p:spPr>
              <a:xfrm>
                <a:off x="1236204" y="5844440"/>
                <a:ext cx="10955795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" sz="2400" dirty="0">
                    <a:latin typeface="TextbookNew-Light-Identity-H"/>
                  </a:rPr>
                  <a:t>given a set of </a:t>
                </a:r>
                <a14:m>
                  <m:oMath xmlns:m="http://schemas.openxmlformats.org/officeDocument/2006/math">
                    <m:r>
                      <a:rPr lang="en" sz="24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" sz="2400" dirty="0">
                    <a:latin typeface="TextbookNew-Light-Identity-H"/>
                  </a:rPr>
                  <a:t> bakeries and </a:t>
                </a:r>
                <a14:m>
                  <m:oMath xmlns:m="http://schemas.openxmlformats.org/officeDocument/2006/math">
                    <m:r>
                      <a:rPr lang="en" sz="24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" sz="2400" dirty="0">
                    <a:latin typeface="TextbookNew-Light-Identity-H"/>
                  </a:rPr>
                  <a:t> cafes, what is the optimal way to transport loaves of bread between them? </a:t>
                </a:r>
                <a:endParaRPr lang="en" sz="2400" dirty="0">
                  <a:effectLst/>
                </a:endParaRPr>
              </a:p>
            </p:txBody>
          </p:sp>
        </mc:Choice>
        <mc:Fallback xmlns="">
          <p:sp>
            <p:nvSpPr>
              <p:cNvPr id="10" name="Прямоугольник 9">
                <a:extLst>
                  <a:ext uri="{FF2B5EF4-FFF2-40B4-BE49-F238E27FC236}">
                    <a16:creationId xmlns:a16="http://schemas.microsoft.com/office/drawing/2014/main" id="{D899D369-2D69-4A4A-B5C5-A5F0862665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204" y="5844440"/>
                <a:ext cx="10955795" cy="830997"/>
              </a:xfrm>
              <a:prstGeom prst="rect">
                <a:avLst/>
              </a:prstGeom>
              <a:blipFill>
                <a:blip r:embed="rId3"/>
                <a:stretch>
                  <a:fillRect l="-926" t="-4545" b="-151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1819265-A650-4E41-9DF8-8F4649F43115}"/>
              </a:ext>
            </a:extLst>
          </p:cNvPr>
          <p:cNvSpPr/>
          <p:nvPr/>
        </p:nvSpPr>
        <p:spPr>
          <a:xfrm>
            <a:off x="9385726" y="6308209"/>
            <a:ext cx="19350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G. Peyre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web-site</a:t>
            </a:r>
            <a:endParaRPr lang="ru-RU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57B8761-610C-BF45-C977-CCFB79EA6A5D}"/>
                  </a:ext>
                </a:extLst>
              </p14:cNvPr>
              <p14:cNvContentPartPr/>
              <p14:nvPr/>
            </p14:nvContentPartPr>
            <p14:xfrm>
              <a:off x="7674840" y="3555000"/>
              <a:ext cx="326880" cy="345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57B8761-610C-BF45-C977-CCFB79EA6A5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59000" y="3491640"/>
                <a:ext cx="358200" cy="47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D532145-CFEF-CFFE-F56F-97D70290882A}"/>
                  </a:ext>
                </a:extLst>
              </p14:cNvPr>
              <p14:cNvContentPartPr/>
              <p14:nvPr/>
            </p14:nvContentPartPr>
            <p14:xfrm>
              <a:off x="8046720" y="3141360"/>
              <a:ext cx="361080" cy="3744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D532145-CFEF-CFFE-F56F-97D70290882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30880" y="3078000"/>
                <a:ext cx="392400" cy="50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CCF7A93-C279-8FFE-D3F3-3FF3900FA21D}"/>
                  </a:ext>
                </a:extLst>
              </p14:cNvPr>
              <p14:cNvContentPartPr/>
              <p14:nvPr/>
            </p14:nvContentPartPr>
            <p14:xfrm>
              <a:off x="8096760" y="3466440"/>
              <a:ext cx="383760" cy="4456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CCF7A93-C279-8FFE-D3F3-3FF3900FA21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080920" y="3403080"/>
                <a:ext cx="415080" cy="57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05813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2727E-8510-5F4B-8904-4D776FCF3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>
                <a:effectLst/>
              </a:rPr>
              <a:t>Delivery Solutions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8DDE6-F262-E94A-BBD8-EAA56C3E2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" dirty="0"/>
              <a:t>Spring 2024</a:t>
            </a:r>
            <a:endParaRPr lang="ru-R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5831C-8ED2-6B41-B3D1-67B8994A1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D.. Derkach  Generative </a:t>
            </a:r>
            <a:r>
              <a:rPr lang="en-GB" dirty="0" err="1"/>
              <a:t>Modeling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18</a:t>
            </a:fld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899D369-2D69-4A4A-B5C5-A5F0862665C3}"/>
              </a:ext>
            </a:extLst>
          </p:cNvPr>
          <p:cNvSpPr/>
          <p:nvPr/>
        </p:nvSpPr>
        <p:spPr>
          <a:xfrm>
            <a:off x="1493709" y="5829622"/>
            <a:ext cx="109557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sz="2400" dirty="0"/>
              <a:t>We can estimate different possibilities, using the same matrix of costs. </a:t>
            </a:r>
            <a:endParaRPr lang="en" sz="3200" dirty="0">
              <a:effectLst/>
            </a:endParaRPr>
          </a:p>
        </p:txBody>
      </p:sp>
      <p:pic>
        <p:nvPicPr>
          <p:cNvPr id="4097" name="Picture 1" descr="page16image22107008">
            <a:extLst>
              <a:ext uri="{FF2B5EF4-FFF2-40B4-BE49-F238E27FC236}">
                <a16:creationId xmlns:a16="http://schemas.microsoft.com/office/drawing/2014/main" id="{BB73E228-E073-854C-8033-D188CC507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1979" y="862333"/>
            <a:ext cx="5908042" cy="4765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9933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2727E-8510-5F4B-8904-4D776FCF3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>
                <a:effectLst/>
              </a:rPr>
              <a:t>Optimal Delivery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8DDE6-F262-E94A-BBD8-EAA56C3E2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" dirty="0"/>
              <a:t>Spring 2024</a:t>
            </a:r>
            <a:endParaRPr lang="ru-R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5831C-8ED2-6B41-B3D1-67B8994A1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D.. Derkach  Generative </a:t>
            </a:r>
            <a:r>
              <a:rPr lang="en-GB" dirty="0" err="1"/>
              <a:t>Modeling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19</a:t>
            </a:fld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22AFBBF-E6B3-D145-BEA1-9C79A9906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066" y="838035"/>
            <a:ext cx="8789589" cy="565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5249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2727E-8510-5F4B-8904-4D776FCF3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>
                <a:effectLst/>
              </a:rPr>
              <a:t>Problem Statement: Monge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8DDE6-F262-E94A-BBD8-EAA56C3E2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" dirty="0"/>
              <a:t>Spring 2024</a:t>
            </a:r>
            <a:endParaRPr lang="ru-R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5831C-8ED2-6B41-B3D1-67B8994A1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D.. Derkach  Generative </a:t>
            </a:r>
            <a:r>
              <a:rPr lang="en-GB" dirty="0" err="1"/>
              <a:t>Modeling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20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798967C-C3C2-0347-87EA-CF5BA98DA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243" y="1084242"/>
            <a:ext cx="7205356" cy="19077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E333426-99EC-DC4B-8FC8-36255C6BC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99" y="3012787"/>
            <a:ext cx="7162800" cy="3213100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7719CD7-CDA3-FC4E-917C-AAFA946ABA5B}"/>
              </a:ext>
            </a:extLst>
          </p:cNvPr>
          <p:cNvSpPr/>
          <p:nvPr/>
        </p:nvSpPr>
        <p:spPr>
          <a:xfrm>
            <a:off x="3464388" y="6089803"/>
            <a:ext cx="57919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sz="2400" dirty="0">
                <a:latin typeface="TextbookNew-Light-Identity-H"/>
              </a:rPr>
              <a:t>The number of calculations rises as factorial. </a:t>
            </a:r>
            <a:endParaRPr lang="en" sz="2400" dirty="0">
              <a:effectLst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113458A-7948-7513-8BEF-6460C9920688}"/>
                  </a:ext>
                </a:extLst>
              </p14:cNvPr>
              <p14:cNvContentPartPr/>
              <p14:nvPr/>
            </p14:nvContentPartPr>
            <p14:xfrm>
              <a:off x="7938720" y="678960"/>
              <a:ext cx="59760" cy="261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113458A-7948-7513-8BEF-6460C992068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22880" y="615600"/>
                <a:ext cx="91080" cy="38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507675C-84A3-04CA-F19F-3CE93419638B}"/>
                  </a:ext>
                </a:extLst>
              </p14:cNvPr>
              <p14:cNvContentPartPr/>
              <p14:nvPr/>
            </p14:nvContentPartPr>
            <p14:xfrm>
              <a:off x="7967160" y="616680"/>
              <a:ext cx="254520" cy="309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507675C-84A3-04CA-F19F-3CE93419638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51320" y="553320"/>
                <a:ext cx="285840" cy="43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FBEF9E2-3B7B-045E-F259-DDE8FC8FB503}"/>
                  </a:ext>
                </a:extLst>
              </p14:cNvPr>
              <p14:cNvContentPartPr/>
              <p14:nvPr/>
            </p14:nvContentPartPr>
            <p14:xfrm>
              <a:off x="8331840" y="639360"/>
              <a:ext cx="87120" cy="284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FBEF9E2-3B7B-045E-F259-DDE8FC8FB50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316000" y="576000"/>
                <a:ext cx="118440" cy="41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938B994-2D72-ED1E-97D6-50A5085E3FAA}"/>
                  </a:ext>
                </a:extLst>
              </p14:cNvPr>
              <p14:cNvContentPartPr/>
              <p14:nvPr/>
            </p14:nvContentPartPr>
            <p14:xfrm>
              <a:off x="8267040" y="465120"/>
              <a:ext cx="243360" cy="2084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938B994-2D72-ED1E-97D6-50A5085E3FA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251200" y="401760"/>
                <a:ext cx="274680" cy="33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2C98668-A55C-E49C-84AD-1B81227EFD71}"/>
                  </a:ext>
                </a:extLst>
              </p14:cNvPr>
              <p14:cNvContentPartPr/>
              <p14:nvPr/>
            </p14:nvContentPartPr>
            <p14:xfrm>
              <a:off x="8778960" y="707400"/>
              <a:ext cx="130680" cy="172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2C98668-A55C-E49C-84AD-1B81227EFD7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763120" y="644040"/>
                <a:ext cx="16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3AEADC0-48CE-11B5-4C37-80D68BCC55A7}"/>
                  </a:ext>
                </a:extLst>
              </p14:cNvPr>
              <p14:cNvContentPartPr/>
              <p14:nvPr/>
            </p14:nvContentPartPr>
            <p14:xfrm>
              <a:off x="9056520" y="425520"/>
              <a:ext cx="322920" cy="3564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3AEADC0-48CE-11B5-4C37-80D68BCC55A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040680" y="362160"/>
                <a:ext cx="354240" cy="48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2F50F13-8F57-7BBF-395C-99A5E3911D7D}"/>
                  </a:ext>
                </a:extLst>
              </p14:cNvPr>
              <p14:cNvContentPartPr/>
              <p14:nvPr/>
            </p14:nvContentPartPr>
            <p14:xfrm>
              <a:off x="9470880" y="597960"/>
              <a:ext cx="214200" cy="1148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2F50F13-8F57-7BBF-395C-99A5E3911D7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455040" y="534600"/>
                <a:ext cx="24552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C4578D5-C34E-14C9-4203-87BC460EC079}"/>
                  </a:ext>
                </a:extLst>
              </p14:cNvPr>
              <p14:cNvContentPartPr/>
              <p14:nvPr/>
            </p14:nvContentPartPr>
            <p14:xfrm>
              <a:off x="9707400" y="555120"/>
              <a:ext cx="141840" cy="1630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C4578D5-C34E-14C9-4203-87BC460EC07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691560" y="491760"/>
                <a:ext cx="173160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15FEAD1-0809-51AE-8CA4-83BAEBBF1BA4}"/>
                  </a:ext>
                </a:extLst>
              </p14:cNvPr>
              <p14:cNvContentPartPr/>
              <p14:nvPr/>
            </p14:nvContentPartPr>
            <p14:xfrm>
              <a:off x="9906120" y="586080"/>
              <a:ext cx="180720" cy="171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15FEAD1-0809-51AE-8CA4-83BAEBBF1BA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890280" y="522720"/>
                <a:ext cx="212040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8EC38F5F-C677-3AD7-993C-7653CC65694C}"/>
                  </a:ext>
                </a:extLst>
              </p14:cNvPr>
              <p14:cNvContentPartPr/>
              <p14:nvPr/>
            </p14:nvContentPartPr>
            <p14:xfrm>
              <a:off x="9990360" y="415080"/>
              <a:ext cx="136080" cy="3322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8EC38F5F-C677-3AD7-993C-7653CC65694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974520" y="351720"/>
                <a:ext cx="167400" cy="45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5339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2727E-8510-5F4B-8904-4D776FCF3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>
                <a:effectLst/>
              </a:rPr>
              <a:t>Kantorovich: Add Bread Masses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8DDE6-F262-E94A-BBD8-EAA56C3E2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" dirty="0"/>
              <a:t>Spring 2024</a:t>
            </a:r>
            <a:endParaRPr lang="ru-R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5831C-8ED2-6B41-B3D1-67B8994A1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D.. Derkach  Generative </a:t>
            </a:r>
            <a:r>
              <a:rPr lang="en-GB" dirty="0" err="1"/>
              <a:t>Modeling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21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BEC8B8F2-6489-EC42-8A7C-69394CD052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5642" y="952468"/>
                <a:ext cx="10499559" cy="2476532"/>
              </a:xfr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" i="1" dirty="0" smtClean="0">
                        <a:latin typeface="Cambria Math" panose="02040503050406030204" pitchFamily="18" charset="0"/>
                      </a:rPr>
                      <m:t>∈ 1…</m:t>
                    </m:r>
                    <m:r>
                      <a:rPr lang="en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" dirty="0"/>
                  <a:t> the mass of bread held by each bakery;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 1…</m:t>
                    </m:r>
                    <m:r>
                      <a:rPr lang="en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" dirty="0"/>
                  <a:t>the mass of bread desired by each cafe;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=∑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" dirty="0"/>
                  <a:t>, bread produced  = bread needed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" dirty="0"/>
                  <a:t> the positions of bakeries and cafes;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" dirty="0"/>
                  <a:t>  transport of mass from </a:t>
                </a:r>
                <a14:m>
                  <m:oMath xmlns:m="http://schemas.openxmlformats.org/officeDocument/2006/math">
                    <m:r>
                      <a:rPr lang="en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" dirty="0"/>
                  <a:t> to </a:t>
                </a:r>
                <a14:m>
                  <m:oMath xmlns:m="http://schemas.openxmlformats.org/officeDocument/2006/math">
                    <m:r>
                      <a:rPr lang="en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" dirty="0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" dirty="0"/>
                  <a:t>  limiting capacity exists.</a:t>
                </a:r>
              </a:p>
              <a:p>
                <a:endParaRPr lang="en" dirty="0"/>
              </a:p>
            </p:txBody>
          </p:sp>
        </mc:Choice>
        <mc:Fallback xmlns="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BEC8B8F2-6489-EC42-8A7C-69394CD052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5642" y="952468"/>
                <a:ext cx="10499559" cy="2476532"/>
              </a:xfrm>
              <a:blipFill>
                <a:blip r:embed="rId2"/>
                <a:stretch>
                  <a:fillRect b="-751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213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2727E-8510-5F4B-8904-4D776FCF3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Paris deliveries</a:t>
            </a:r>
            <a:endParaRPr lang="en" dirty="0">
              <a:effectLst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8DDE6-F262-E94A-BBD8-EAA56C3E2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" dirty="0"/>
              <a:t>Spring 2024</a:t>
            </a:r>
            <a:endParaRPr lang="ru-R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5831C-8ED2-6B41-B3D1-67B8994A1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D.. Derkach  Generative </a:t>
            </a:r>
            <a:r>
              <a:rPr lang="en-GB" dirty="0" err="1"/>
              <a:t>Modeling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22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2369698-52B3-9145-AD92-2DDDF3F82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428" y="1750872"/>
            <a:ext cx="7410477" cy="3111873"/>
          </a:xfrm>
          <a:prstGeom prst="rect">
            <a:avLst/>
          </a:prstGeom>
        </p:spPr>
      </p:pic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C1573908-E874-0D40-9D7A-26BAEA6C3D96}"/>
              </a:ext>
            </a:extLst>
          </p:cNvPr>
          <p:cNvGrpSpPr/>
          <p:nvPr/>
        </p:nvGrpSpPr>
        <p:grpSpPr>
          <a:xfrm>
            <a:off x="391573" y="1128011"/>
            <a:ext cx="10693795" cy="4107409"/>
            <a:chOff x="391573" y="1128011"/>
            <a:chExt cx="10693795" cy="4107409"/>
          </a:xfrm>
        </p:grpSpPr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6B676178-E70B-BA4F-8443-EE59B456F2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1573" y="1622579"/>
              <a:ext cx="7122785" cy="3612841"/>
            </a:xfrm>
            <a:prstGeom prst="rect">
              <a:avLst/>
            </a:prstGeom>
          </p:spPr>
        </p:pic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C8F52AFE-445D-914A-82F5-5C53068421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07431" y="1128011"/>
              <a:ext cx="3577937" cy="3912324"/>
            </a:xfrm>
            <a:prstGeom prst="rect">
              <a:avLst/>
            </a:prstGeom>
          </p:spPr>
        </p:pic>
      </p:grp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5EDD1FA-E4AF-FD4D-A70F-0B6EE433CB8E}"/>
              </a:ext>
            </a:extLst>
          </p:cNvPr>
          <p:cNvSpPr/>
          <p:nvPr/>
        </p:nvSpPr>
        <p:spPr>
          <a:xfrm>
            <a:off x="405428" y="977776"/>
            <a:ext cx="6149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sz="2400" dirty="0"/>
              <a:t>Deliver the bread to the café, which needs it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E11D4B9-226F-964D-BC4D-A583B52995D7}"/>
              </a:ext>
            </a:extLst>
          </p:cNvPr>
          <p:cNvSpPr/>
          <p:nvPr/>
        </p:nvSpPr>
        <p:spPr>
          <a:xfrm>
            <a:off x="759244" y="5472182"/>
            <a:ext cx="57286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sz="2400" dirty="0"/>
              <a:t>Optimal plan for minimal efforts needed.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3E4CFD9-E95B-BF41-AC09-5E387748CB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5200" y="72192"/>
            <a:ext cx="6146800" cy="1016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105D8E2-3627-E4C3-FCED-937EBA6A50C2}"/>
                  </a:ext>
                </a:extLst>
              </p14:cNvPr>
              <p14:cNvContentPartPr/>
              <p14:nvPr/>
            </p14:nvContentPartPr>
            <p14:xfrm>
              <a:off x="7052760" y="5064120"/>
              <a:ext cx="28800" cy="340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105D8E2-3627-E4C3-FCED-937EBA6A50C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36920" y="5000760"/>
                <a:ext cx="60120" cy="46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28FF928-6A35-6D5E-C7CF-9D39ED4A885A}"/>
                  </a:ext>
                </a:extLst>
              </p14:cNvPr>
              <p14:cNvContentPartPr/>
              <p14:nvPr/>
            </p14:nvContentPartPr>
            <p14:xfrm>
              <a:off x="6917040" y="5022720"/>
              <a:ext cx="338400" cy="4046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28FF928-6A35-6D5E-C7CF-9D39ED4A885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901200" y="4959360"/>
                <a:ext cx="369720" cy="53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4821BD7-90A5-E610-1015-0A5FDD520D55}"/>
                  </a:ext>
                </a:extLst>
              </p14:cNvPr>
              <p14:cNvContentPartPr/>
              <p14:nvPr/>
            </p14:nvContentPartPr>
            <p14:xfrm>
              <a:off x="7283520" y="5190120"/>
              <a:ext cx="109080" cy="1882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4821BD7-90A5-E610-1015-0A5FDD520D5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267680" y="5126760"/>
                <a:ext cx="140400" cy="3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650174E-C793-DE25-AA9C-C56958FBED17}"/>
                  </a:ext>
                </a:extLst>
              </p14:cNvPr>
              <p14:cNvContentPartPr/>
              <p14:nvPr/>
            </p14:nvContentPartPr>
            <p14:xfrm>
              <a:off x="7460280" y="5157360"/>
              <a:ext cx="170280" cy="2185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650174E-C793-DE25-AA9C-C56958FBED1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444440" y="5094000"/>
                <a:ext cx="201600" cy="34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4B1F34C-F31B-6721-B9F1-650E6FB1A702}"/>
                  </a:ext>
                </a:extLst>
              </p14:cNvPr>
              <p14:cNvContentPartPr/>
              <p14:nvPr/>
            </p14:nvContentPartPr>
            <p14:xfrm>
              <a:off x="7760160" y="5168520"/>
              <a:ext cx="266400" cy="2149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4B1F34C-F31B-6721-B9F1-650E6FB1A70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744320" y="5105160"/>
                <a:ext cx="297720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8948BD1-4F0D-AE33-DA46-DAF2C13AC16D}"/>
                  </a:ext>
                </a:extLst>
              </p14:cNvPr>
              <p14:cNvContentPartPr/>
              <p14:nvPr/>
            </p14:nvContentPartPr>
            <p14:xfrm>
              <a:off x="7958520" y="5075640"/>
              <a:ext cx="22680" cy="115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8948BD1-4F0D-AE33-DA46-DAF2C13AC16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942680" y="5012280"/>
                <a:ext cx="5400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C8FE49E-8034-52F2-E0D7-A415BBD29DF8}"/>
                  </a:ext>
                </a:extLst>
              </p14:cNvPr>
              <p14:cNvContentPartPr/>
              <p14:nvPr/>
            </p14:nvContentPartPr>
            <p14:xfrm>
              <a:off x="8068320" y="5163120"/>
              <a:ext cx="178920" cy="1666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C8FE49E-8034-52F2-E0D7-A415BBD29DF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052480" y="5099760"/>
                <a:ext cx="21024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801A00D-D689-6E5D-1692-A8BC36C494A8}"/>
                  </a:ext>
                </a:extLst>
              </p14:cNvPr>
              <p14:cNvContentPartPr/>
              <p14:nvPr/>
            </p14:nvContentPartPr>
            <p14:xfrm>
              <a:off x="8303760" y="5142960"/>
              <a:ext cx="164520" cy="1965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801A00D-D689-6E5D-1692-A8BC36C494A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287920" y="5079600"/>
                <a:ext cx="195840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AE19EAA6-46A7-4DA8-580D-DF36F587348A}"/>
                  </a:ext>
                </a:extLst>
              </p14:cNvPr>
              <p14:cNvContentPartPr/>
              <p14:nvPr/>
            </p14:nvContentPartPr>
            <p14:xfrm>
              <a:off x="8784720" y="4905720"/>
              <a:ext cx="31680" cy="4237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E19EAA6-46A7-4DA8-580D-DF36F587348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768880" y="4842360"/>
                <a:ext cx="63000" cy="55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0747CA18-BD95-B5C5-4D44-10C4F46419E9}"/>
                  </a:ext>
                </a:extLst>
              </p14:cNvPr>
              <p14:cNvContentPartPr/>
              <p14:nvPr/>
            </p14:nvContentPartPr>
            <p14:xfrm>
              <a:off x="8671680" y="5103720"/>
              <a:ext cx="221040" cy="572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0747CA18-BD95-B5C5-4D44-10C4F46419E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655840" y="5040360"/>
                <a:ext cx="25236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8870F51-942F-0ED6-3C8D-F9AC3F9313D6}"/>
                  </a:ext>
                </a:extLst>
              </p14:cNvPr>
              <p14:cNvContentPartPr/>
              <p14:nvPr/>
            </p14:nvContentPartPr>
            <p14:xfrm>
              <a:off x="8943120" y="4866840"/>
              <a:ext cx="303120" cy="4525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8870F51-942F-0ED6-3C8D-F9AC3F9313D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927280" y="4803480"/>
                <a:ext cx="334440" cy="57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C622AD34-7B2A-1A55-8B1C-331E230F344C}"/>
                  </a:ext>
                </a:extLst>
              </p14:cNvPr>
              <p14:cNvContentPartPr/>
              <p14:nvPr/>
            </p14:nvContentPartPr>
            <p14:xfrm>
              <a:off x="9333720" y="5069880"/>
              <a:ext cx="334440" cy="2379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C622AD34-7B2A-1A55-8B1C-331E230F344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317880" y="5006520"/>
                <a:ext cx="365760" cy="3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888E080A-0E16-D7FD-1FD5-53EFE5DD7163}"/>
                  </a:ext>
                </a:extLst>
              </p14:cNvPr>
              <p14:cNvContentPartPr/>
              <p14:nvPr/>
            </p14:nvContentPartPr>
            <p14:xfrm>
              <a:off x="7047000" y="5465880"/>
              <a:ext cx="3175920" cy="1645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888E080A-0E16-D7FD-1FD5-53EFE5DD716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031160" y="5402520"/>
                <a:ext cx="3207240" cy="29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40506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2727E-8510-5F4B-8904-4D776FCF3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>
                <a:effectLst/>
              </a:rPr>
              <a:t>Kantorovich: Add Bread Masses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8DDE6-F262-E94A-BBD8-EAA56C3E2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" dirty="0"/>
              <a:t>Spring 2024</a:t>
            </a:r>
            <a:endParaRPr lang="ru-R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5831C-8ED2-6B41-B3D1-67B8994A1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D.. Derkach  Generative </a:t>
            </a:r>
            <a:r>
              <a:rPr lang="en-GB" dirty="0" err="1"/>
              <a:t>Modeling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23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BEC8B8F2-6489-EC42-8A7C-69394CD052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5642" y="952468"/>
                <a:ext cx="10499559" cy="2476532"/>
              </a:xfr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" i="1" dirty="0" smtClean="0">
                        <a:latin typeface="Cambria Math" panose="02040503050406030204" pitchFamily="18" charset="0"/>
                      </a:rPr>
                      <m:t>∈ 1…</m:t>
                    </m:r>
                    <m:r>
                      <a:rPr lang="en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" dirty="0"/>
                  <a:t> the mass of bread held by each bakery;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 1…</m:t>
                    </m:r>
                    <m:r>
                      <a:rPr lang="en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" dirty="0"/>
                  <a:t>the mass of bread desired by each cafe;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=∑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" dirty="0"/>
                  <a:t>, bread produced  = bread needed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" dirty="0"/>
                  <a:t> the positions of bakeries and cafes;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" dirty="0"/>
                  <a:t>  transport of mass from </a:t>
                </a:r>
                <a14:m>
                  <m:oMath xmlns:m="http://schemas.openxmlformats.org/officeDocument/2006/math">
                    <m:r>
                      <a:rPr lang="en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" dirty="0"/>
                  <a:t> to </a:t>
                </a:r>
                <a14:m>
                  <m:oMath xmlns:m="http://schemas.openxmlformats.org/officeDocument/2006/math">
                    <m:r>
                      <a:rPr lang="en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" dirty="0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" dirty="0"/>
                  <a:t>  limiting capacity exists.</a:t>
                </a:r>
              </a:p>
              <a:p>
                <a:r>
                  <a:rPr lang="en" dirty="0"/>
                  <a:t>Need to solve a problem:</a:t>
                </a:r>
              </a:p>
              <a:p>
                <a:pPr marL="309600" indent="0" algn="ctr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</m:oMath>
                  </m:oMathPara>
                </a14:m>
                <a:endParaRPr lang="en" dirty="0"/>
              </a:p>
              <a:p>
                <a:endParaRPr lang="en" dirty="0"/>
              </a:p>
            </p:txBody>
          </p:sp>
        </mc:Choice>
        <mc:Fallback xmlns="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BEC8B8F2-6489-EC42-8A7C-69394CD052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5642" y="952468"/>
                <a:ext cx="10499559" cy="2476532"/>
              </a:xfrm>
              <a:blipFill>
                <a:blip r:embed="rId2"/>
                <a:stretch>
                  <a:fillRect b="-17817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191FFEA-B5CC-EBB7-1CF8-AE9861A0764D}"/>
                  </a:ext>
                </a:extLst>
              </p14:cNvPr>
              <p14:cNvContentPartPr/>
              <p14:nvPr/>
            </p14:nvContentPartPr>
            <p14:xfrm>
              <a:off x="4539600" y="5267520"/>
              <a:ext cx="39960" cy="741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191FFEA-B5CC-EBB7-1CF8-AE9861A0764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23760" y="5204160"/>
                <a:ext cx="71280" cy="86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57DDDA6-7206-88FB-70EB-8124F456A5E5}"/>
                  </a:ext>
                </a:extLst>
              </p14:cNvPr>
              <p14:cNvContentPartPr/>
              <p14:nvPr/>
            </p14:nvContentPartPr>
            <p14:xfrm>
              <a:off x="4539600" y="5052960"/>
              <a:ext cx="2458800" cy="10472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57DDDA6-7206-88FB-70EB-8124F456A5E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23760" y="4989600"/>
                <a:ext cx="2490120" cy="11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59CD248-1F95-BCB2-C4E2-FEED2BB98E6D}"/>
                  </a:ext>
                </a:extLst>
              </p14:cNvPr>
              <p14:cNvContentPartPr/>
              <p14:nvPr/>
            </p14:nvContentPartPr>
            <p14:xfrm>
              <a:off x="4658400" y="6088320"/>
              <a:ext cx="2360880" cy="147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59CD248-1F95-BCB2-C4E2-FEED2BB98E6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42560" y="6024960"/>
                <a:ext cx="2392200" cy="2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E6C77F0-5C1B-CCBA-A100-7CBA3D9F6D40}"/>
                  </a:ext>
                </a:extLst>
              </p14:cNvPr>
              <p14:cNvContentPartPr/>
              <p14:nvPr/>
            </p14:nvContentPartPr>
            <p14:xfrm>
              <a:off x="1915920" y="3608280"/>
              <a:ext cx="2409120" cy="1494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E6C77F0-5C1B-CCBA-A100-7CBA3D9F6D4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900080" y="3544920"/>
                <a:ext cx="244044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8D306C2-0C07-A496-6BD9-B3300E50DB2C}"/>
                  </a:ext>
                </a:extLst>
              </p14:cNvPr>
              <p14:cNvContentPartPr/>
              <p14:nvPr/>
            </p14:nvContentPartPr>
            <p14:xfrm>
              <a:off x="6288480" y="5817960"/>
              <a:ext cx="351360" cy="666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8D306C2-0C07-A496-6BD9-B3300E50DB2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272640" y="5754600"/>
                <a:ext cx="382680" cy="193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09465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79D22-7949-6544-A49E-361186E06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Wasserstein Distance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0850591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28B284D-0C46-E34D-BB05-D2A311784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126" y="279267"/>
            <a:ext cx="8250350" cy="49514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2276E8-6D41-EE40-9DED-517662735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126" y="279268"/>
            <a:ext cx="8250350" cy="49514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F463CF-CD89-BA4C-ACE1-B87325FBEF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5126" y="290993"/>
            <a:ext cx="8250350" cy="49514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A6F8AA5-5F4F-2842-AB9C-A4754ACEFF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7434" y="1217792"/>
                <a:ext cx="4407429" cy="5443230"/>
              </a:xfrm>
            </p:spPr>
            <p:txBody>
              <a:bodyPr/>
              <a:lstStyle/>
              <a:p>
                <a:r>
                  <a:rPr lang="en-RU" dirty="0"/>
                  <a:t>Distributions </a:t>
                </a:r>
                <a14:m>
                  <m:oMath xmlns:m="http://schemas.openxmlformats.org/officeDocument/2006/math">
                    <m:r>
                      <a:rPr lang="en-RU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RU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RU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RU" dirty="0"/>
                  <a:t> and </a:t>
                </a:r>
                <a14:m>
                  <m:oMath xmlns:m="http://schemas.openxmlformats.org/officeDocument/2006/math">
                    <m:r>
                      <a:rPr lang="en-RU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RU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RU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RU" dirty="0"/>
                  <a:t> are viewed as describing the </a:t>
                </a:r>
                <a:r>
                  <a:rPr lang="en-RU" b="1" dirty="0">
                    <a:solidFill>
                      <a:schemeClr val="tx2"/>
                    </a:solidFill>
                  </a:rPr>
                  <a:t>amounts of “dirt” at point </a:t>
                </a:r>
                <a14:m>
                  <m:oMath xmlns:m="http://schemas.openxmlformats.org/officeDocument/2006/math">
                    <m:r>
                      <a:rPr lang="en-RU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RU" b="1" dirty="0"/>
              </a:p>
              <a:p>
                <a:r>
                  <a:rPr lang="en-RU" dirty="0"/>
                  <a:t>We want to convert one distribution into the other by </a:t>
                </a:r>
                <a:r>
                  <a:rPr lang="en-RU" b="1" dirty="0">
                    <a:solidFill>
                      <a:schemeClr val="tx2"/>
                    </a:solidFill>
                  </a:rPr>
                  <a:t>moving around</a:t>
                </a:r>
                <a:r>
                  <a:rPr lang="en-RU" dirty="0"/>
                  <a:t> some amounts of dirt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A6F8AA5-5F4F-2842-AB9C-A4754ACEFF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7434" y="1217792"/>
                <a:ext cx="4407429" cy="5443230"/>
              </a:xfrm>
              <a:blipFill>
                <a:blip r:embed="rId5"/>
                <a:stretch>
                  <a:fillRect l="-575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6048FA30-586B-244F-9410-B6987335B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Wasserstein distance</a:t>
            </a:r>
            <a:endParaRPr lang="en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10F337-3909-C342-A597-177F1417389E}"/>
              </a:ext>
            </a:extLst>
          </p:cNvPr>
          <p:cNvSpPr txBox="1"/>
          <p:nvPr/>
        </p:nvSpPr>
        <p:spPr>
          <a:xfrm>
            <a:off x="192505" y="626659"/>
            <a:ext cx="4240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dirty="0"/>
              <a:t>Also called “Earth mover’s distance” (EMD)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CEFA3C1E-63F9-DA43-A319-F7646E7DAB1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7434" y="5049249"/>
                <a:ext cx="10608204" cy="189372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88000" indent="-288000" algn="l" defTabSz="914400" rtl="0" eaLnBrk="1" fontAlgn="ctr" latinLnBrk="0" hangingPunct="1">
                  <a:lnSpc>
                    <a:spcPct val="125000"/>
                  </a:lnSpc>
                  <a:spcBef>
                    <a:spcPts val="700"/>
                  </a:spcBef>
                  <a:buClr>
                    <a:schemeClr val="tx2"/>
                  </a:buClr>
                  <a:buSzPct val="70000"/>
                  <a:buFont typeface="Menlo Bold" panose="020B0609030804020204" pitchFamily="49" charset="0"/>
                  <a:buChar char="▶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48000" indent="-288000" algn="l" defTabSz="914400" rtl="0" eaLnBrk="1" fontAlgn="ctr" latinLnBrk="0" hangingPunct="1">
                  <a:lnSpc>
                    <a:spcPct val="125000"/>
                  </a:lnSpc>
                  <a:spcBef>
                    <a:spcPts val="700"/>
                  </a:spcBef>
                  <a:buClr>
                    <a:schemeClr val="tx1"/>
                  </a:buClr>
                  <a:buFont typeface="System Font Regular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54000" indent="-288000" algn="l" defTabSz="914400" rtl="0" eaLnBrk="1" fontAlgn="ctr" latinLnBrk="0" hangingPunct="1">
                  <a:lnSpc>
                    <a:spcPct val="125000"/>
                  </a:lnSpc>
                  <a:spcBef>
                    <a:spcPts val="700"/>
                  </a:spcBef>
                  <a:buClr>
                    <a:schemeClr val="tx1"/>
                  </a:buClr>
                  <a:buFont typeface="System Font Regular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38400" indent="-288000" algn="l" defTabSz="914400" rtl="0" eaLnBrk="1" fontAlgn="ctr" latinLnBrk="0" hangingPunct="1">
                  <a:lnSpc>
                    <a:spcPct val="125000"/>
                  </a:lnSpc>
                  <a:spcBef>
                    <a:spcPts val="700"/>
                  </a:spcBef>
                  <a:buClr>
                    <a:schemeClr val="tx1"/>
                  </a:buClr>
                  <a:buFont typeface="System Font Regular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8000" indent="-288000" algn="l" defTabSz="914400" rtl="0" eaLnBrk="1" fontAlgn="ctr" latinLnBrk="0" hangingPunct="1">
                  <a:lnSpc>
                    <a:spcPct val="125000"/>
                  </a:lnSpc>
                  <a:spcBef>
                    <a:spcPts val="700"/>
                  </a:spcBef>
                  <a:buClr>
                    <a:schemeClr val="tx1"/>
                  </a:buClr>
                  <a:buFont typeface="System Font Regular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RU" dirty="0"/>
                  <a:t>The cost of moving an amount </a:t>
                </a:r>
                <a14:m>
                  <m:oMath xmlns:m="http://schemas.openxmlformats.org/officeDocument/2006/math">
                    <m:r>
                      <a:rPr lang="en-RU" b="1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RU" dirty="0"/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RU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U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RU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RU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RU" b="1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U" b="1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RU" dirty="0"/>
                  <a:t> is </a:t>
                </a:r>
                <a14:m>
                  <m:oMath xmlns:m="http://schemas.openxmlformats.org/officeDocument/2006/math">
                    <m:r>
                      <a:rPr lang="en-RU" b="1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RU" i="1" dirty="0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‖"/>
                        <m:endChr m:val="‖"/>
                        <m:ctrlPr>
                          <a:rPr lang="en-RU" b="1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RU" b="1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RU" b="1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RU" b="1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RU" i="1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RU" b="1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RU" b="1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RU" b="1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endParaRPr lang="en-RU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RU" dirty="0" smtClean="0">
                        <a:latin typeface="Cambria Math" panose="02040503050406030204" pitchFamily="18" charset="0"/>
                      </a:rPr>
                      <m:t>EMD</m:t>
                    </m:r>
                    <m:r>
                      <a:rPr lang="en-RU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RU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RU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RU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RU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RU" dirty="0"/>
                  <a:t> = </a:t>
                </a:r>
                <a:r>
                  <a:rPr lang="en-RU" b="1" dirty="0">
                    <a:solidFill>
                      <a:schemeClr val="accent1"/>
                    </a:solidFill>
                  </a:rPr>
                  <a:t>minimum total cost</a:t>
                </a:r>
                <a:r>
                  <a:rPr lang="en-RU" dirty="0"/>
                  <a:t> of converting </a:t>
                </a:r>
                <a14:m>
                  <m:oMath xmlns:m="http://schemas.openxmlformats.org/officeDocument/2006/math">
                    <m:r>
                      <a:rPr lang="en-RU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RU" dirty="0"/>
                  <a:t> into </a:t>
                </a:r>
                <a14:m>
                  <m:oMath xmlns:m="http://schemas.openxmlformats.org/officeDocument/2006/math">
                    <m:r>
                      <a:rPr lang="en-RU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RU" dirty="0"/>
              </a:p>
            </p:txBody>
          </p:sp>
        </mc:Choice>
        <mc:Fallback xmlns="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CEFA3C1E-63F9-DA43-A319-F7646E7DA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434" y="5049249"/>
                <a:ext cx="10608204" cy="1893725"/>
              </a:xfrm>
              <a:prstGeom prst="rect">
                <a:avLst/>
              </a:prstGeom>
              <a:blipFill>
                <a:blip r:embed="rId6"/>
                <a:stretch>
                  <a:fillRect l="-239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2C4CAEC-6A05-AB4D-99F0-91840EB32A84}"/>
              </a:ext>
            </a:extLst>
          </p:cNvPr>
          <p:cNvSpPr txBox="1"/>
          <p:nvPr/>
        </p:nvSpPr>
        <p:spPr>
          <a:xfrm>
            <a:off x="1704109" y="60890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85D4E6F5-05EB-434B-833A-00F56CB12D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20393" y="6492875"/>
            <a:ext cx="1751214" cy="365125"/>
          </a:xfrm>
        </p:spPr>
        <p:txBody>
          <a:bodyPr/>
          <a:lstStyle/>
          <a:p>
            <a:r>
              <a:rPr lang="en" dirty="0"/>
              <a:t>Spring 2024</a:t>
            </a:r>
            <a:endParaRPr lang="ru-RU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F3D7262-8FE1-1444-8DA4-95D42049C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2505" y="6492875"/>
            <a:ext cx="3767667" cy="365125"/>
          </a:xfrm>
        </p:spPr>
        <p:txBody>
          <a:bodyPr/>
          <a:lstStyle/>
          <a:p>
            <a:r>
              <a:rPr lang="en-GB" dirty="0"/>
              <a:t>D.. Derkach  Generative </a:t>
            </a:r>
            <a:r>
              <a:rPr lang="en-GB" dirty="0" err="1"/>
              <a:t>Modeling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1FDE2885-5C4A-0245-B27B-EFE4BFF75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295" y="6492875"/>
            <a:ext cx="2743200" cy="365125"/>
          </a:xfrm>
        </p:spPr>
        <p:txBody>
          <a:bodyPr/>
          <a:lstStyle/>
          <a:p>
            <a:fld id="{21ABC42C-C6CC-47FC-904E-31573FDBB029}" type="slidenum">
              <a:rPr lang="ru-RU" smtClean="0"/>
              <a:pPr/>
              <a:t>25</a:t>
            </a:fld>
            <a:endParaRPr lang="ru-R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34EB385-4EB9-E452-01B7-535AB597F643}"/>
                  </a:ext>
                </a:extLst>
              </p14:cNvPr>
              <p14:cNvContentPartPr/>
              <p14:nvPr/>
            </p14:nvContentPartPr>
            <p14:xfrm>
              <a:off x="5666040" y="458280"/>
              <a:ext cx="175680" cy="28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34EB385-4EB9-E452-01B7-535AB597F64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650200" y="394920"/>
                <a:ext cx="20700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D34B785-5FAD-6122-E02F-DF7D47BB9425}"/>
                  </a:ext>
                </a:extLst>
              </p14:cNvPr>
              <p14:cNvContentPartPr/>
              <p14:nvPr/>
            </p14:nvContentPartPr>
            <p14:xfrm>
              <a:off x="6066000" y="349560"/>
              <a:ext cx="285120" cy="2394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D34B785-5FAD-6122-E02F-DF7D47BB942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050160" y="286200"/>
                <a:ext cx="316440" cy="36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673B2D6-9472-177A-A1ED-3120B29C3071}"/>
                  </a:ext>
                </a:extLst>
              </p14:cNvPr>
              <p14:cNvContentPartPr/>
              <p14:nvPr/>
            </p14:nvContentPartPr>
            <p14:xfrm>
              <a:off x="6379920" y="367920"/>
              <a:ext cx="266760" cy="1638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673B2D6-9472-177A-A1ED-3120B29C307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64080" y="304560"/>
                <a:ext cx="298080" cy="2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1925412-23A8-4926-05BD-0134F24B1B24}"/>
                  </a:ext>
                </a:extLst>
              </p14:cNvPr>
              <p14:cNvContentPartPr/>
              <p14:nvPr/>
            </p14:nvContentPartPr>
            <p14:xfrm>
              <a:off x="6758280" y="362880"/>
              <a:ext cx="272160" cy="1522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1925412-23A8-4926-05BD-0134F24B1B2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742440" y="299520"/>
                <a:ext cx="303480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0CF1D43-D322-29A9-EE5C-87A57452B6BF}"/>
                  </a:ext>
                </a:extLst>
              </p14:cNvPr>
              <p14:cNvContentPartPr/>
              <p14:nvPr/>
            </p14:nvContentPartPr>
            <p14:xfrm>
              <a:off x="7131960" y="152640"/>
              <a:ext cx="102240" cy="3794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0CF1D43-D322-29A9-EE5C-87A57452B6B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116120" y="89280"/>
                <a:ext cx="133560" cy="50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F46FF04-9661-E5FC-D22C-7909BFE3D7AD}"/>
                  </a:ext>
                </a:extLst>
              </p14:cNvPr>
              <p14:cNvContentPartPr/>
              <p14:nvPr/>
            </p14:nvContentPartPr>
            <p14:xfrm>
              <a:off x="7052760" y="316800"/>
              <a:ext cx="198360" cy="514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F46FF04-9661-E5FC-D22C-7909BFE3D7A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036920" y="253440"/>
                <a:ext cx="22968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B9977A4-3BF0-AFBA-EEEB-F84D33E49485}"/>
                  </a:ext>
                </a:extLst>
              </p14:cNvPr>
              <p14:cNvContentPartPr/>
              <p14:nvPr/>
            </p14:nvContentPartPr>
            <p14:xfrm>
              <a:off x="3313800" y="1029960"/>
              <a:ext cx="275400" cy="1749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B9977A4-3BF0-AFBA-EEEB-F84D33E4948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297960" y="966600"/>
                <a:ext cx="306720" cy="3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559BA85-5046-5B20-DD41-994A2A1E67B7}"/>
                  </a:ext>
                </a:extLst>
              </p14:cNvPr>
              <p14:cNvContentPartPr/>
              <p14:nvPr/>
            </p14:nvContentPartPr>
            <p14:xfrm>
              <a:off x="3538440" y="945000"/>
              <a:ext cx="84600" cy="2548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559BA85-5046-5B20-DD41-994A2A1E67B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522600" y="881640"/>
                <a:ext cx="115920" cy="38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6A0DCDE-1E80-76A6-8493-833AD0FC0F79}"/>
                  </a:ext>
                </a:extLst>
              </p14:cNvPr>
              <p14:cNvContentPartPr/>
              <p14:nvPr/>
            </p14:nvContentPartPr>
            <p14:xfrm>
              <a:off x="3730320" y="1080720"/>
              <a:ext cx="68040" cy="1393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6A0DCDE-1E80-76A6-8493-833AD0FC0F7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714480" y="1017360"/>
                <a:ext cx="9936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526B98F-DC86-1BCA-309C-8B13637C9AAC}"/>
                  </a:ext>
                </a:extLst>
              </p14:cNvPr>
              <p14:cNvContentPartPr/>
              <p14:nvPr/>
            </p14:nvContentPartPr>
            <p14:xfrm>
              <a:off x="3724560" y="990360"/>
              <a:ext cx="62640" cy="226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526B98F-DC86-1BCA-309C-8B13637C9AAC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708720" y="927000"/>
                <a:ext cx="9396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C0BA5732-609C-6AFF-441C-5CCF5BF55BCD}"/>
                  </a:ext>
                </a:extLst>
              </p14:cNvPr>
              <p14:cNvContentPartPr/>
              <p14:nvPr/>
            </p14:nvContentPartPr>
            <p14:xfrm>
              <a:off x="3855240" y="1017360"/>
              <a:ext cx="191160" cy="2152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C0BA5732-609C-6AFF-441C-5CCF5BF55BCD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839400" y="954000"/>
                <a:ext cx="222480" cy="34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9397CB01-47C1-0964-EE89-F0BB048A4708}"/>
                  </a:ext>
                </a:extLst>
              </p14:cNvPr>
              <p14:cNvContentPartPr/>
              <p14:nvPr/>
            </p14:nvContentPartPr>
            <p14:xfrm>
              <a:off x="4075560" y="1042560"/>
              <a:ext cx="209880" cy="1504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9397CB01-47C1-0964-EE89-F0BB048A4708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059720" y="979200"/>
                <a:ext cx="24120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A7786F22-CB09-9451-76F2-56997DC5FE31}"/>
                  </a:ext>
                </a:extLst>
              </p14:cNvPr>
              <p14:cNvContentPartPr/>
              <p14:nvPr/>
            </p14:nvContentPartPr>
            <p14:xfrm>
              <a:off x="4398120" y="1193760"/>
              <a:ext cx="23040" cy="61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A7786F22-CB09-9451-76F2-56997DC5FE31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382280" y="1130400"/>
                <a:ext cx="5436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4899BA22-BA09-0E40-FDA1-C603333DAF53}"/>
                  </a:ext>
                </a:extLst>
              </p14:cNvPr>
              <p14:cNvContentPartPr/>
              <p14:nvPr/>
            </p14:nvContentPartPr>
            <p14:xfrm>
              <a:off x="3067920" y="5267880"/>
              <a:ext cx="2592720" cy="10360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4899BA22-BA09-0E40-FDA1-C603333DAF53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052080" y="5204520"/>
                <a:ext cx="2624040" cy="11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0EBF87FC-6AC7-5C2E-0B04-FF18D2615E7C}"/>
                  </a:ext>
                </a:extLst>
              </p14:cNvPr>
              <p14:cNvContentPartPr/>
              <p14:nvPr/>
            </p14:nvContentPartPr>
            <p14:xfrm>
              <a:off x="4437720" y="5646960"/>
              <a:ext cx="2117160" cy="1814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0EBF87FC-6AC7-5C2E-0B04-FF18D2615E7C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421880" y="5583600"/>
                <a:ext cx="2148480" cy="30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952A3108-5E60-4473-E8B6-26FAA2B7FA85}"/>
                  </a:ext>
                </a:extLst>
              </p14:cNvPr>
              <p14:cNvContentPartPr/>
              <p14:nvPr/>
            </p14:nvContentPartPr>
            <p14:xfrm>
              <a:off x="6230160" y="5920560"/>
              <a:ext cx="324720" cy="943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952A3108-5E60-4473-E8B6-26FAA2B7FA85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214320" y="5857200"/>
                <a:ext cx="35604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3C368EDC-E0E4-0B26-0E95-B1531CC4BDB5}"/>
                  </a:ext>
                </a:extLst>
              </p14:cNvPr>
              <p14:cNvContentPartPr/>
              <p14:nvPr/>
            </p14:nvContentPartPr>
            <p14:xfrm>
              <a:off x="2207520" y="6145200"/>
              <a:ext cx="209880" cy="45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3C368EDC-E0E4-0B26-0E95-B1531CC4BDB5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2191680" y="6081840"/>
                <a:ext cx="24120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F258D97B-947A-2FE8-66FD-22C7798C1B9F}"/>
                  </a:ext>
                </a:extLst>
              </p14:cNvPr>
              <p14:cNvContentPartPr/>
              <p14:nvPr/>
            </p14:nvContentPartPr>
            <p14:xfrm>
              <a:off x="2179440" y="6028200"/>
              <a:ext cx="3737160" cy="1000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F258D97B-947A-2FE8-66FD-22C7798C1B9F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2163600" y="5964840"/>
                <a:ext cx="376848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EE32282A-E12D-32F4-BD5C-C61A201E7E00}"/>
                  </a:ext>
                </a:extLst>
              </p14:cNvPr>
              <p14:cNvContentPartPr/>
              <p14:nvPr/>
            </p14:nvContentPartPr>
            <p14:xfrm>
              <a:off x="2146680" y="1041120"/>
              <a:ext cx="7985520" cy="52005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EE32282A-E12D-32F4-BD5C-C61A201E7E00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2137320" y="1031760"/>
                <a:ext cx="8004240" cy="521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31724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702914D-04DC-1D49-92DC-4CEC7E6C28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777630"/>
                <a:ext cx="10515600" cy="765843"/>
              </a:xfrm>
            </p:spPr>
            <p:txBody>
              <a:bodyPr/>
              <a:lstStyle/>
              <a:p>
                <a:r>
                  <a:rPr lang="en-RU" dirty="0"/>
                  <a:t>Say, we have a moving plan </a:t>
                </a:r>
                <a14:m>
                  <m:oMath xmlns:m="http://schemas.openxmlformats.org/officeDocument/2006/math">
                    <m:r>
                      <a:rPr lang="en-RU" i="1" dirty="0" smtClean="0">
                        <a:latin typeface="Cambria Math" panose="02040503050406030204" pitchFamily="18" charset="0"/>
                      </a:rPr>
                      <m:t>𝛾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RU" dirty="0"/>
                  <a:t>: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702914D-04DC-1D49-92DC-4CEC7E6C28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777630"/>
                <a:ext cx="10515600" cy="765843"/>
              </a:xfrm>
              <a:blipFill>
                <a:blip r:embed="rId2"/>
                <a:stretch>
                  <a:fillRect l="-362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57215EA-0E1E-444F-A9DD-CF2C79168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of</a:t>
            </a:r>
            <a:r>
              <a:rPr lang="en-RU"/>
              <a:t> </a:t>
            </a:r>
            <a:r>
              <a:rPr lang="en-RU" dirty="0"/>
              <a:t>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82F2560-A1F0-0349-B282-3E020D45385C}"/>
                  </a:ext>
                </a:extLst>
              </p:cNvPr>
              <p:cNvSpPr/>
              <p:nvPr/>
            </p:nvSpPr>
            <p:spPr>
              <a:xfrm>
                <a:off x="1783210" y="1417580"/>
                <a:ext cx="25172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RU" sz="2400" i="1" dirty="0">
                        <a:latin typeface="Cambria Math" panose="02040503050406030204" pitchFamily="18" charset="0"/>
                      </a:rPr>
                      <m:t>𝛾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RU" sz="2400" dirty="0"/>
                  <a:t> –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82F2560-A1F0-0349-B282-3E020D4538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210" y="1417580"/>
                <a:ext cx="2517228" cy="461665"/>
              </a:xfrm>
              <a:prstGeom prst="rect">
                <a:avLst/>
              </a:prstGeom>
              <a:blipFill>
                <a:blip r:embed="rId3"/>
                <a:stretch>
                  <a:fillRect t="-10811" r="-2500" b="-2702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70B673E-79C2-0949-8DDF-7E9C67E68D7D}"/>
                  </a:ext>
                </a:extLst>
              </p:cNvPr>
              <p:cNvSpPr/>
              <p:nvPr/>
            </p:nvSpPr>
            <p:spPr>
              <a:xfrm>
                <a:off x="4257574" y="1430556"/>
                <a:ext cx="5081588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RU" sz="2400" dirty="0"/>
                  <a:t>how much dirt we’re moving from </a:t>
                </a:r>
                <a14:m>
                  <m:oMath xmlns:m="http://schemas.openxmlformats.org/officeDocument/2006/math">
                    <m:r>
                      <a:rPr lang="en-RU" sz="2400" i="1" dirty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RU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U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RU" sz="2400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RU" sz="2400" dirty="0"/>
                  <a:t> to </a:t>
                </a:r>
                <a14:m>
                  <m:oMath xmlns:m="http://schemas.openxmlformats.org/officeDocument/2006/math">
                    <m:r>
                      <a:rPr lang="en-RU" sz="2400" i="1" dirty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RU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U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RU" sz="2400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RU" sz="24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70B673E-79C2-0949-8DDF-7E9C67E68D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7574" y="1430556"/>
                <a:ext cx="5081588" cy="830997"/>
              </a:xfrm>
              <a:prstGeom prst="rect">
                <a:avLst/>
              </a:prstGeom>
              <a:blipFill>
                <a:blip r:embed="rId4"/>
                <a:stretch>
                  <a:fillRect l="-1746" t="-6061" b="-1666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1">
                <a:extLst>
                  <a:ext uri="{FF2B5EF4-FFF2-40B4-BE49-F238E27FC236}">
                    <a16:creationId xmlns:a16="http://schemas.microsoft.com/office/drawing/2014/main" id="{568B6BB4-AD64-6E47-9F19-DD7D3EA849D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5015644"/>
                <a:ext cx="10515600" cy="76584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88000" indent="-288000" algn="l" defTabSz="914400" rtl="0" eaLnBrk="1" fontAlgn="ctr" latinLnBrk="0" hangingPunct="1">
                  <a:lnSpc>
                    <a:spcPct val="125000"/>
                  </a:lnSpc>
                  <a:spcBef>
                    <a:spcPts val="700"/>
                  </a:spcBef>
                  <a:buClr>
                    <a:schemeClr val="tx2"/>
                  </a:buClr>
                  <a:buSzPct val="70000"/>
                  <a:buFont typeface="Menlo Bold" panose="020B0609030804020204" pitchFamily="49" charset="0"/>
                  <a:buChar char="▶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48000" indent="-288000" algn="l" defTabSz="914400" rtl="0" eaLnBrk="1" fontAlgn="ctr" latinLnBrk="0" hangingPunct="1">
                  <a:lnSpc>
                    <a:spcPct val="125000"/>
                  </a:lnSpc>
                  <a:spcBef>
                    <a:spcPts val="700"/>
                  </a:spcBef>
                  <a:buClr>
                    <a:schemeClr val="tx1"/>
                  </a:buClr>
                  <a:buFont typeface="System Font Regular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54000" indent="-288000" algn="l" defTabSz="914400" rtl="0" eaLnBrk="1" fontAlgn="ctr" latinLnBrk="0" hangingPunct="1">
                  <a:lnSpc>
                    <a:spcPct val="125000"/>
                  </a:lnSpc>
                  <a:spcBef>
                    <a:spcPts val="700"/>
                  </a:spcBef>
                  <a:buClr>
                    <a:schemeClr val="tx1"/>
                  </a:buClr>
                  <a:buFont typeface="System Font Regular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38400" indent="-288000" algn="l" defTabSz="914400" rtl="0" eaLnBrk="1" fontAlgn="ctr" latinLnBrk="0" hangingPunct="1">
                  <a:lnSpc>
                    <a:spcPct val="125000"/>
                  </a:lnSpc>
                  <a:spcBef>
                    <a:spcPts val="700"/>
                  </a:spcBef>
                  <a:buClr>
                    <a:schemeClr val="tx1"/>
                  </a:buClr>
                  <a:buFont typeface="System Font Regular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8000" indent="-288000" algn="l" defTabSz="914400" rtl="0" eaLnBrk="1" fontAlgn="ctr" latinLnBrk="0" hangingPunct="1">
                  <a:lnSpc>
                    <a:spcPct val="125000"/>
                  </a:lnSpc>
                  <a:spcBef>
                    <a:spcPts val="700"/>
                  </a:spcBef>
                  <a:buClr>
                    <a:schemeClr val="tx1"/>
                  </a:buClr>
                  <a:buFont typeface="System Font Regular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RU" dirty="0"/>
                  <a:t>Since we want to convert </a:t>
                </a:r>
                <a14:m>
                  <m:oMath xmlns:m="http://schemas.openxmlformats.org/officeDocument/2006/math">
                    <m:r>
                      <a:rPr lang="en-RU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RU" dirty="0"/>
                  <a:t> to </a:t>
                </a:r>
                <a14:m>
                  <m:oMath xmlns:m="http://schemas.openxmlformats.org/officeDocument/2006/math">
                    <m:r>
                      <a:rPr lang="en-RU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RU" dirty="0"/>
                  <a:t>, the plan has to satisfy:</a:t>
                </a:r>
              </a:p>
            </p:txBody>
          </p:sp>
        </mc:Choice>
        <mc:Fallback xmlns="">
          <p:sp>
            <p:nvSpPr>
              <p:cNvPr id="7" name="Content Placeholder 1">
                <a:extLst>
                  <a:ext uri="{FF2B5EF4-FFF2-40B4-BE49-F238E27FC236}">
                    <a16:creationId xmlns:a16="http://schemas.microsoft.com/office/drawing/2014/main" id="{568B6BB4-AD64-6E47-9F19-DD7D3EA849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015644"/>
                <a:ext cx="10515600" cy="765843"/>
              </a:xfrm>
              <a:prstGeom prst="rect">
                <a:avLst/>
              </a:prstGeom>
              <a:blipFill>
                <a:blip r:embed="rId5"/>
                <a:stretch>
                  <a:fillRect l="-362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B513794B-35F8-784A-868B-FA1B35A7003E}"/>
              </a:ext>
            </a:extLst>
          </p:cNvPr>
          <p:cNvGrpSpPr/>
          <p:nvPr/>
        </p:nvGrpSpPr>
        <p:grpSpPr>
          <a:xfrm>
            <a:off x="2162674" y="5629170"/>
            <a:ext cx="7866651" cy="800925"/>
            <a:chOff x="2454722" y="3685350"/>
            <a:chExt cx="7866651" cy="8009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919C3219-6846-D94C-9F87-2FCC23F30C16}"/>
                    </a:ext>
                  </a:extLst>
                </p:cNvPr>
                <p:cNvSpPr txBox="1"/>
                <p:nvPr/>
              </p:nvSpPr>
              <p:spPr>
                <a:xfrm>
                  <a:off x="2454722" y="3685350"/>
                  <a:ext cx="3314305" cy="80092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nary>
                          <m:naryPr>
                            <m:supHide m:val="on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  <m:sup/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nary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RU" sz="24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919C3219-6846-D94C-9F87-2FCC23F30C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4722" y="3685350"/>
                  <a:ext cx="3314305" cy="800925"/>
                </a:xfrm>
                <a:prstGeom prst="rect">
                  <a:avLst/>
                </a:prstGeom>
                <a:blipFill>
                  <a:blip r:embed="rId6"/>
                  <a:stretch>
                    <a:fillRect l="-38168" t="-198438" b="-271875"/>
                  </a:stretch>
                </a:blipFill>
              </p:spPr>
              <p:txBody>
                <a:bodyPr/>
                <a:lstStyle/>
                <a:p>
                  <a:r>
                    <a:rPr lang="en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DAC16AA-A0C0-8845-B160-32007B592CB5}"/>
                    </a:ext>
                  </a:extLst>
                </p:cNvPr>
                <p:cNvSpPr txBox="1"/>
                <p:nvPr/>
              </p:nvSpPr>
              <p:spPr>
                <a:xfrm>
                  <a:off x="7069585" y="3685350"/>
                  <a:ext cx="3251788" cy="80092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nary>
                          <m:naryPr>
                            <m:supHide m:val="on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  <m:sup/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nary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RU" sz="24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DAC16AA-A0C0-8845-B160-32007B592C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9585" y="3685350"/>
                  <a:ext cx="3251788" cy="800925"/>
                </a:xfrm>
                <a:prstGeom prst="rect">
                  <a:avLst/>
                </a:prstGeom>
                <a:blipFill>
                  <a:blip r:embed="rId7"/>
                  <a:stretch>
                    <a:fillRect l="-38911" t="-198438" b="-271875"/>
                  </a:stretch>
                </a:blipFill>
              </p:spPr>
              <p:txBody>
                <a:bodyPr/>
                <a:lstStyle/>
                <a:p>
                  <a:r>
                    <a:rPr lang="en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9E0649AC-CCB6-0947-BF95-28AEE722369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2320680"/>
                <a:ext cx="10515600" cy="76584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88000" indent="-288000" algn="l" defTabSz="914400" rtl="0" eaLnBrk="1" fontAlgn="ctr" latinLnBrk="0" hangingPunct="1">
                  <a:lnSpc>
                    <a:spcPct val="125000"/>
                  </a:lnSpc>
                  <a:spcBef>
                    <a:spcPts val="700"/>
                  </a:spcBef>
                  <a:buClr>
                    <a:schemeClr val="tx2"/>
                  </a:buClr>
                  <a:buSzPct val="70000"/>
                  <a:buFont typeface="Menlo Bold" panose="020B0609030804020204" pitchFamily="49" charset="0"/>
                  <a:buChar char="▶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48000" indent="-288000" algn="l" defTabSz="914400" rtl="0" eaLnBrk="1" fontAlgn="ctr" latinLnBrk="0" hangingPunct="1">
                  <a:lnSpc>
                    <a:spcPct val="125000"/>
                  </a:lnSpc>
                  <a:spcBef>
                    <a:spcPts val="700"/>
                  </a:spcBef>
                  <a:buClr>
                    <a:schemeClr val="tx1"/>
                  </a:buClr>
                  <a:buFont typeface="System Font Regular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54000" indent="-288000" algn="l" defTabSz="914400" rtl="0" eaLnBrk="1" fontAlgn="ctr" latinLnBrk="0" hangingPunct="1">
                  <a:lnSpc>
                    <a:spcPct val="125000"/>
                  </a:lnSpc>
                  <a:spcBef>
                    <a:spcPts val="700"/>
                  </a:spcBef>
                  <a:buClr>
                    <a:schemeClr val="tx1"/>
                  </a:buClr>
                  <a:buFont typeface="System Font Regular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38400" indent="-288000" algn="l" defTabSz="914400" rtl="0" eaLnBrk="1" fontAlgn="ctr" latinLnBrk="0" hangingPunct="1">
                  <a:lnSpc>
                    <a:spcPct val="125000"/>
                  </a:lnSpc>
                  <a:spcBef>
                    <a:spcPts val="700"/>
                  </a:spcBef>
                  <a:buClr>
                    <a:schemeClr val="tx1"/>
                  </a:buClr>
                  <a:buFont typeface="System Font Regular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8000" indent="-288000" algn="l" defTabSz="914400" rtl="0" eaLnBrk="1" fontAlgn="ctr" latinLnBrk="0" hangingPunct="1">
                  <a:lnSpc>
                    <a:spcPct val="125000"/>
                  </a:lnSpc>
                  <a:spcBef>
                    <a:spcPts val="700"/>
                  </a:spcBef>
                  <a:buClr>
                    <a:schemeClr val="tx1"/>
                  </a:buClr>
                  <a:buFont typeface="System Font Regular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Then, </a:t>
                </a:r>
                <a:r>
                  <a:rPr lang="en-RU" dirty="0"/>
                  <a:t>the cost of moving from </a:t>
                </a:r>
                <a14:m>
                  <m:oMath xmlns:m="http://schemas.openxmlformats.org/officeDocument/2006/math">
                    <m:r>
                      <a:rPr lang="en-RU" i="1" dirty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R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U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RU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RU" dirty="0"/>
                  <a:t> to </a:t>
                </a:r>
                <a14:m>
                  <m:oMath xmlns:m="http://schemas.openxmlformats.org/officeDocument/2006/math">
                    <m:r>
                      <a:rPr lang="en-RU" i="1" dirty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R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U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RU" i="1" dirty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n-RU" dirty="0"/>
                  <a:t>is:</a:t>
                </a:r>
              </a:p>
            </p:txBody>
          </p:sp>
        </mc:Choice>
        <mc:Fallback xmlns="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9E0649AC-CCB6-0947-BF95-28AEE72236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320680"/>
                <a:ext cx="10515600" cy="765843"/>
              </a:xfrm>
              <a:prstGeom prst="rect">
                <a:avLst/>
              </a:prstGeom>
              <a:blipFill>
                <a:blip r:embed="rId8"/>
                <a:stretch>
                  <a:fillRect l="-362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26BE6B6-8645-F742-8C44-66B4ECED7849}"/>
                  </a:ext>
                </a:extLst>
              </p:cNvPr>
              <p:cNvSpPr/>
              <p:nvPr/>
            </p:nvSpPr>
            <p:spPr>
              <a:xfrm>
                <a:off x="4080383" y="3017787"/>
                <a:ext cx="403123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‖"/>
                          <m:endChr m:val="‖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RU" sz="2400" i="1" dirty="0">
                          <a:latin typeface="Cambria Math" panose="02040503050406030204" pitchFamily="18" charset="0"/>
                        </a:rPr>
                        <m:t>𝛾</m:t>
                      </m:r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RU" sz="24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26BE6B6-8645-F742-8C44-66B4ECED78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0383" y="3017787"/>
                <a:ext cx="4031232" cy="461665"/>
              </a:xfrm>
              <a:prstGeom prst="rect">
                <a:avLst/>
              </a:prstGeom>
              <a:blipFill>
                <a:blip r:embed="rId9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22FF5C06-8798-414A-93FE-E42EAC0D71BB}"/>
              </a:ext>
            </a:extLst>
          </p:cNvPr>
          <p:cNvSpPr txBox="1">
            <a:spLocks/>
          </p:cNvSpPr>
          <p:nvPr/>
        </p:nvSpPr>
        <p:spPr>
          <a:xfrm>
            <a:off x="838200" y="3535120"/>
            <a:ext cx="10515600" cy="765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8000" indent="-288000" algn="l" defTabSz="914400" rtl="0" eaLnBrk="1" fontAlgn="ctr" latinLnBrk="0" hangingPunct="1">
              <a:lnSpc>
                <a:spcPct val="125000"/>
              </a:lnSpc>
              <a:spcBef>
                <a:spcPts val="700"/>
              </a:spcBef>
              <a:buClr>
                <a:schemeClr val="tx2"/>
              </a:buClr>
              <a:buSzPct val="70000"/>
              <a:buFont typeface="Menlo Bold" panose="020B0609030804020204" pitchFamily="49" charset="0"/>
              <a:buChar char="▶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288000" algn="l" defTabSz="914400" rtl="0" eaLnBrk="1" fontAlgn="ctr" latinLnBrk="0" hangingPunct="1">
              <a:lnSpc>
                <a:spcPct val="125000"/>
              </a:lnSpc>
              <a:spcBef>
                <a:spcPts val="700"/>
              </a:spcBef>
              <a:buClr>
                <a:schemeClr val="tx1"/>
              </a:buClr>
              <a:buFont typeface="System Font Regular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4000" indent="-288000" algn="l" defTabSz="914400" rtl="0" eaLnBrk="1" fontAlgn="ctr" latinLnBrk="0" hangingPunct="1">
              <a:lnSpc>
                <a:spcPct val="125000"/>
              </a:lnSpc>
              <a:spcBef>
                <a:spcPts val="700"/>
              </a:spcBef>
              <a:buClr>
                <a:schemeClr val="tx1"/>
              </a:buClr>
              <a:buFont typeface="System Font Regular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38400" indent="-288000" algn="l" defTabSz="914400" rtl="0" eaLnBrk="1" fontAlgn="ctr" latinLnBrk="0" hangingPunct="1">
              <a:lnSpc>
                <a:spcPct val="125000"/>
              </a:lnSpc>
              <a:spcBef>
                <a:spcPts val="700"/>
              </a:spcBef>
              <a:buClr>
                <a:schemeClr val="tx1"/>
              </a:buClr>
              <a:buFont typeface="System Font Regular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8000" indent="-288000" algn="l" defTabSz="914400" rtl="0" eaLnBrk="1" fontAlgn="ctr" latinLnBrk="0" hangingPunct="1">
              <a:lnSpc>
                <a:spcPct val="125000"/>
              </a:lnSpc>
              <a:spcBef>
                <a:spcPts val="700"/>
              </a:spcBef>
              <a:buClr>
                <a:schemeClr val="tx1"/>
              </a:buClr>
              <a:buFont typeface="System Font Regular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RU" dirty="0"/>
              <a:t>and the total cost is: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B682338-F19B-BF4F-8CC3-361618F6B6D2}"/>
                  </a:ext>
                </a:extLst>
              </p:cNvPr>
              <p:cNvSpPr txBox="1"/>
              <p:nvPr/>
            </p:nvSpPr>
            <p:spPr>
              <a:xfrm>
                <a:off x="1783210" y="4104958"/>
                <a:ext cx="8628196" cy="8009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  <m:sup/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sub>
                      </m:sSub>
                      <m:d>
                        <m:dPr>
                          <m:begChr m:val="‖"/>
                          <m:endChr m:val="‖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RU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B682338-F19B-BF4F-8CC3-361618F6B6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210" y="4104958"/>
                <a:ext cx="8628196" cy="800925"/>
              </a:xfrm>
              <a:prstGeom prst="rect">
                <a:avLst/>
              </a:prstGeom>
              <a:blipFill>
                <a:blip r:embed="rId10"/>
                <a:stretch>
                  <a:fillRect l="-6461" t="-198438" b="-271875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73531990-0146-1341-B5DF-65A28768B0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20393" y="6492875"/>
            <a:ext cx="1751214" cy="365125"/>
          </a:xfrm>
        </p:spPr>
        <p:txBody>
          <a:bodyPr/>
          <a:lstStyle/>
          <a:p>
            <a:r>
              <a:rPr lang="en" dirty="0"/>
              <a:t>Spring 2024</a:t>
            </a:r>
            <a:endParaRPr lang="ru-RU" dirty="0"/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428A1409-7602-0D4A-A3DF-86C4737F4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2505" y="6492875"/>
            <a:ext cx="3767667" cy="365125"/>
          </a:xfrm>
        </p:spPr>
        <p:txBody>
          <a:bodyPr/>
          <a:lstStyle/>
          <a:p>
            <a:r>
              <a:rPr lang="en-GB" dirty="0"/>
              <a:t>D.. Derkach  Generative </a:t>
            </a:r>
            <a:r>
              <a:rPr lang="en-GB" dirty="0" err="1"/>
              <a:t>Modeling</a:t>
            </a:r>
            <a:endParaRPr lang="ru-RU" dirty="0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6E15DC59-EFA2-204C-B034-842CB79B0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295" y="6492875"/>
            <a:ext cx="2743200" cy="365125"/>
          </a:xfrm>
        </p:spPr>
        <p:txBody>
          <a:bodyPr/>
          <a:lstStyle/>
          <a:p>
            <a:fld id="{21ABC42C-C6CC-47FC-904E-31573FDBB029}" type="slidenum">
              <a:rPr lang="ru-RU" smtClean="0"/>
              <a:pPr/>
              <a:t>26</a:t>
            </a:fld>
            <a:endParaRPr lang="ru-R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B76EA17-566C-E60C-A3C2-99A36D66025B}"/>
                  </a:ext>
                </a:extLst>
              </p14:cNvPr>
              <p14:cNvContentPartPr/>
              <p14:nvPr/>
            </p14:nvContentPartPr>
            <p14:xfrm>
              <a:off x="1726560" y="68040"/>
              <a:ext cx="8811360" cy="3904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B76EA17-566C-E60C-A3C2-99A36D66025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17200" y="58680"/>
                <a:ext cx="8830080" cy="3923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24326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5" grpId="0"/>
      <p:bldP spid="6" grpId="0"/>
      <p:bldP spid="7" grpId="0"/>
      <p:bldP spid="11" grpId="0"/>
      <p:bldP spid="12" grpId="0"/>
      <p:bldP spid="14" grpId="0"/>
      <p:bldP spid="1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E5BD86D-B257-F14D-B211-A2BCCABAC3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909697"/>
                <a:ext cx="10515600" cy="4758710"/>
              </a:xfrm>
            </p:spPr>
            <p:txBody>
              <a:bodyPr/>
              <a:lstStyle/>
              <a:p>
                <a:r>
                  <a:rPr lang="en-RU" dirty="0"/>
                  <a:t>Let </a:t>
                </a:r>
                <a14:m>
                  <m:oMath xmlns:m="http://schemas.openxmlformats.org/officeDocument/2006/math">
                    <m:r>
                      <a:rPr lang="en-RU" i="1" dirty="0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RU" dirty="0"/>
                  <a:t> be the set of all plans that convert </a:t>
                </a:r>
                <a14:m>
                  <m:oMath xmlns:m="http://schemas.openxmlformats.org/officeDocument/2006/math">
                    <m:r>
                      <a:rPr lang="en-RU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RU" dirty="0"/>
                  <a:t> to </a:t>
                </a:r>
                <a14:m>
                  <m:oMath xmlns:m="http://schemas.openxmlformats.org/officeDocument/2006/math">
                    <m:r>
                      <a:rPr lang="en-RU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RU" dirty="0"/>
                  <a:t>, i.e.: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E5BD86D-B257-F14D-B211-A2BCCABAC3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09697"/>
                <a:ext cx="10515600" cy="4758710"/>
              </a:xfrm>
              <a:blipFill>
                <a:blip r:embed="rId2"/>
                <a:stretch>
                  <a:fillRect l="-362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0FF23F6F-7A10-EE4A-91B0-96580EE57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of Definition</a:t>
            </a:r>
            <a:endParaRPr lang="en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C77708-B2E9-9E46-9B04-D93E363C15E5}"/>
                  </a:ext>
                </a:extLst>
              </p:cNvPr>
              <p:cNvSpPr txBox="1"/>
              <p:nvPr/>
            </p:nvSpPr>
            <p:spPr>
              <a:xfrm>
                <a:off x="935003" y="1603967"/>
                <a:ext cx="10321993" cy="8592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:    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≥0,  </m:t>
                          </m:r>
                          <m:nary>
                            <m:naryPr>
                              <m:sup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 </m:t>
                          </m:r>
                          <m:nary>
                            <m:naryPr>
                              <m:sup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d>
                    </m:oMath>
                  </m:oMathPara>
                </a14:m>
                <a:endParaRPr lang="en-RU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C77708-B2E9-9E46-9B04-D93E363C1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003" y="1603967"/>
                <a:ext cx="10321993" cy="859274"/>
              </a:xfrm>
              <a:prstGeom prst="rect">
                <a:avLst/>
              </a:prstGeom>
              <a:blipFill>
                <a:blip r:embed="rId3"/>
                <a:stretch>
                  <a:fillRect t="-176812" b="-252174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1">
                <a:extLst>
                  <a:ext uri="{FF2B5EF4-FFF2-40B4-BE49-F238E27FC236}">
                    <a16:creationId xmlns:a16="http://schemas.microsoft.com/office/drawing/2014/main" id="{BB91201A-478F-3146-9673-B614AEE30E8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2675333"/>
                <a:ext cx="10515600" cy="171942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88000" indent="-288000" algn="l" defTabSz="914400" rtl="0" eaLnBrk="1" fontAlgn="ctr" latinLnBrk="0" hangingPunct="1">
                  <a:lnSpc>
                    <a:spcPct val="125000"/>
                  </a:lnSpc>
                  <a:spcBef>
                    <a:spcPts val="700"/>
                  </a:spcBef>
                  <a:buClr>
                    <a:schemeClr val="tx2"/>
                  </a:buClr>
                  <a:buSzPct val="70000"/>
                  <a:buFont typeface="Menlo Bold" panose="020B0609030804020204" pitchFamily="49" charset="0"/>
                  <a:buChar char="▶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48000" indent="-288000" algn="l" defTabSz="914400" rtl="0" eaLnBrk="1" fontAlgn="ctr" latinLnBrk="0" hangingPunct="1">
                  <a:lnSpc>
                    <a:spcPct val="125000"/>
                  </a:lnSpc>
                  <a:spcBef>
                    <a:spcPts val="700"/>
                  </a:spcBef>
                  <a:buClr>
                    <a:schemeClr val="tx1"/>
                  </a:buClr>
                  <a:buFont typeface="System Font Regular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54000" indent="-288000" algn="l" defTabSz="914400" rtl="0" eaLnBrk="1" fontAlgn="ctr" latinLnBrk="0" hangingPunct="1">
                  <a:lnSpc>
                    <a:spcPct val="125000"/>
                  </a:lnSpc>
                  <a:spcBef>
                    <a:spcPts val="700"/>
                  </a:spcBef>
                  <a:buClr>
                    <a:schemeClr val="tx1"/>
                  </a:buClr>
                  <a:buFont typeface="System Font Regular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38400" indent="-288000" algn="l" defTabSz="914400" rtl="0" eaLnBrk="1" fontAlgn="ctr" latinLnBrk="0" hangingPunct="1">
                  <a:lnSpc>
                    <a:spcPct val="125000"/>
                  </a:lnSpc>
                  <a:spcBef>
                    <a:spcPts val="700"/>
                  </a:spcBef>
                  <a:buClr>
                    <a:schemeClr val="tx1"/>
                  </a:buClr>
                  <a:buFont typeface="System Font Regular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8000" indent="-288000" algn="l" defTabSz="914400" rtl="0" eaLnBrk="1" fontAlgn="ctr" latinLnBrk="0" hangingPunct="1">
                  <a:lnSpc>
                    <a:spcPct val="125000"/>
                  </a:lnSpc>
                  <a:spcBef>
                    <a:spcPts val="700"/>
                  </a:spcBef>
                  <a:buClr>
                    <a:schemeClr val="tx1"/>
                  </a:buClr>
                  <a:buFont typeface="System Font Regular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RU" dirty="0"/>
                  <a:t>Then, the Wasserstein distance between </a:t>
                </a:r>
                <a14:m>
                  <m:oMath xmlns:m="http://schemas.openxmlformats.org/officeDocument/2006/math">
                    <m:r>
                      <a:rPr lang="en-RU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RU" dirty="0"/>
                  <a:t> and </a:t>
                </a:r>
                <a14:m>
                  <m:oMath xmlns:m="http://schemas.openxmlformats.org/officeDocument/2006/math">
                    <m:r>
                      <a:rPr lang="en-RU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RU" dirty="0"/>
                  <a:t> is:</a:t>
                </a:r>
              </a:p>
            </p:txBody>
          </p:sp>
        </mc:Choice>
        <mc:Fallback xmlns="">
          <p:sp>
            <p:nvSpPr>
              <p:cNvPr id="6" name="Content Placeholder 1">
                <a:extLst>
                  <a:ext uri="{FF2B5EF4-FFF2-40B4-BE49-F238E27FC236}">
                    <a16:creationId xmlns:a16="http://schemas.microsoft.com/office/drawing/2014/main" id="{BB91201A-478F-3146-9673-B614AEE30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675333"/>
                <a:ext cx="10515600" cy="1719427"/>
              </a:xfrm>
              <a:prstGeom prst="rect">
                <a:avLst/>
              </a:prstGeom>
              <a:blipFill>
                <a:blip r:embed="rId4"/>
                <a:stretch>
                  <a:fillRect l="-362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8AE7029-F839-FB40-974F-B4E7F5376DA9}"/>
                  </a:ext>
                </a:extLst>
              </p:cNvPr>
              <p:cNvSpPr txBox="1"/>
              <p:nvPr/>
            </p:nvSpPr>
            <p:spPr>
              <a:xfrm>
                <a:off x="3343963" y="3489977"/>
                <a:ext cx="5504071" cy="6093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EMD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inf</m:t>
                              </m:r>
                            </m:e>
                            <m:li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∼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sub>
                          </m:sSub>
                          <m:d>
                            <m:dPr>
                              <m:begChr m:val="‖"/>
                              <m:endChr m:val="‖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RU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8AE7029-F839-FB40-974F-B4E7F5376D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963" y="3489977"/>
                <a:ext cx="5504071" cy="609398"/>
              </a:xfrm>
              <a:prstGeom prst="rect">
                <a:avLst/>
              </a:prstGeom>
              <a:blipFill>
                <a:blip r:embed="rId5"/>
                <a:stretch>
                  <a:fillRect l="-920" b="-12245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0705256-D321-2E41-AA41-2B61F8692335}"/>
              </a:ext>
            </a:extLst>
          </p:cNvPr>
          <p:cNvSpPr txBox="1"/>
          <p:nvPr/>
        </p:nvSpPr>
        <p:spPr>
          <a:xfrm>
            <a:off x="1828801" y="4422186"/>
            <a:ext cx="5787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b="1" dirty="0">
                <a:solidFill>
                  <a:schemeClr val="accent1"/>
                </a:solidFill>
              </a:rPr>
              <a:t>Optimization over all transport plans – not too friendly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AD7C04B-ABE8-E248-9CA6-8C45773991C4}"/>
                  </a:ext>
                </a:extLst>
              </p14:cNvPr>
              <p14:cNvContentPartPr/>
              <p14:nvPr/>
            </p14:nvContentPartPr>
            <p14:xfrm>
              <a:off x="4378837" y="3975795"/>
              <a:ext cx="1020960" cy="482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AD7C04B-ABE8-E248-9CA6-8C45773991C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63357" y="3960303"/>
                <a:ext cx="1051560" cy="512663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8745B8A0-AA06-2348-AA49-947E1630B0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20393" y="6492875"/>
            <a:ext cx="1751214" cy="365125"/>
          </a:xfrm>
        </p:spPr>
        <p:txBody>
          <a:bodyPr/>
          <a:lstStyle/>
          <a:p>
            <a:r>
              <a:rPr lang="en" dirty="0"/>
              <a:t>Spring 2024</a:t>
            </a:r>
            <a:endParaRPr lang="ru-RU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F90326F-F1B9-F74D-8C2F-4F0A242FF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2505" y="6492875"/>
            <a:ext cx="3767667" cy="365125"/>
          </a:xfrm>
        </p:spPr>
        <p:txBody>
          <a:bodyPr/>
          <a:lstStyle/>
          <a:p>
            <a:r>
              <a:rPr lang="en-GB" dirty="0"/>
              <a:t>D.. Derkach  Generative </a:t>
            </a:r>
            <a:r>
              <a:rPr lang="en-GB" dirty="0" err="1"/>
              <a:t>Modeling</a:t>
            </a:r>
            <a:endParaRPr lang="ru-RU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BA5FDBF-B504-FF4E-A21F-2F9D73811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295" y="6492875"/>
            <a:ext cx="2743200" cy="365125"/>
          </a:xfrm>
        </p:spPr>
        <p:txBody>
          <a:bodyPr/>
          <a:lstStyle/>
          <a:p>
            <a:fld id="{21ABC42C-C6CC-47FC-904E-31573FDBB029}" type="slidenum">
              <a:rPr lang="ru-RU" smtClean="0"/>
              <a:pPr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93476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FF23F6F-7A10-EE4A-91B0-96580EE57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Wasserstein Distance</a:t>
            </a:r>
            <a:endParaRPr lang="en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1FEA980-72D0-BE47-AA14-7F1D44660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984" y="1800802"/>
            <a:ext cx="9660032" cy="3256395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47E120EA-EB06-E54A-B4F1-98C80F2BCF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20393" y="6492875"/>
            <a:ext cx="1751214" cy="365125"/>
          </a:xfrm>
        </p:spPr>
        <p:txBody>
          <a:bodyPr/>
          <a:lstStyle/>
          <a:p>
            <a:r>
              <a:rPr lang="en" dirty="0"/>
              <a:t>Spring 2024</a:t>
            </a:r>
            <a:endParaRPr lang="ru-RU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D8269D95-CBE2-7C40-8F3B-54825ADB5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2505" y="6492875"/>
            <a:ext cx="3767667" cy="365125"/>
          </a:xfrm>
        </p:spPr>
        <p:txBody>
          <a:bodyPr/>
          <a:lstStyle/>
          <a:p>
            <a:r>
              <a:rPr lang="en-GB" dirty="0"/>
              <a:t>D.. Derkach  Generative </a:t>
            </a:r>
            <a:r>
              <a:rPr lang="en-GB" dirty="0" err="1"/>
              <a:t>Modeling</a:t>
            </a:r>
            <a:endParaRPr lang="ru-RU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049AA0E8-4601-AF43-911D-285D8E6B7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295" y="6492875"/>
            <a:ext cx="2743200" cy="365125"/>
          </a:xfrm>
        </p:spPr>
        <p:txBody>
          <a:bodyPr/>
          <a:lstStyle/>
          <a:p>
            <a:fld id="{21ABC42C-C6CC-47FC-904E-31573FDBB029}" type="slidenum">
              <a:rPr lang="ru-RU" smtClean="0"/>
              <a:pPr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99166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0FF23F6F-7A10-EE4A-91B0-96580EE5727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distance</a:t>
                </a:r>
                <a:endParaRPr lang="en-RU" dirty="0"/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0FF23F6F-7A10-EE4A-91B0-96580EE572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860" t="-19672" b="-344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06F8D04-0852-8B41-8BB3-4E0D1C1CA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0079" y="920807"/>
            <a:ext cx="9071841" cy="5016386"/>
          </a:xfrm>
          <a:prstGeom prst="rect">
            <a:avLst/>
          </a:prstGeom>
        </p:spPr>
      </p:pic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B51942C2-99E7-5B40-B420-7E9E78FF40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20393" y="6492875"/>
            <a:ext cx="1751214" cy="365125"/>
          </a:xfrm>
        </p:spPr>
        <p:txBody>
          <a:bodyPr/>
          <a:lstStyle/>
          <a:p>
            <a:r>
              <a:rPr lang="en" dirty="0"/>
              <a:t>Spring 2024</a:t>
            </a:r>
            <a:endParaRPr lang="ru-RU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835F485-5752-804F-9441-BC6F5203F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2505" y="6492875"/>
            <a:ext cx="3767667" cy="365125"/>
          </a:xfrm>
        </p:spPr>
        <p:txBody>
          <a:bodyPr/>
          <a:lstStyle/>
          <a:p>
            <a:r>
              <a:rPr lang="en-GB" dirty="0"/>
              <a:t>D.. Derkach  Generative </a:t>
            </a:r>
            <a:r>
              <a:rPr lang="en-GB" dirty="0" err="1"/>
              <a:t>Modeling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C5CA4AD-36D3-0B4C-B23C-C6C8ABFE1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295" y="6492875"/>
            <a:ext cx="2743200" cy="365125"/>
          </a:xfrm>
        </p:spPr>
        <p:txBody>
          <a:bodyPr/>
          <a:lstStyle/>
          <a:p>
            <a:fld id="{21ABC42C-C6CC-47FC-904E-31573FDBB029}" type="slidenum">
              <a:rPr lang="ru-RU" smtClean="0"/>
              <a:pPr/>
              <a:t>29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BC3B245-0A18-5C42-A545-427B333FBE8C}"/>
              </a:ext>
            </a:extLst>
          </p:cNvPr>
          <p:cNvSpPr/>
          <p:nvPr/>
        </p:nvSpPr>
        <p:spPr>
          <a:xfrm rot="16200000">
            <a:off x="1263134" y="4773293"/>
            <a:ext cx="12570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Wikimedia</a:t>
            </a:r>
            <a:endParaRPr lang="ru-RU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56237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A4F14617-8FDC-404C-8215-065D764D8F31}"/>
              </a:ext>
            </a:extLst>
          </p:cNvPr>
          <p:cNvCxnSpPr>
            <a:stCxn id="11" idx="1"/>
            <a:endCxn id="11" idx="3"/>
          </p:cNvCxnSpPr>
          <p:nvPr/>
        </p:nvCxnSpPr>
        <p:spPr>
          <a:xfrm>
            <a:off x="5166218" y="2178087"/>
            <a:ext cx="252692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0FF23F6F-7A10-EE4A-91B0-96580EE57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Convergence Example</a:t>
            </a:r>
            <a:endParaRPr lang="en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AC563C7-C5BD-E946-8A89-8BACED68C6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403"/>
          <a:stretch/>
        </p:blipFill>
        <p:spPr>
          <a:xfrm>
            <a:off x="1059873" y="1138047"/>
            <a:ext cx="3262745" cy="2080081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993A09C-1702-4C4A-865A-35976CFDD2EC}"/>
              </a:ext>
            </a:extLst>
          </p:cNvPr>
          <p:cNvSpPr/>
          <p:nvPr/>
        </p:nvSpPr>
        <p:spPr>
          <a:xfrm>
            <a:off x="448744" y="3229335"/>
            <a:ext cx="611129" cy="2677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TV:</a:t>
            </a:r>
          </a:p>
          <a:p>
            <a:endParaRPr lang="en-US" sz="2400" dirty="0"/>
          </a:p>
          <a:p>
            <a:r>
              <a:rPr lang="en-US" sz="2400" dirty="0"/>
              <a:t>KL:</a:t>
            </a:r>
          </a:p>
          <a:p>
            <a:endParaRPr lang="en-US" sz="2400" dirty="0"/>
          </a:p>
          <a:p>
            <a:r>
              <a:rPr lang="en-US" sz="2400" dirty="0"/>
              <a:t>JS:</a:t>
            </a:r>
          </a:p>
          <a:p>
            <a:endParaRPr lang="en-US" sz="2400" dirty="0"/>
          </a:p>
          <a:p>
            <a:r>
              <a:rPr lang="en-US" sz="2400" dirty="0"/>
              <a:t>W:</a:t>
            </a:r>
            <a:endParaRPr lang="ru-RU" sz="24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5DFECB7-7B74-B644-A8CC-75D2C385C3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174" r="32806"/>
          <a:stretch/>
        </p:blipFill>
        <p:spPr>
          <a:xfrm>
            <a:off x="5166218" y="1138046"/>
            <a:ext cx="2526927" cy="2080081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DF3FA50-5426-4A49-BA97-6714A2B893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5881" t="5188" r="-9478" b="-5188"/>
          <a:stretch/>
        </p:blipFill>
        <p:spPr>
          <a:xfrm>
            <a:off x="8536745" y="1149254"/>
            <a:ext cx="3262745" cy="2080081"/>
          </a:xfrm>
          <a:prstGeom prst="rect">
            <a:avLst/>
          </a:prstGeom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24C490F-8359-0A4F-9836-F98FD52438D7}"/>
              </a:ext>
            </a:extLst>
          </p:cNvPr>
          <p:cNvSpPr/>
          <p:nvPr/>
        </p:nvSpPr>
        <p:spPr>
          <a:xfrm>
            <a:off x="9453079" y="3218127"/>
            <a:ext cx="351378" cy="2677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0</a:t>
            </a:r>
            <a:endParaRPr lang="en-US" sz="2400" dirty="0"/>
          </a:p>
          <a:p>
            <a:endParaRPr lang="en-US" sz="2400" dirty="0"/>
          </a:p>
          <a:p>
            <a:r>
              <a:rPr lang="ru-RU" sz="2400" dirty="0"/>
              <a:t>0</a:t>
            </a:r>
            <a:endParaRPr lang="en-US" sz="2400" dirty="0"/>
          </a:p>
          <a:p>
            <a:endParaRPr lang="en-US" sz="2400" dirty="0"/>
          </a:p>
          <a:p>
            <a:r>
              <a:rPr lang="ru-RU" sz="2400" dirty="0"/>
              <a:t>0</a:t>
            </a:r>
            <a:endParaRPr lang="en-US" sz="2400" dirty="0"/>
          </a:p>
          <a:p>
            <a:endParaRPr lang="en-US" sz="2400" dirty="0"/>
          </a:p>
          <a:p>
            <a:r>
              <a:rPr lang="ru-RU" sz="2400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Прямоугольник 13">
                <a:extLst>
                  <a:ext uri="{FF2B5EF4-FFF2-40B4-BE49-F238E27FC236}">
                    <a16:creationId xmlns:a16="http://schemas.microsoft.com/office/drawing/2014/main" id="{275EDE7D-8CEF-BF4B-B833-9B04953C5641}"/>
                  </a:ext>
                </a:extLst>
              </p:cNvPr>
              <p:cNvSpPr/>
              <p:nvPr/>
            </p:nvSpPr>
            <p:spPr>
              <a:xfrm>
                <a:off x="2339867" y="3218127"/>
                <a:ext cx="889987" cy="26776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ru-RU" sz="2400" dirty="0"/>
                  <a:t>1</a:t>
                </a:r>
                <a:endParaRPr lang="en-US" sz="2400" dirty="0"/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en-US" sz="2400" b="0" dirty="0"/>
              </a:p>
              <a:p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US" sz="24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4" name="Прямоугольник 13">
                <a:extLst>
                  <a:ext uri="{FF2B5EF4-FFF2-40B4-BE49-F238E27FC236}">
                    <a16:creationId xmlns:a16="http://schemas.microsoft.com/office/drawing/2014/main" id="{275EDE7D-8CEF-BF4B-B833-9B04953C56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867" y="3218127"/>
                <a:ext cx="889987" cy="2677656"/>
              </a:xfrm>
              <a:prstGeom prst="rect">
                <a:avLst/>
              </a:prstGeom>
              <a:blipFill>
                <a:blip r:embed="rId3"/>
                <a:stretch>
                  <a:fillRect l="-11268" t="-18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Прямоугольник 14">
                <a:extLst>
                  <a:ext uri="{FF2B5EF4-FFF2-40B4-BE49-F238E27FC236}">
                    <a16:creationId xmlns:a16="http://schemas.microsoft.com/office/drawing/2014/main" id="{D23C6B5E-64B7-5243-9352-ADE60ECC6C27}"/>
                  </a:ext>
                </a:extLst>
              </p:cNvPr>
              <p:cNvSpPr/>
              <p:nvPr/>
            </p:nvSpPr>
            <p:spPr>
              <a:xfrm>
                <a:off x="6096718" y="3218127"/>
                <a:ext cx="889987" cy="26776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ru-RU" sz="2400" dirty="0"/>
                  <a:t>1</a:t>
                </a:r>
                <a:endParaRPr lang="en-US" sz="2400" dirty="0"/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en-US" sz="2400" b="0" dirty="0"/>
              </a:p>
              <a:p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US" sz="24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5" name="Прямоугольник 14">
                <a:extLst>
                  <a:ext uri="{FF2B5EF4-FFF2-40B4-BE49-F238E27FC236}">
                    <a16:creationId xmlns:a16="http://schemas.microsoft.com/office/drawing/2014/main" id="{D23C6B5E-64B7-5243-9352-ADE60ECC6C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718" y="3218127"/>
                <a:ext cx="889987" cy="2677656"/>
              </a:xfrm>
              <a:prstGeom prst="rect">
                <a:avLst/>
              </a:prstGeom>
              <a:blipFill>
                <a:blip r:embed="rId4"/>
                <a:stretch>
                  <a:fillRect l="-11268" t="-18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A2CD771E-FB03-5C4C-B4EC-D67D5518BD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20393" y="6492875"/>
            <a:ext cx="1751214" cy="365125"/>
          </a:xfrm>
        </p:spPr>
        <p:txBody>
          <a:bodyPr/>
          <a:lstStyle/>
          <a:p>
            <a:r>
              <a:rPr lang="en" dirty="0"/>
              <a:t>Spring 2024</a:t>
            </a:r>
            <a:endParaRPr lang="ru-RU" dirty="0"/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A8CD984-22E6-AF4A-B32F-8244AE640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2505" y="6492875"/>
            <a:ext cx="3767667" cy="365125"/>
          </a:xfrm>
        </p:spPr>
        <p:txBody>
          <a:bodyPr/>
          <a:lstStyle/>
          <a:p>
            <a:r>
              <a:rPr lang="en-GB" dirty="0"/>
              <a:t>D.. Derkach  Generative </a:t>
            </a:r>
            <a:r>
              <a:rPr lang="en-GB" dirty="0" err="1"/>
              <a:t>Modeling</a:t>
            </a:r>
            <a:endParaRPr lang="ru-RU" dirty="0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8BE59196-D0D8-D64E-A853-EBC62E7AF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295" y="6492875"/>
            <a:ext cx="2743200" cy="365125"/>
          </a:xfrm>
        </p:spPr>
        <p:txBody>
          <a:bodyPr/>
          <a:lstStyle/>
          <a:p>
            <a:fld id="{21ABC42C-C6CC-47FC-904E-31573FDBB029}" type="slidenum">
              <a:rPr lang="ru-RU" smtClean="0"/>
              <a:pPr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3572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/>
      <p:bldP spid="14" grpId="0"/>
      <p:bldP spid="1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FF23F6F-7A10-EE4A-91B0-96580EE57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Mass Attention</a:t>
            </a:r>
            <a:endParaRPr lang="en-RU" dirty="0"/>
          </a:p>
        </p:txBody>
      </p:sp>
      <p:pic>
        <p:nvPicPr>
          <p:cNvPr id="15361" name="Picture 1" descr="page21image22532784">
            <a:extLst>
              <a:ext uri="{FF2B5EF4-FFF2-40B4-BE49-F238E27FC236}">
                <a16:creationId xmlns:a16="http://schemas.microsoft.com/office/drawing/2014/main" id="{40C3FDB1-84E8-C545-AB95-36A7037540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181" y="455113"/>
            <a:ext cx="7835819" cy="5477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>
                <a:extLst>
                  <a:ext uri="{FF2B5EF4-FFF2-40B4-BE49-F238E27FC236}">
                    <a16:creationId xmlns:a16="http://schemas.microsoft.com/office/drawing/2014/main" id="{691AAE20-B656-6747-AFDC-1AE5943FDC64}"/>
                  </a:ext>
                </a:extLst>
              </p:cNvPr>
              <p:cNvSpPr/>
              <p:nvPr/>
            </p:nvSpPr>
            <p:spPr>
              <a:xfrm>
                <a:off x="346364" y="2326627"/>
                <a:ext cx="4558145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" sz="2400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" sz="2400" dirty="0">
                    <a:latin typeface="TextbookNew-Light-Identity-H"/>
                  </a:rPr>
                  <a:t> takes into account the distance at which the differences in the distributions are located. </a:t>
                </a:r>
              </a:p>
              <a:p>
                <a:endParaRPr lang="en" sz="2400" dirty="0">
                  <a:latin typeface="TextbookNew-Light-Identity-H"/>
                </a:endParaRPr>
              </a:p>
              <a:p>
                <a:r>
                  <a:rPr lang="en" sz="2400" dirty="0">
                    <a:latin typeface="TextbookNew-Light-Identity-H"/>
                  </a:rPr>
                  <a:t>This is exactly what we need to take into account multiple solutions! </a:t>
                </a:r>
                <a:endParaRPr lang="en" sz="2400" dirty="0">
                  <a:effectLst/>
                </a:endParaRPr>
              </a:p>
            </p:txBody>
          </p:sp>
        </mc:Choice>
        <mc:Fallback xmlns="">
          <p:sp>
            <p:nvSpPr>
              <p:cNvPr id="2" name="Прямоугольник 1">
                <a:extLst>
                  <a:ext uri="{FF2B5EF4-FFF2-40B4-BE49-F238E27FC236}">
                    <a16:creationId xmlns:a16="http://schemas.microsoft.com/office/drawing/2014/main" id="{691AAE20-B656-6747-AFDC-1AE5943FDC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364" y="2326627"/>
                <a:ext cx="4558145" cy="2677656"/>
              </a:xfrm>
              <a:prstGeom prst="rect">
                <a:avLst/>
              </a:prstGeom>
              <a:blipFill>
                <a:blip r:embed="rId3"/>
                <a:stretch>
                  <a:fillRect l="-2222" t="-1415" b="-377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C4D1BC63-2D81-4743-A8E7-1757D52BA7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20393" y="6492875"/>
            <a:ext cx="1751214" cy="365125"/>
          </a:xfrm>
        </p:spPr>
        <p:txBody>
          <a:bodyPr/>
          <a:lstStyle/>
          <a:p>
            <a:r>
              <a:rPr lang="en" dirty="0"/>
              <a:t>Spring 2024</a:t>
            </a:r>
            <a:endParaRPr lang="ru-RU" dirty="0"/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21ADF118-456C-1E4B-BA2B-40389D48D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2505" y="6492875"/>
            <a:ext cx="3767667" cy="365125"/>
          </a:xfrm>
        </p:spPr>
        <p:txBody>
          <a:bodyPr/>
          <a:lstStyle/>
          <a:p>
            <a:r>
              <a:rPr lang="en-GB" dirty="0"/>
              <a:t>D.. Derkach  Generative </a:t>
            </a:r>
            <a:r>
              <a:rPr lang="en-GB" dirty="0" err="1"/>
              <a:t>Modeling</a:t>
            </a:r>
            <a:endParaRPr lang="ru-RU" dirty="0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F5615272-1589-1D4D-B17A-DDFC8B373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295" y="6492875"/>
            <a:ext cx="2743200" cy="365125"/>
          </a:xfrm>
        </p:spPr>
        <p:txBody>
          <a:bodyPr/>
          <a:lstStyle/>
          <a:p>
            <a:fld id="{21ABC42C-C6CC-47FC-904E-31573FDBB029}" type="slidenum">
              <a:rPr lang="ru-RU" smtClean="0"/>
              <a:pPr/>
              <a:t>31</a:t>
            </a:fld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F5A75BD-EB0A-6E43-8B19-C02D7AA7A2E8}"/>
              </a:ext>
            </a:extLst>
          </p:cNvPr>
          <p:cNvSpPr/>
          <p:nvPr/>
        </p:nvSpPr>
        <p:spPr>
          <a:xfrm rot="16200000">
            <a:off x="4091306" y="3244334"/>
            <a:ext cx="12570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Wikimedia</a:t>
            </a:r>
            <a:endParaRPr lang="ru-RU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57126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0FF23F6F-7A10-EE4A-91B0-96580EE5727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properties hints</a:t>
                </a:r>
                <a:endParaRPr lang="en-RU" dirty="0"/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0FF23F6F-7A10-EE4A-91B0-96580EE572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860" t="-19672" b="-344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1">
                <a:extLst>
                  <a:ext uri="{FF2B5EF4-FFF2-40B4-BE49-F238E27FC236}">
                    <a16:creationId xmlns:a16="http://schemas.microsoft.com/office/drawing/2014/main" id="{DE92CFBE-9A6F-654B-B9C9-8AEFB8F9A4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46220" y="1504934"/>
                <a:ext cx="10499559" cy="2476532"/>
              </a:xfrm>
            </p:spPr>
            <p:txBody>
              <a:bodyPr>
                <a:noAutofit/>
              </a:bodyPr>
              <a:lstStyle/>
              <a:p>
                <a:pPr marL="30960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" dirty="0"/>
                  <a:t> – true PDF, </a:t>
                </a:r>
                <a14:m>
                  <m:oMath xmlns:m="http://schemas.openxmlformats.org/officeDocument/2006/math">
                    <m:r>
                      <a:rPr lang="en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" dirty="0"/>
                  <a:t> – fitted PDF.</a:t>
                </a:r>
              </a:p>
              <a:p>
                <a:r>
                  <a:rPr lang="en" dirty="0"/>
                  <a:t>For a sequence of distributions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" dirty="0"/>
                  <a:t>:</a:t>
                </a:r>
              </a:p>
              <a:p>
                <a:pPr marL="720000" lvl="1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𝐾𝐿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" sz="2400" dirty="0"/>
                  <a:t> </a:t>
                </a:r>
                <a:r>
                  <a:rPr lang="en" sz="2400" dirty="0">
                    <a:solidFill>
                      <a:srgbClr val="FF0000"/>
                    </a:solidFill>
                    <a:sym typeface="Wingdings" pitchFamily="2" charset="2"/>
                  </a:rPr>
                  <a:t></a:t>
                </a:r>
                <a:r>
                  <a:rPr lang="en" sz="2400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𝐽𝑆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" sz="2400" dirty="0">
                    <a:solidFill>
                      <a:srgbClr val="FF0000"/>
                    </a:solidFill>
                    <a:sym typeface="Wingdings" pitchFamily="2" charset="2"/>
                  </a:rPr>
                  <a:t> </a:t>
                </a:r>
                <a:r>
                  <a:rPr lang="en" sz="2400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→0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2400" b="0" i="0" dirty="0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groupCh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" sz="2400" dirty="0"/>
              </a:p>
              <a:p>
                <a:r>
                  <a:rPr lang="en" dirty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" dirty="0"/>
                  <a:t> continuo</a:t>
                </a:r>
                <a:r>
                  <a:rPr lang="en-GB" dirty="0"/>
                  <a:t>u</a:t>
                </a:r>
                <a:r>
                  <a:rPr lang="en" dirty="0"/>
                  <a:t>s </a:t>
                </a:r>
              </a:p>
              <a:p>
                <a:pPr marL="720000" lvl="1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</m:oMath>
                </a14:m>
                <a:r>
                  <a:rPr lang="en" sz="2400" dirty="0"/>
                  <a:t> is continuous and can be restricted to differentiable almost everywhere. </a:t>
                </a:r>
              </a:p>
              <a:p>
                <a:pPr marL="720000" lvl="1" indent="0">
                  <a:buNone/>
                </a:pPr>
                <a:endParaRPr lang="en" sz="2400" dirty="0">
                  <a:solidFill>
                    <a:schemeClr val="accent1"/>
                  </a:solidFill>
                </a:endParaRPr>
              </a:p>
              <a:p>
                <a:pPr marL="720000" lvl="1" indent="0">
                  <a:buNone/>
                </a:pPr>
                <a:r>
                  <a:rPr lang="en" sz="2400" dirty="0">
                    <a:solidFill>
                      <a:schemeClr val="accent1"/>
                    </a:solidFill>
                  </a:rPr>
                  <a:t>Should we use directly in GAN? </a:t>
                </a:r>
              </a:p>
            </p:txBody>
          </p:sp>
        </mc:Choice>
        <mc:Fallback xmlns="">
          <p:sp>
            <p:nvSpPr>
              <p:cNvPr id="6" name="Content Placeholder 1">
                <a:extLst>
                  <a:ext uri="{FF2B5EF4-FFF2-40B4-BE49-F238E27FC236}">
                    <a16:creationId xmlns:a16="http://schemas.microsoft.com/office/drawing/2014/main" id="{DE92CFBE-9A6F-654B-B9C9-8AEFB8F9A4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6220" y="1504934"/>
                <a:ext cx="10499559" cy="2476532"/>
              </a:xfrm>
              <a:blipFill>
                <a:blip r:embed="rId3"/>
                <a:stretch>
                  <a:fillRect b="-85204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6B5A5F9-38A6-DA42-9E46-01B3BFD482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20393" y="6492875"/>
            <a:ext cx="1751214" cy="365125"/>
          </a:xfrm>
        </p:spPr>
        <p:txBody>
          <a:bodyPr/>
          <a:lstStyle/>
          <a:p>
            <a:r>
              <a:rPr lang="en" dirty="0"/>
              <a:t>Spring 2024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6CB1854-27FC-9E47-8376-583A23C1D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2505" y="6492875"/>
            <a:ext cx="3767667" cy="365125"/>
          </a:xfrm>
        </p:spPr>
        <p:txBody>
          <a:bodyPr/>
          <a:lstStyle/>
          <a:p>
            <a:r>
              <a:rPr lang="en-GB" dirty="0"/>
              <a:t>D.. Derkach  Generative </a:t>
            </a:r>
            <a:r>
              <a:rPr lang="en-GB" dirty="0" err="1"/>
              <a:t>Modeling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89FE80-40BC-0D4C-8583-38FD2852F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295" y="6492875"/>
            <a:ext cx="2743200" cy="365125"/>
          </a:xfrm>
        </p:spPr>
        <p:txBody>
          <a:bodyPr/>
          <a:lstStyle/>
          <a:p>
            <a:fld id="{21ABC42C-C6CC-47FC-904E-31573FDBB029}" type="slidenum">
              <a:rPr lang="ru-RU" smtClean="0"/>
              <a:pPr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10216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8DDE6-F262-E94A-BBD8-EAA56C3E2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" dirty="0"/>
              <a:t>Spring 2024</a:t>
            </a:r>
            <a:endParaRPr lang="ru-R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5831C-8ED2-6B41-B3D1-67B8994A1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D.. Derkach  Generative </a:t>
            </a:r>
            <a:r>
              <a:rPr lang="en-GB" err="1"/>
              <a:t>Modeling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33</a:t>
            </a:fld>
            <a:endParaRPr lang="ru-RU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AFEDCF2C-826D-A745-AF1A-3FFA5B34F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72192"/>
            <a:ext cx="11806990" cy="765843"/>
          </a:xfrm>
        </p:spPr>
        <p:txBody>
          <a:bodyPr>
            <a:normAutofit/>
          </a:bodyPr>
          <a:lstStyle/>
          <a:p>
            <a:r>
              <a:rPr lang="en-US" dirty="0"/>
              <a:t>Reminder: Noisy Supports</a:t>
            </a:r>
            <a:endParaRPr lang="en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1">
                <a:extLst>
                  <a:ext uri="{FF2B5EF4-FFF2-40B4-BE49-F238E27FC236}">
                    <a16:creationId xmlns:a16="http://schemas.microsoft.com/office/drawing/2014/main" id="{5CB807D3-6B17-C542-AD14-D3456C3A96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5642" y="1118724"/>
                <a:ext cx="10499559" cy="2009045"/>
              </a:xfrm>
            </p:spPr>
            <p:txBody>
              <a:bodyPr>
                <a:noAutofit/>
              </a:bodyPr>
              <a:lstStyle/>
              <a:p>
                <a:r>
                  <a:rPr lang="en" dirty="0"/>
                  <a:t>Let’s make the problem harder: introduce random noise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" i="1" dirty="0">
                        <a:latin typeface="Cambria Math" panose="02040503050406030204" pitchFamily="18" charset="0"/>
                      </a:rPr>
                      <m:t>(0;</m:t>
                    </m:r>
                    <m:sSup>
                      <m:sSupPr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" i="1" dirty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" dirty="0"/>
                  <a:t>: </a:t>
                </a:r>
              </a:p>
              <a:p>
                <a:pPr marL="30960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ℙ</m:t>
                          </m:r>
                        </m:e>
                        <m:sub>
                          <m:r>
                            <a:rPr lang="en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l-GR" i="1" dirty="0"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a:rPr lang="el-GR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" i="1" dirty="0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" i="1" dirty="0"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en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ℙ</m:t>
                          </m:r>
                        </m:e>
                        <m:sub>
                          <m:r>
                            <a:rPr lang="el-GR" i="1" dirty="0">
                              <a:latin typeface="Cambria Math" panose="02040503050406030204" pitchFamily="18" charset="0"/>
                            </a:rPr>
                            <m:t>𝜀</m:t>
                          </m:r>
                        </m:sub>
                      </m:sSub>
                      <m:r>
                        <a:rPr lang="el-GR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" i="1" dirty="0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" i="1" dirty="0" smtClean="0"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en" dirty="0"/>
              </a:p>
              <a:p>
                <a:r>
                  <a:rPr lang="en" dirty="0"/>
                  <a:t>This will make noisy supports, that makes it difficult for discriminator. </a:t>
                </a:r>
                <a:br>
                  <a:rPr lang="en" dirty="0"/>
                </a:br>
                <a:endParaRPr lang="en" dirty="0">
                  <a:effectLst/>
                </a:endParaRPr>
              </a:p>
            </p:txBody>
          </p:sp>
        </mc:Choice>
        <mc:Fallback xmlns="">
          <p:sp>
            <p:nvSpPr>
              <p:cNvPr id="10" name="Content Placeholder 1">
                <a:extLst>
                  <a:ext uri="{FF2B5EF4-FFF2-40B4-BE49-F238E27FC236}">
                    <a16:creationId xmlns:a16="http://schemas.microsoft.com/office/drawing/2014/main" id="{5CB807D3-6B17-C542-AD14-D3456C3A96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5642" y="1118724"/>
                <a:ext cx="10499559" cy="200904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B5E0180-4CB1-EC4E-AD01-870967A20BA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6685"/>
          <a:stretch/>
        </p:blipFill>
        <p:spPr>
          <a:xfrm>
            <a:off x="2133600" y="3228047"/>
            <a:ext cx="2590800" cy="276574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4968423-CCBF-4A4F-AF73-4A335C4EB69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4086" r="56283"/>
          <a:stretch/>
        </p:blipFill>
        <p:spPr>
          <a:xfrm>
            <a:off x="6649978" y="3228047"/>
            <a:ext cx="2859245" cy="276574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Рукописный ввод 1">
                <a:extLst>
                  <a:ext uri="{FF2B5EF4-FFF2-40B4-BE49-F238E27FC236}">
                    <a16:creationId xmlns:a16="http://schemas.microsoft.com/office/drawing/2014/main" id="{C79A5CC3-0E05-E648-AFDB-B49C7754A308}"/>
                  </a:ext>
                </a:extLst>
              </p14:cNvPr>
              <p14:cNvContentPartPr/>
              <p14:nvPr/>
            </p14:nvContentPartPr>
            <p14:xfrm>
              <a:off x="7263206" y="3899846"/>
              <a:ext cx="1582200" cy="1130400"/>
            </p14:xfrm>
          </p:contentPart>
        </mc:Choice>
        <mc:Fallback xmlns="">
          <p:pic>
            <p:nvPicPr>
              <p:cNvPr id="2" name="Рукописный ввод 1">
                <a:extLst>
                  <a:ext uri="{FF2B5EF4-FFF2-40B4-BE49-F238E27FC236}">
                    <a16:creationId xmlns:a16="http://schemas.microsoft.com/office/drawing/2014/main" id="{C79A5CC3-0E05-E648-AFDB-B49C7754A30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3566" y="3720206"/>
                <a:ext cx="1761840" cy="149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Рукописный ввод 2">
                <a:extLst>
                  <a:ext uri="{FF2B5EF4-FFF2-40B4-BE49-F238E27FC236}">
                    <a16:creationId xmlns:a16="http://schemas.microsoft.com/office/drawing/2014/main" id="{30C0C1B7-B720-4C4F-9FA0-73FEBDF058A5}"/>
                  </a:ext>
                </a:extLst>
              </p14:cNvPr>
              <p14:cNvContentPartPr/>
              <p14:nvPr/>
            </p14:nvContentPartPr>
            <p14:xfrm>
              <a:off x="7620686" y="3740726"/>
              <a:ext cx="879480" cy="1318320"/>
            </p14:xfrm>
          </p:contentPart>
        </mc:Choice>
        <mc:Fallback xmlns="">
          <p:pic>
            <p:nvPicPr>
              <p:cNvPr id="3" name="Рукописный ввод 2">
                <a:extLst>
                  <a:ext uri="{FF2B5EF4-FFF2-40B4-BE49-F238E27FC236}">
                    <a16:creationId xmlns:a16="http://schemas.microsoft.com/office/drawing/2014/main" id="{30C0C1B7-B720-4C4F-9FA0-73FEBDF058A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531046" y="3561086"/>
                <a:ext cx="1059120" cy="1677960"/>
              </a:xfrm>
              <a:prstGeom prst="rect">
                <a:avLst/>
              </a:prstGeom>
            </p:spPr>
          </p:pic>
        </mc:Fallback>
      </mc:AlternateContent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A551384B-66C4-DB47-A5AE-3EEFA4FB9ADE}"/>
              </a:ext>
            </a:extLst>
          </p:cNvPr>
          <p:cNvCxnSpPr/>
          <p:nvPr/>
        </p:nvCxnSpPr>
        <p:spPr>
          <a:xfrm>
            <a:off x="5352906" y="4628063"/>
            <a:ext cx="1045029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">
                <a:extLst>
                  <a:ext uri="{FF2B5EF4-FFF2-40B4-BE49-F238E27FC236}">
                    <a16:creationId xmlns:a16="http://schemas.microsoft.com/office/drawing/2014/main" id="{4F82B623-0C99-274A-B93B-69C5C9100EA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5642" y="3245470"/>
                <a:ext cx="10499559" cy="276574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lIns="91440" tIns="45720" rIns="91440" bIns="45720" rtlCol="0">
                <a:noAutofit/>
              </a:bodyPr>
              <a:lstStyle>
                <a:lvl1pPr marL="720000" indent="-410400" algn="l" defTabSz="914400" rtl="0" eaLnBrk="1" fontAlgn="ctr" latinLnBrk="0" hangingPunct="1">
                  <a:lnSpc>
                    <a:spcPct val="125000"/>
                  </a:lnSpc>
                  <a:spcBef>
                    <a:spcPts val="700"/>
                  </a:spcBef>
                  <a:buClr>
                    <a:schemeClr val="tx2"/>
                  </a:buClr>
                  <a:buSzPct val="70000"/>
                  <a:buFont typeface="Menlo Bold" panose="020B0609030804020204" pitchFamily="49" charset="0"/>
                  <a:buChar char="▶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008000" indent="-288000" algn="l" defTabSz="914400" rtl="0" eaLnBrk="1" fontAlgn="ctr" latinLnBrk="0" hangingPunct="1">
                  <a:lnSpc>
                    <a:spcPct val="125000"/>
                  </a:lnSpc>
                  <a:spcBef>
                    <a:spcPts val="700"/>
                  </a:spcBef>
                  <a:buClr>
                    <a:schemeClr val="tx1"/>
                  </a:buClr>
                  <a:buFont typeface="System Font Regular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314000" indent="-288000" algn="l" defTabSz="914400" rtl="0" eaLnBrk="1" fontAlgn="ctr" latinLnBrk="0" hangingPunct="1">
                  <a:lnSpc>
                    <a:spcPct val="125000"/>
                  </a:lnSpc>
                  <a:spcBef>
                    <a:spcPts val="700"/>
                  </a:spcBef>
                  <a:buClr>
                    <a:schemeClr val="tx1"/>
                  </a:buClr>
                  <a:buFont typeface="System Font Regular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88000" algn="l" defTabSz="914400" rtl="0" eaLnBrk="1" fontAlgn="ctr" latinLnBrk="0" hangingPunct="1">
                  <a:lnSpc>
                    <a:spcPct val="125000"/>
                  </a:lnSpc>
                  <a:spcBef>
                    <a:spcPts val="700"/>
                  </a:spcBef>
                  <a:buClr>
                    <a:schemeClr val="tx1"/>
                  </a:buClr>
                  <a:buFont typeface="System Font Regular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72000" indent="-288000" algn="l" defTabSz="914400" rtl="0" eaLnBrk="1" fontAlgn="ctr" latinLnBrk="0" hangingPunct="1">
                  <a:lnSpc>
                    <a:spcPct val="125000"/>
                  </a:lnSpc>
                  <a:spcBef>
                    <a:spcPts val="700"/>
                  </a:spcBef>
                  <a:buClr>
                    <a:schemeClr val="tx1"/>
                  </a:buClr>
                  <a:buFont typeface="System Font Regular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ru-RU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</m:d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" dirty="0"/>
                  <a:t> </a:t>
                </a:r>
              </a:p>
              <a:p>
                <a:pPr marL="309600" indent="0">
                  <a:buFont typeface="Menlo Bold" panose="020B0609030804020204" pitchFamily="49" charset="0"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≤2</m:t>
                      </m:r>
                      <m:rad>
                        <m:radPr>
                          <m:degHide m:val="on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ra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𝐽𝑆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rad>
                      <m:r>
                        <a:rPr lang="en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" dirty="0"/>
              </a:p>
              <a:p>
                <a:r>
                  <a:rPr lang="en" dirty="0"/>
                  <a:t>We thus approximated </a:t>
                </a:r>
                <a14:m>
                  <m:oMath xmlns:m="http://schemas.openxmlformats.org/officeDocument/2006/math">
                    <m:r>
                      <a:rPr lang="en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" dirty="0"/>
                  <a:t> with </a:t>
                </a:r>
                <a14:m>
                  <m:oMath xmlns:m="http://schemas.openxmlformats.org/officeDocument/2006/math">
                    <m:r>
                      <a:rPr lang="en" i="1" dirty="0" smtClean="0">
                        <a:latin typeface="Cambria Math" panose="02040503050406030204" pitchFamily="18" charset="0"/>
                      </a:rPr>
                      <m:t>𝐽𝑆</m:t>
                    </m:r>
                  </m:oMath>
                </a14:m>
                <a:endParaRPr lang="en" dirty="0"/>
              </a:p>
            </p:txBody>
          </p:sp>
        </mc:Choice>
        <mc:Fallback xmlns="">
          <p:sp>
            <p:nvSpPr>
              <p:cNvPr id="14" name="Content Placeholder 1">
                <a:extLst>
                  <a:ext uri="{FF2B5EF4-FFF2-40B4-BE49-F238E27FC236}">
                    <a16:creationId xmlns:a16="http://schemas.microsoft.com/office/drawing/2014/main" id="{4F82B623-0C99-274A-B93B-69C5C9100E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642" y="3245470"/>
                <a:ext cx="10499559" cy="276574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51374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30DE84D-9976-2B4D-81CD-5D941FECAF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85963"/>
                <a:ext cx="5748338" cy="3822392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RU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RU" dirty="0"/>
                  <a:t> is Lipschitz-k continuous if</a:t>
                </a:r>
              </a:p>
              <a:p>
                <a:r>
                  <a:rPr lang="en-RU" dirty="0"/>
                  <a:t>there exists a constant </a:t>
                </a:r>
                <a14:m>
                  <m:oMath xmlns:m="http://schemas.openxmlformats.org/officeDocument/2006/math">
                    <m:r>
                      <a:rPr lang="en-RU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RU" dirty="0"/>
                  <a:t>, such that for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RU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U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RU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R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U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RU" dirty="0"/>
                  <a:t>: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30DE84D-9976-2B4D-81CD-5D941FECAF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85963"/>
                <a:ext cx="5748338" cy="3822392"/>
              </a:xfrm>
              <a:blipFill>
                <a:blip r:embed="rId2"/>
                <a:stretch>
                  <a:fillRect l="-66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422751EF-D39E-B849-8AB8-C2BC594BF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Lipschitz continuity</a:t>
            </a:r>
            <a:endParaRPr lang="en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6B254E4-1474-6744-921E-00F99F197BBC}"/>
                  </a:ext>
                </a:extLst>
              </p:cNvPr>
              <p:cNvSpPr txBox="1"/>
              <p:nvPr/>
            </p:nvSpPr>
            <p:spPr>
              <a:xfrm>
                <a:off x="1626285" y="4117667"/>
                <a:ext cx="41721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RU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6B254E4-1474-6744-921E-00F99F197B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6285" y="4117667"/>
                <a:ext cx="4172168" cy="369332"/>
              </a:xfrm>
              <a:prstGeom prst="rect">
                <a:avLst/>
              </a:prstGeom>
              <a:blipFill>
                <a:blip r:embed="rId3"/>
                <a:stretch>
                  <a:fillRect b="-34483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D5D0602A-2DE2-8E40-BD2A-BFD4A13B7D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6737" y="1282700"/>
            <a:ext cx="4673600" cy="4292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72B7083-BD68-3F45-955D-751FE01C3DCC}"/>
              </a:ext>
            </a:extLst>
          </p:cNvPr>
          <p:cNvSpPr txBox="1"/>
          <p:nvPr/>
        </p:nvSpPr>
        <p:spPr>
          <a:xfrm>
            <a:off x="7070040" y="5654466"/>
            <a:ext cx="4636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err="1"/>
              <a:t>i</a:t>
            </a:r>
            <a:r>
              <a:rPr lang="en-RU" sz="1400" dirty="0"/>
              <a:t>mg from </a:t>
            </a:r>
            <a:r>
              <a:rPr lang="en-GB" sz="1400" dirty="0">
                <a:hlinkClick r:id="rId5"/>
              </a:rPr>
              <a:t>https://en.wikipedia.org/wiki/Lipschitz_continuity</a:t>
            </a:r>
            <a:endParaRPr lang="en-GB" sz="1400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E270CBB6-25F9-914B-B890-02DEE0C64B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20393" y="6492875"/>
            <a:ext cx="1751214" cy="365125"/>
          </a:xfrm>
        </p:spPr>
        <p:txBody>
          <a:bodyPr/>
          <a:lstStyle/>
          <a:p>
            <a:r>
              <a:rPr lang="en" dirty="0"/>
              <a:t>Spring 2024</a:t>
            </a:r>
            <a:endParaRPr lang="ru-RU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168B2D3-0727-4C49-9FA0-DA3BB2C21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2505" y="6492875"/>
            <a:ext cx="3767667" cy="365125"/>
          </a:xfrm>
        </p:spPr>
        <p:txBody>
          <a:bodyPr/>
          <a:lstStyle/>
          <a:p>
            <a:r>
              <a:rPr lang="en-GB" dirty="0"/>
              <a:t>D.. Derkach  Generative </a:t>
            </a:r>
            <a:r>
              <a:rPr lang="en-GB" dirty="0" err="1"/>
              <a:t>Modeling</a:t>
            </a:r>
            <a:endParaRPr lang="ru-RU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DE5C575-539C-4B44-9700-FED5B3F29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295" y="6492875"/>
            <a:ext cx="2743200" cy="365125"/>
          </a:xfrm>
        </p:spPr>
        <p:txBody>
          <a:bodyPr/>
          <a:lstStyle/>
          <a:p>
            <a:fld id="{21ABC42C-C6CC-47FC-904E-31573FDBB029}" type="slidenum">
              <a:rPr lang="ru-RU" smtClean="0"/>
              <a:pPr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21345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FF23F6F-7A10-EE4A-91B0-96580EE57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Kantorovich-Rubinstein Duality </a:t>
            </a:r>
            <a:endParaRPr lang="en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1">
                <a:extLst>
                  <a:ext uri="{FF2B5EF4-FFF2-40B4-BE49-F238E27FC236}">
                    <a16:creationId xmlns:a16="http://schemas.microsoft.com/office/drawing/2014/main" id="{DE92CFBE-9A6F-654B-B9C9-8AEFB8F9A4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46220" y="1504934"/>
                <a:ext cx="10499559" cy="2476532"/>
              </a:xfrm>
            </p:spPr>
            <p:txBody>
              <a:bodyPr>
                <a:noAutofit/>
              </a:bodyPr>
              <a:lstStyle/>
              <a:p>
                <a:pPr marL="30960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" dirty="0"/>
                  <a:t> – true PDF, </a:t>
                </a:r>
                <a14:m>
                  <m:oMath xmlns:m="http://schemas.openxmlformats.org/officeDocument/2006/math">
                    <m:r>
                      <a:rPr lang="en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" dirty="0"/>
                  <a:t> – fitted PDF.</a:t>
                </a:r>
                <a:endParaRPr lang="ru-RU" dirty="0"/>
              </a:p>
              <a:p>
                <a:pPr marL="309600" indent="0">
                  <a:buNone/>
                </a:pPr>
                <a:endParaRPr lang="ru-RU" dirty="0"/>
              </a:p>
              <a:p>
                <a:pPr marL="30960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0" dirty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dirty="0" smtClean="0">
                                  <a:latin typeface="Cambria Math" panose="02040503050406030204" pitchFamily="18" charset="0"/>
                                </a:rPr>
                                <m:t>sup</m:t>
                              </m:r>
                            </m:e>
                            <m:lim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𝐿𝑖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∼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∼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</m:e>
                      </m:func>
                    </m:oMath>
                  </m:oMathPara>
                </a14:m>
                <a:endParaRPr lang="en" dirty="0"/>
              </a:p>
              <a:p>
                <a:pPr marL="309600" indent="0">
                  <a:buNone/>
                </a:pPr>
                <a:r>
                  <a:rPr lang="en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" dirty="0"/>
                  <a:t> is 1-Lipshitz condition.</a:t>
                </a:r>
              </a:p>
            </p:txBody>
          </p:sp>
        </mc:Choice>
        <mc:Fallback xmlns="">
          <p:sp>
            <p:nvSpPr>
              <p:cNvPr id="6" name="Content Placeholder 1">
                <a:extLst>
                  <a:ext uri="{FF2B5EF4-FFF2-40B4-BE49-F238E27FC236}">
                    <a16:creationId xmlns:a16="http://schemas.microsoft.com/office/drawing/2014/main" id="{DE92CFBE-9A6F-654B-B9C9-8AEFB8F9A4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6220" y="1504934"/>
                <a:ext cx="10499559" cy="2476532"/>
              </a:xfrm>
              <a:blipFill>
                <a:blip r:embed="rId2"/>
                <a:stretch>
                  <a:fillRect b="-25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6B5A5F9-38A6-DA42-9E46-01B3BFD482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20393" y="6492875"/>
            <a:ext cx="1751214" cy="365125"/>
          </a:xfrm>
        </p:spPr>
        <p:txBody>
          <a:bodyPr/>
          <a:lstStyle/>
          <a:p>
            <a:r>
              <a:rPr lang="en" dirty="0"/>
              <a:t>Spring 2024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6CB1854-27FC-9E47-8376-583A23C1D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2505" y="6492875"/>
            <a:ext cx="3767667" cy="365125"/>
          </a:xfrm>
        </p:spPr>
        <p:txBody>
          <a:bodyPr/>
          <a:lstStyle/>
          <a:p>
            <a:r>
              <a:rPr lang="en-GB" dirty="0"/>
              <a:t>D.. Derkach  Generative </a:t>
            </a:r>
            <a:r>
              <a:rPr lang="en-GB" dirty="0" err="1"/>
              <a:t>Modeling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89FE80-40BC-0D4C-8583-38FD2852F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295" y="6492875"/>
            <a:ext cx="2743200" cy="365125"/>
          </a:xfrm>
        </p:spPr>
        <p:txBody>
          <a:bodyPr/>
          <a:lstStyle/>
          <a:p>
            <a:fld id="{21ABC42C-C6CC-47FC-904E-31573FDBB029}" type="slidenum">
              <a:rPr lang="ru-RU" smtClean="0"/>
              <a:pPr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72300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9DD5204-191F-6242-9F69-2E6B6825F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Back to Bakeries</a:t>
            </a:r>
            <a:endParaRPr lang="en" dirty="0">
              <a:effectLst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BC9050-635F-C749-932E-5BBABCEE0BD6}"/>
              </a:ext>
            </a:extLst>
          </p:cNvPr>
          <p:cNvSpPr/>
          <p:nvPr/>
        </p:nvSpPr>
        <p:spPr>
          <a:xfrm>
            <a:off x="3960172" y="764387"/>
            <a:ext cx="3883666" cy="478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3125B717-AC9D-9849-94E3-7845F79277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20393" y="6492875"/>
            <a:ext cx="1751214" cy="365125"/>
          </a:xfrm>
        </p:spPr>
        <p:txBody>
          <a:bodyPr/>
          <a:lstStyle/>
          <a:p>
            <a:r>
              <a:rPr lang="en" dirty="0"/>
              <a:t>Spring 2024</a:t>
            </a:r>
            <a:endParaRPr lang="ru-RU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282D6AD-0D7B-F647-8DD3-20DC2793D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2505" y="6492875"/>
            <a:ext cx="3767667" cy="365125"/>
          </a:xfrm>
        </p:spPr>
        <p:txBody>
          <a:bodyPr/>
          <a:lstStyle/>
          <a:p>
            <a:r>
              <a:rPr lang="en-GB" dirty="0"/>
              <a:t>D.. Derkach  Generative </a:t>
            </a:r>
            <a:r>
              <a:rPr lang="en-GB" dirty="0" err="1"/>
              <a:t>Modeling</a:t>
            </a:r>
            <a:endParaRPr lang="ru-RU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81BE36A-8FDF-1E48-8B2B-BBF725A6C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295" y="6492875"/>
            <a:ext cx="2743200" cy="365125"/>
          </a:xfrm>
        </p:spPr>
        <p:txBody>
          <a:bodyPr/>
          <a:lstStyle/>
          <a:p>
            <a:fld id="{21ABC42C-C6CC-47FC-904E-31573FDBB029}" type="slidenum">
              <a:rPr lang="ru-RU" smtClean="0"/>
              <a:pPr/>
              <a:t>36</a:t>
            </a:fld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B25339-E550-EC47-B4DD-CCA73B23F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579" y="1895355"/>
            <a:ext cx="9184841" cy="3067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5874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1">
                <a:extLst>
                  <a:ext uri="{FF2B5EF4-FFF2-40B4-BE49-F238E27FC236}">
                    <a16:creationId xmlns:a16="http://schemas.microsoft.com/office/drawing/2014/main" id="{CE3E7C14-231F-DD46-A596-CD3C76DAF3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46220" y="985390"/>
                <a:ext cx="10499559" cy="2476532"/>
              </a:xfrm>
            </p:spPr>
            <p:txBody>
              <a:bodyPr>
                <a:noAutofit/>
              </a:bodyPr>
              <a:lstStyle/>
              <a:p>
                <a:pPr marL="30960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" dirty="0"/>
                  <a:t> – PDF.</a:t>
                </a:r>
                <a:endParaRPr lang="ru-RU" dirty="0"/>
              </a:p>
              <a:p>
                <a:pPr marL="30960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ℱ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sup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subHide m:val="on"/>
                                      <m:supHide m:val="on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nary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𝑑𝑝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nary>
                                    <m:naryPr>
                                      <m:subHide m:val="on"/>
                                      <m:sup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nary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ℱ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b="0" dirty="0"/>
              </a:p>
              <a:p>
                <a:pPr marL="30960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dirty="0"/>
                  <a:t> is </a:t>
                </a:r>
                <a:r>
                  <a:rPr lang="en" dirty="0"/>
                  <a:t>a class of real-valued bounded measurable functions on </a:t>
                </a:r>
                <a14:m>
                  <m:oMath xmlns:m="http://schemas.openxmlformats.org/officeDocument/2006/math">
                    <m:r>
                      <a:rPr lang="en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309600" indent="0">
                  <a:buNone/>
                </a:pPr>
                <a:endParaRPr lang="en-US" dirty="0"/>
              </a:p>
              <a:p>
                <a:pPr marL="309600" indent="0">
                  <a:buNone/>
                </a:pPr>
                <a:endParaRPr lang="ru-RU" dirty="0"/>
              </a:p>
              <a:p>
                <a:pPr marL="309600" indent="0">
                  <a:buNone/>
                </a:pPr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: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 },   </m:t>
                    </m:r>
                  </m:oMath>
                </a14:m>
                <a:r>
                  <a:rPr lang="en-US" dirty="0"/>
                  <a:t> with 1-Lipschitz condition:</a:t>
                </a:r>
              </a:p>
              <a:p>
                <a:pPr marL="3096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is </a:t>
                </a:r>
                <a:r>
                  <a:rPr lang="en-US" b="1" dirty="0">
                    <a:solidFill>
                      <a:schemeClr val="tx2"/>
                    </a:solidFill>
                  </a:rPr>
                  <a:t>IPM</a:t>
                </a:r>
                <a:r>
                  <a:rPr lang="en-US" dirty="0"/>
                  <a:t> but </a:t>
                </a:r>
                <a:r>
                  <a:rPr lang="en-US" b="1" dirty="0">
                    <a:solidFill>
                      <a:schemeClr val="accent1"/>
                    </a:solidFill>
                  </a:rPr>
                  <a:t>not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en-US" b="1" dirty="0">
                    <a:solidFill>
                      <a:schemeClr val="accent1"/>
                    </a:solidFill>
                  </a:rPr>
                  <a:t>-divergence</a:t>
                </a:r>
                <a:endParaRPr lang="en-US" b="1" dirty="0"/>
              </a:p>
            </p:txBody>
          </p:sp>
        </mc:Choice>
        <mc:Fallback xmlns="">
          <p:sp>
            <p:nvSpPr>
              <p:cNvPr id="10" name="Content Placeholder 1">
                <a:extLst>
                  <a:ext uri="{FF2B5EF4-FFF2-40B4-BE49-F238E27FC236}">
                    <a16:creationId xmlns:a16="http://schemas.microsoft.com/office/drawing/2014/main" id="{CE3E7C14-231F-DD46-A596-CD3C76DAF3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6220" y="985390"/>
                <a:ext cx="10499559" cy="2476532"/>
              </a:xfrm>
              <a:blipFill>
                <a:blip r:embed="rId2"/>
                <a:stretch>
                  <a:fillRect t="-34184" b="-8826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0FF23F6F-7A10-EE4A-91B0-96580EE57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Integral Probability Metrics</a:t>
            </a:r>
            <a:endParaRPr lang="en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8FF50C0-7E54-774E-824E-A8D7C8300B50}"/>
              </a:ext>
            </a:extLst>
          </p:cNvPr>
          <p:cNvSpPr/>
          <p:nvPr/>
        </p:nvSpPr>
        <p:spPr>
          <a:xfrm>
            <a:off x="3643312" y="5846544"/>
            <a:ext cx="87066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dirty="0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B. Sriperumbudur et al. On the empirical estimation of integral probability metrics</a:t>
            </a:r>
            <a:endParaRPr lang="e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" dirty="0">
                <a:solidFill>
                  <a:schemeClr val="bg1">
                    <a:lumMod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S. </a:t>
            </a:r>
            <a:r>
              <a:rPr lang="en" dirty="0" err="1">
                <a:solidFill>
                  <a:schemeClr val="bg1">
                    <a:lumMod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Nowozin</a:t>
            </a:r>
            <a:r>
              <a:rPr lang="en" dirty="0">
                <a:solidFill>
                  <a:schemeClr val="bg1">
                    <a:lumMod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NIPS2016 workshop talk</a:t>
            </a:r>
            <a:endParaRPr lang="ru-RU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A2C49447-9B85-BB4A-96E7-FC54BFE487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20393" y="6492875"/>
            <a:ext cx="1751214" cy="365125"/>
          </a:xfrm>
        </p:spPr>
        <p:txBody>
          <a:bodyPr/>
          <a:lstStyle/>
          <a:p>
            <a:r>
              <a:rPr lang="en" dirty="0"/>
              <a:t>Spring 2024</a:t>
            </a:r>
            <a:endParaRPr lang="ru-RU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0413318A-ABCF-7F4B-A2F9-E005F921D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2505" y="6492875"/>
            <a:ext cx="3767667" cy="365125"/>
          </a:xfrm>
        </p:spPr>
        <p:txBody>
          <a:bodyPr/>
          <a:lstStyle/>
          <a:p>
            <a:r>
              <a:rPr lang="en-GB" dirty="0"/>
              <a:t>D.. Derkach  Generative </a:t>
            </a:r>
            <a:r>
              <a:rPr lang="en-GB" dirty="0" err="1"/>
              <a:t>Modeling</a:t>
            </a:r>
            <a:endParaRPr lang="ru-RU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7F66D2C-3609-BC44-861A-1F9CB2A31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295" y="6492875"/>
            <a:ext cx="2743200" cy="365125"/>
          </a:xfrm>
        </p:spPr>
        <p:txBody>
          <a:bodyPr/>
          <a:lstStyle/>
          <a:p>
            <a:fld id="{21ABC42C-C6CC-47FC-904E-31573FDBB029}" type="slidenum">
              <a:rPr lang="ru-RU" smtClean="0"/>
              <a:pPr/>
              <a:t>37</a:t>
            </a:fld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E0AD69F-07EC-8D41-B9B9-5AD0AB3AAA8A}"/>
              </a:ext>
            </a:extLst>
          </p:cNvPr>
          <p:cNvSpPr/>
          <p:nvPr/>
        </p:nvSpPr>
        <p:spPr>
          <a:xfrm>
            <a:off x="581891" y="838035"/>
            <a:ext cx="10952018" cy="2736438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3026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FF23F6F-7A10-EE4A-91B0-96580EE57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 </a:t>
            </a:r>
            <a:endParaRPr lang="en-RU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A2C49447-9B85-BB4A-96E7-FC54BFE487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20393" y="6492875"/>
            <a:ext cx="1751214" cy="365125"/>
          </a:xfrm>
        </p:spPr>
        <p:txBody>
          <a:bodyPr/>
          <a:lstStyle/>
          <a:p>
            <a:r>
              <a:rPr lang="en" dirty="0"/>
              <a:t>Spring 2024</a:t>
            </a:r>
            <a:endParaRPr lang="ru-RU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0413318A-ABCF-7F4B-A2F9-E005F921D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2505" y="6492875"/>
            <a:ext cx="3767667" cy="365125"/>
          </a:xfrm>
        </p:spPr>
        <p:txBody>
          <a:bodyPr/>
          <a:lstStyle/>
          <a:p>
            <a:r>
              <a:rPr lang="en-GB" dirty="0"/>
              <a:t>D.. Derkach  Generative </a:t>
            </a:r>
            <a:r>
              <a:rPr lang="en-GB" dirty="0" err="1"/>
              <a:t>Modeling</a:t>
            </a:r>
            <a:endParaRPr lang="ru-RU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7F66D2C-3609-BC44-861A-1F9CB2A31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295" y="6492875"/>
            <a:ext cx="2743200" cy="365125"/>
          </a:xfrm>
        </p:spPr>
        <p:txBody>
          <a:bodyPr/>
          <a:lstStyle/>
          <a:p>
            <a:fld id="{21ABC42C-C6CC-47FC-904E-31573FDBB029}" type="slidenum">
              <a:rPr lang="ru-RU" smtClean="0"/>
              <a:pPr/>
              <a:t>38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FFED1E6C-1AA1-DB46-99FD-FF0188839A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5642" y="952468"/>
                <a:ext cx="10700449" cy="5093462"/>
              </a:xfrm>
            </p:spPr>
            <p:txBody>
              <a:bodyPr>
                <a:noAutofit/>
              </a:bodyPr>
              <a:lstStyle/>
              <a:p>
                <a:r>
                  <a:rPr lang="en-US" dirty="0"/>
                  <a:t>Wasserstein-1 is a distance with desired properties.</a:t>
                </a:r>
                <a:endParaRPr lang="en" dirty="0"/>
              </a:p>
              <a:p>
                <a:r>
                  <a:rPr lang="en" dirty="0"/>
                  <a:t>Kantorovich-Rubinstein duality connects Wasserstein-1 distance to IPM.</a:t>
                </a:r>
              </a:p>
              <a:p>
                <a:r>
                  <a:rPr lang="en" dirty="0" err="1"/>
                  <a:t>Lipschitzeness</a:t>
                </a:r>
                <a:r>
                  <a:rPr lang="en" dirty="0"/>
                  <a:t> is needed for above to work.</a:t>
                </a:r>
              </a:p>
              <a:p>
                <a:r>
                  <a:rPr lang="en" dirty="0"/>
                  <a:t>Wasserstein-1 distance cannot directly be inserted into </a:t>
                </a:r>
                <a14:m>
                  <m:oMath xmlns:m="http://schemas.openxmlformats.org/officeDocument/2006/math">
                    <m:r>
                      <a:rPr lang="en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" dirty="0"/>
                  <a:t>-GAN style*.</a:t>
                </a:r>
              </a:p>
            </p:txBody>
          </p:sp>
        </mc:Choice>
        <mc:Fallback xmlns="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FFED1E6C-1AA1-DB46-99FD-FF0188839A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5642" y="952468"/>
                <a:ext cx="10700449" cy="509346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AC9909A-6A7E-1D49-AF24-49960C3B9503}"/>
              </a:ext>
            </a:extLst>
          </p:cNvPr>
          <p:cNvSpPr/>
          <p:nvPr/>
        </p:nvSpPr>
        <p:spPr>
          <a:xfrm>
            <a:off x="3447987" y="6084736"/>
            <a:ext cx="85515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*J. Song et al., </a:t>
            </a:r>
            <a:r>
              <a:rPr lang="en" dirty="0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Bridging the Gap Between f-GANs and Wasserstein GANs, ICML 2020</a:t>
            </a:r>
            <a:endParaRPr lang="ru-RU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2527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79D22-7949-6544-A49E-361186E06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Wasserstein GAN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9752432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8DDE6-F262-E94A-BBD8-EAA56C3E2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" dirty="0"/>
              <a:t>Spring 2024</a:t>
            </a:r>
            <a:endParaRPr lang="ru-R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5831C-8ED2-6B41-B3D1-67B8994A1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D.. Derkach  Generative </a:t>
            </a:r>
            <a:r>
              <a:rPr lang="en-GB" err="1"/>
              <a:t>Modeling</a:t>
            </a:r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5C92-D62A-F244-BEA6-C1F0B7F0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BC42C-C6CC-47FC-904E-31573FDBB029}" type="slidenum">
              <a:rPr lang="ru-RU" smtClean="0"/>
              <a:pPr/>
              <a:t>40</a:t>
            </a:fld>
            <a:endParaRPr lang="ru-RU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AFEDCF2C-826D-A745-AF1A-3FFA5B34F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72192"/>
            <a:ext cx="11806990" cy="765843"/>
          </a:xfrm>
        </p:spPr>
        <p:txBody>
          <a:bodyPr>
            <a:normAutofit/>
          </a:bodyPr>
          <a:lstStyle/>
          <a:p>
            <a:r>
              <a:rPr lang="en" dirty="0"/>
              <a:t>Lipschitz-1 Condition and Neural Networks</a:t>
            </a:r>
            <a:endParaRPr lang="en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Прямоугольник 14">
                <a:extLst>
                  <a:ext uri="{FF2B5EF4-FFF2-40B4-BE49-F238E27FC236}">
                    <a16:creationId xmlns:a16="http://schemas.microsoft.com/office/drawing/2014/main" id="{E25E801C-4713-924C-A2F7-22B95FB99A3F}"/>
                  </a:ext>
                </a:extLst>
              </p:cNvPr>
              <p:cNvSpPr/>
              <p:nvPr/>
            </p:nvSpPr>
            <p:spPr>
              <a:xfrm>
                <a:off x="2994446" y="2390323"/>
                <a:ext cx="6203108" cy="7079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0960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dirty="0">
                                  <a:latin typeface="Cambria Math" panose="02040503050406030204" pitchFamily="18" charset="0"/>
                                </a:rPr>
                                <m:t>sup</m:t>
                              </m:r>
                            </m:e>
                            <m:lim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𝐿𝑖</m:t>
                              </m:r>
                              <m:sSub>
                                <m:sSub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∼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∼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</m:e>
                      </m:func>
                    </m:oMath>
                  </m:oMathPara>
                </a14:m>
                <a:endParaRPr lang="en" sz="2400" dirty="0"/>
              </a:p>
            </p:txBody>
          </p:sp>
        </mc:Choice>
        <mc:Fallback xmlns="">
          <p:sp>
            <p:nvSpPr>
              <p:cNvPr id="15" name="Прямоугольник 14">
                <a:extLst>
                  <a:ext uri="{FF2B5EF4-FFF2-40B4-BE49-F238E27FC236}">
                    <a16:creationId xmlns:a16="http://schemas.microsoft.com/office/drawing/2014/main" id="{E25E801C-4713-924C-A2F7-22B95FB99A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4446" y="2390323"/>
                <a:ext cx="6203108" cy="707951"/>
              </a:xfrm>
              <a:prstGeom prst="rect">
                <a:avLst/>
              </a:prstGeom>
              <a:blipFill>
                <a:blip r:embed="rId2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14E90FFB-011D-3C40-95FB-A33377EDC321}"/>
              </a:ext>
            </a:extLst>
          </p:cNvPr>
          <p:cNvGrpSpPr/>
          <p:nvPr/>
        </p:nvGrpSpPr>
        <p:grpSpPr>
          <a:xfrm>
            <a:off x="793868" y="3161557"/>
            <a:ext cx="4426525" cy="3106378"/>
            <a:chOff x="793868" y="3161557"/>
            <a:chExt cx="4426525" cy="3106378"/>
          </a:xfrm>
        </p:grpSpPr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C4F646CA-0B4D-C747-A441-63D672BD1C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3868" y="3773654"/>
              <a:ext cx="3598023" cy="2494281"/>
            </a:xfrm>
            <a:prstGeom prst="rect">
              <a:avLst/>
            </a:prstGeom>
            <a:ln w="38100">
              <a:solidFill>
                <a:schemeClr val="accent1"/>
              </a:solidFill>
            </a:ln>
          </p:spPr>
        </p:pic>
        <p:cxnSp>
          <p:nvCxnSpPr>
            <p:cNvPr id="18" name="Прямая со стрелкой 17">
              <a:extLst>
                <a:ext uri="{FF2B5EF4-FFF2-40B4-BE49-F238E27FC236}">
                  <a16:creationId xmlns:a16="http://schemas.microsoft.com/office/drawing/2014/main" id="{B3510BB6-5FDF-0740-A779-F3AF01B3F7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91891" y="3161557"/>
              <a:ext cx="828502" cy="59817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59FF3BB5-6672-FB4B-8F54-5C7DF1193267}"/>
              </a:ext>
            </a:extLst>
          </p:cNvPr>
          <p:cNvGrpSpPr/>
          <p:nvPr/>
        </p:nvGrpSpPr>
        <p:grpSpPr>
          <a:xfrm>
            <a:off x="6971607" y="815285"/>
            <a:ext cx="4615430" cy="1642200"/>
            <a:chOff x="6971607" y="815285"/>
            <a:chExt cx="4615430" cy="1642200"/>
          </a:xfrm>
        </p:grpSpPr>
        <p:pic>
          <p:nvPicPr>
            <p:cNvPr id="27650" name="Picture 2" descr="Image result for neural network">
              <a:extLst>
                <a:ext uri="{FF2B5EF4-FFF2-40B4-BE49-F238E27FC236}">
                  <a16:creationId xmlns:a16="http://schemas.microsoft.com/office/drawing/2014/main" id="{A1D1C5A5-D5C8-CF4F-9494-2FDC1A8E2C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90000" y="815285"/>
              <a:ext cx="2797037" cy="1642200"/>
            </a:xfrm>
            <a:prstGeom prst="rect">
              <a:avLst/>
            </a:prstGeom>
            <a:noFill/>
            <a:ln w="38100">
              <a:solidFill>
                <a:schemeClr val="tx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0" name="Прямая со стрелкой 19">
              <a:extLst>
                <a:ext uri="{FF2B5EF4-FFF2-40B4-BE49-F238E27FC236}">
                  <a16:creationId xmlns:a16="http://schemas.microsoft.com/office/drawing/2014/main" id="{8546DC81-83E2-1D40-AAD7-EDBC11321C90}"/>
                </a:ext>
              </a:extLst>
            </p:cNvPr>
            <p:cNvCxnSpPr>
              <a:stCxn id="27650" idx="1"/>
            </p:cNvCxnSpPr>
            <p:nvPr/>
          </p:nvCxnSpPr>
          <p:spPr>
            <a:xfrm flipH="1">
              <a:off x="6971607" y="1636385"/>
              <a:ext cx="1818393" cy="753938"/>
            </a:xfrm>
            <a:prstGeom prst="straightConnector1">
              <a:avLst/>
            </a:prstGeom>
            <a:ln w="381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 стрелкой 21">
              <a:extLst>
                <a:ext uri="{FF2B5EF4-FFF2-40B4-BE49-F238E27FC236}">
                  <a16:creationId xmlns:a16="http://schemas.microsoft.com/office/drawing/2014/main" id="{84083FE7-272F-8648-9391-B840109190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16636" y="1708206"/>
              <a:ext cx="373364" cy="618834"/>
            </a:xfrm>
            <a:prstGeom prst="straightConnector1">
              <a:avLst/>
            </a:prstGeom>
            <a:ln w="381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30C02A07-AB3F-6A4F-B736-DFB9D0E74CCC}"/>
              </a:ext>
            </a:extLst>
          </p:cNvPr>
          <p:cNvGrpSpPr/>
          <p:nvPr/>
        </p:nvGrpSpPr>
        <p:grpSpPr>
          <a:xfrm>
            <a:off x="5105400" y="2911660"/>
            <a:ext cx="6481637" cy="3356275"/>
            <a:chOff x="5105400" y="2911660"/>
            <a:chExt cx="6481637" cy="3356275"/>
          </a:xfrm>
        </p:grpSpPr>
        <p:pic>
          <p:nvPicPr>
            <p:cNvPr id="27662" name="Picture 14" descr="Image result for standard normal distribution logo">
              <a:extLst>
                <a:ext uri="{FF2B5EF4-FFF2-40B4-BE49-F238E27FC236}">
                  <a16:creationId xmlns:a16="http://schemas.microsoft.com/office/drawing/2014/main" id="{8B3C799B-9E73-2B48-99FF-B3847D9159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09064" y="4369906"/>
              <a:ext cx="2830036" cy="14150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666" name="Picture 18" descr="Image result for neural network">
              <a:extLst>
                <a:ext uri="{FF2B5EF4-FFF2-40B4-BE49-F238E27FC236}">
                  <a16:creationId xmlns:a16="http://schemas.microsoft.com/office/drawing/2014/main" id="{B6B90D88-8DBE-544F-AC65-B40D7769CE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39100" y="4078408"/>
              <a:ext cx="2745909" cy="19507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3293ADF4-4F19-C043-BC4C-5B48CA18639E}"/>
                </a:ext>
              </a:extLst>
            </p:cNvPr>
            <p:cNvSpPr/>
            <p:nvPr/>
          </p:nvSpPr>
          <p:spPr>
            <a:xfrm>
              <a:off x="5105400" y="3759728"/>
              <a:ext cx="6481637" cy="2508207"/>
            </a:xfrm>
            <a:prstGeom prst="rect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37" name="Прямая со стрелкой 36">
              <a:extLst>
                <a:ext uri="{FF2B5EF4-FFF2-40B4-BE49-F238E27FC236}">
                  <a16:creationId xmlns:a16="http://schemas.microsoft.com/office/drawing/2014/main" id="{A861F4D0-4DC2-0A4A-8840-7C053628B9C3}"/>
                </a:ext>
              </a:extLst>
            </p:cNvPr>
            <p:cNvCxnSpPr>
              <a:cxnSpLocks/>
              <a:stCxn id="30" idx="0"/>
            </p:cNvCxnSpPr>
            <p:nvPr/>
          </p:nvCxnSpPr>
          <p:spPr>
            <a:xfrm flipH="1" flipV="1">
              <a:off x="7880803" y="2911660"/>
              <a:ext cx="465416" cy="848068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7668" name="Picture 20" descr="技術分享圖片">
            <a:extLst>
              <a:ext uri="{FF2B5EF4-FFF2-40B4-BE49-F238E27FC236}">
                <a16:creationId xmlns:a16="http://schemas.microsoft.com/office/drawing/2014/main" id="{BCCD612A-931E-E643-84B6-BBC30B967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159" y="752289"/>
            <a:ext cx="2589287" cy="2522130"/>
          </a:xfrm>
          <a:prstGeom prst="rect">
            <a:avLst/>
          </a:prstGeom>
          <a:noFill/>
          <a:ln w="38100"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51D0C349-8962-DF49-A276-8E2BA285757E}"/>
              </a:ext>
            </a:extLst>
          </p:cNvPr>
          <p:cNvCxnSpPr/>
          <p:nvPr/>
        </p:nvCxnSpPr>
        <p:spPr>
          <a:xfrm>
            <a:off x="2994446" y="1708206"/>
            <a:ext cx="1716099" cy="682117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2132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1E034F2-C302-744D-A5CF-FFEAD0F337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96367"/>
                <a:ext cx="11014923" cy="4494404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i</a:t>
                </a:r>
                <a:r>
                  <a:rPr lang="en-RU"/>
                  <a:t>s </a:t>
                </a:r>
                <a:r>
                  <a:rPr lang="en-RU" dirty="0"/>
                  <a:t>a neural net – </a:t>
                </a:r>
                <a:r>
                  <a:rPr lang="en-RU" b="1" dirty="0">
                    <a:solidFill>
                      <a:schemeClr val="tx2"/>
                    </a:solidFill>
                  </a:rPr>
                  <a:t>discriminator</a:t>
                </a:r>
                <a:r>
                  <a:rPr lang="en-RU" dirty="0"/>
                  <a:t> (‘</a:t>
                </a:r>
                <a:r>
                  <a:rPr lang="en-RU" b="1" dirty="0">
                    <a:solidFill>
                      <a:schemeClr val="tx2"/>
                    </a:solidFill>
                  </a:rPr>
                  <a:t>critic</a:t>
                </a:r>
                <a:r>
                  <a:rPr lang="en-RU" dirty="0"/>
                  <a:t>’ in the original </a:t>
                </a:r>
                <a:r>
                  <a:rPr lang="en-RU"/>
                  <a:t>paper)</a:t>
                </a:r>
                <a:r>
                  <a:rPr lang="en-US" dirty="0"/>
                  <a:t>.</a:t>
                </a:r>
              </a:p>
              <a:p>
                <a:r>
                  <a:rPr lang="en-RU"/>
                  <a:t>The </a:t>
                </a:r>
                <a:r>
                  <a:rPr lang="en-US" dirty="0"/>
                  <a:t>expectations is estimated from samples.</a:t>
                </a:r>
                <a:endParaRPr lang="en-RU" dirty="0"/>
              </a:p>
              <a:p>
                <a:r>
                  <a:rPr lang="en-RU" dirty="0"/>
                  <a:t>Lipschitz-1 continuity can be replaced with Lipschitz-k continuity</a:t>
                </a:r>
              </a:p>
              <a:p>
                <a:pPr lvl="1"/>
                <a:r>
                  <a:rPr lang="en-RU"/>
                  <a:t>estimate </a:t>
                </a:r>
                <a14:m>
                  <m:oMath xmlns:m="http://schemas.openxmlformats.org/officeDocument/2006/math">
                    <m:r>
                      <a:rPr lang="en-RU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RU" dirty="0"/>
              </a:p>
              <a:p>
                <a:pPr lvl="1"/>
                <a:r>
                  <a:rPr lang="en-US" dirty="0"/>
                  <a:t>a</a:t>
                </a:r>
                <a:r>
                  <a:rPr lang="en-RU"/>
                  <a:t>chieved </a:t>
                </a:r>
                <a:r>
                  <a:rPr lang="en-RU" b="1" dirty="0">
                    <a:solidFill>
                      <a:schemeClr val="accent1"/>
                    </a:solidFill>
                  </a:rPr>
                  <a:t>by clipping the weights </a:t>
                </a:r>
                <a:r>
                  <a:rPr lang="en-RU" dirty="0"/>
                  <a:t>of the critic: </a:t>
                </a:r>
                <a14:m>
                  <m:oMath xmlns:m="http://schemas.openxmlformats.org/officeDocument/2006/math">
                    <m:r>
                      <a:rPr lang="en-RU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clip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RU" dirty="0"/>
                  <a:t> with some constant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.</a:t>
                </a:r>
                <a:endParaRPr lang="en-RU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1E034F2-C302-744D-A5CF-FFEAD0F337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96367"/>
                <a:ext cx="11014923" cy="4494404"/>
              </a:xfrm>
              <a:blipFill>
                <a:blip r:embed="rId2"/>
                <a:stretch>
                  <a:fillRect r="-23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A98C24D-FCB8-B241-A7C5-A60A31693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Lipschitz-1 Condition and Neural Networks</a:t>
            </a:r>
            <a:endParaRPr lang="en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9974DB-0794-0E48-B093-0BEE1326E0E7}"/>
              </a:ext>
            </a:extLst>
          </p:cNvPr>
          <p:cNvSpPr txBox="1"/>
          <p:nvPr/>
        </p:nvSpPr>
        <p:spPr>
          <a:xfrm>
            <a:off x="8515350" y="6306105"/>
            <a:ext cx="3827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M.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Arjovsky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et al. </a:t>
            </a:r>
            <a:r>
              <a:rPr lang="en" b="1" dirty="0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Wasserstein GAN</a:t>
            </a:r>
            <a:endParaRPr lang="en" b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>
                <a:extLst>
                  <a:ext uri="{FF2B5EF4-FFF2-40B4-BE49-F238E27FC236}">
                    <a16:creationId xmlns:a16="http://schemas.microsoft.com/office/drawing/2014/main" id="{D31A1146-13E3-D84E-9CDE-3D8319E1BD77}"/>
                  </a:ext>
                </a:extLst>
              </p:cNvPr>
              <p:cNvSpPr/>
              <p:nvPr/>
            </p:nvSpPr>
            <p:spPr>
              <a:xfrm>
                <a:off x="2994446" y="1138181"/>
                <a:ext cx="6203108" cy="7079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0960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dirty="0">
                                  <a:latin typeface="Cambria Math" panose="02040503050406030204" pitchFamily="18" charset="0"/>
                                </a:rPr>
                                <m:t>sup</m:t>
                              </m:r>
                            </m:e>
                            <m:lim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𝐿𝑖</m:t>
                              </m:r>
                              <m:sSub>
                                <m:sSub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∼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∼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</m:e>
                      </m:func>
                    </m:oMath>
                  </m:oMathPara>
                </a14:m>
                <a:endParaRPr lang="en" sz="2400" dirty="0"/>
              </a:p>
            </p:txBody>
          </p:sp>
        </mc:Choice>
        <mc:Fallback xmlns="">
          <p:sp>
            <p:nvSpPr>
              <p:cNvPr id="10" name="Прямоугольник 9">
                <a:extLst>
                  <a:ext uri="{FF2B5EF4-FFF2-40B4-BE49-F238E27FC236}">
                    <a16:creationId xmlns:a16="http://schemas.microsoft.com/office/drawing/2014/main" id="{D31A1146-13E3-D84E-9CDE-3D8319E1BD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4446" y="1138181"/>
                <a:ext cx="6203108" cy="707951"/>
              </a:xfrm>
              <a:prstGeom prst="rect">
                <a:avLst/>
              </a:prstGeom>
              <a:blipFill>
                <a:blip r:embed="rId4"/>
                <a:stretch>
                  <a:fillRect b="-877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C687C88-B698-D748-BFC2-1CEFEC426B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20393" y="6492875"/>
            <a:ext cx="1751214" cy="365125"/>
          </a:xfrm>
        </p:spPr>
        <p:txBody>
          <a:bodyPr/>
          <a:lstStyle/>
          <a:p>
            <a:r>
              <a:rPr lang="en" dirty="0"/>
              <a:t>Spring 2024</a:t>
            </a:r>
            <a:endParaRPr lang="ru-RU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8F5BB19F-983D-8645-B4FC-727A3D953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2505" y="6492875"/>
            <a:ext cx="3767667" cy="365125"/>
          </a:xfrm>
        </p:spPr>
        <p:txBody>
          <a:bodyPr/>
          <a:lstStyle/>
          <a:p>
            <a:r>
              <a:rPr lang="en-GB"/>
              <a:t>D.. Derkach  Generative </a:t>
            </a:r>
            <a:r>
              <a:rPr lang="en-GB" err="1"/>
              <a:t>Modeling</a:t>
            </a:r>
            <a:endParaRPr lang="ru-RU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FFABF68-B125-A448-AA0A-B275F89FD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295" y="6492875"/>
            <a:ext cx="2743200" cy="365125"/>
          </a:xfrm>
        </p:spPr>
        <p:txBody>
          <a:bodyPr/>
          <a:lstStyle/>
          <a:p>
            <a:fld id="{21ABC42C-C6CC-47FC-904E-31573FDBB029}" type="slidenum">
              <a:rPr lang="ru-RU" smtClean="0"/>
              <a:pPr/>
              <a:t>41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131498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9AD307-6F90-1846-907F-AF395531C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WGAN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F214E1-8A1C-2748-9F7D-6FF5698B5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813" y="838035"/>
            <a:ext cx="9556374" cy="5629194"/>
          </a:xfrm>
          <a:prstGeom prst="rect">
            <a:avLst/>
          </a:prstGeom>
        </p:spPr>
      </p:pic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8E089E8-0580-7748-9EFA-DB99C52478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20393" y="6492875"/>
            <a:ext cx="1751214" cy="365125"/>
          </a:xfrm>
        </p:spPr>
        <p:txBody>
          <a:bodyPr/>
          <a:lstStyle/>
          <a:p>
            <a:r>
              <a:rPr lang="en" dirty="0"/>
              <a:t>Spring 2024</a:t>
            </a:r>
            <a:endParaRPr lang="ru-RU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61FB2D3-76AD-004B-BDA0-D926BCF7B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2505" y="6492875"/>
            <a:ext cx="3767667" cy="365125"/>
          </a:xfrm>
        </p:spPr>
        <p:txBody>
          <a:bodyPr/>
          <a:lstStyle/>
          <a:p>
            <a:r>
              <a:rPr lang="en-GB"/>
              <a:t>D.. Derkach  Generative </a:t>
            </a:r>
            <a:r>
              <a:rPr lang="en-GB" err="1"/>
              <a:t>Modeling</a:t>
            </a:r>
            <a:endParaRPr lang="ru-RU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7C4A2B2-22A7-CD4C-ABE2-800D0951D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295" y="6492875"/>
            <a:ext cx="2743200" cy="365125"/>
          </a:xfrm>
        </p:spPr>
        <p:txBody>
          <a:bodyPr/>
          <a:lstStyle/>
          <a:p>
            <a:fld id="{21ABC42C-C6CC-47FC-904E-31573FDBB029}" type="slidenum">
              <a:rPr lang="ru-RU" smtClean="0"/>
              <a:pPr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39126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98C24D-FCB8-B241-A7C5-A60A31693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WGAN: problems solved </a:t>
            </a:r>
            <a:endParaRPr lang="en" dirty="0"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9974DB-0794-0E48-B093-0BEE1326E0E7}"/>
              </a:ext>
            </a:extLst>
          </p:cNvPr>
          <p:cNvSpPr txBox="1"/>
          <p:nvPr/>
        </p:nvSpPr>
        <p:spPr>
          <a:xfrm>
            <a:off x="8515350" y="6306105"/>
            <a:ext cx="3337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hlinkClick r:id="rId2"/>
              </a:rPr>
              <a:t>https://arxiv.org/abs/1701.07875</a:t>
            </a:r>
            <a:endParaRPr lang="en-GB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C687C88-B698-D748-BFC2-1CEFEC426B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20393" y="6492875"/>
            <a:ext cx="1751214" cy="365125"/>
          </a:xfrm>
        </p:spPr>
        <p:txBody>
          <a:bodyPr/>
          <a:lstStyle/>
          <a:p>
            <a:r>
              <a:rPr lang="en" dirty="0"/>
              <a:t>Spring 2024</a:t>
            </a:r>
            <a:endParaRPr lang="ru-RU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8F5BB19F-983D-8645-B4FC-727A3D953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2505" y="6492875"/>
            <a:ext cx="3767667" cy="365125"/>
          </a:xfrm>
        </p:spPr>
        <p:txBody>
          <a:bodyPr/>
          <a:lstStyle/>
          <a:p>
            <a:r>
              <a:rPr lang="en-GB"/>
              <a:t>D.. Derkach  Generative </a:t>
            </a:r>
            <a:r>
              <a:rPr lang="en-GB" err="1"/>
              <a:t>Modeling</a:t>
            </a:r>
            <a:endParaRPr lang="ru-RU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FFABF68-B125-A448-AA0A-B275F89FD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295" y="6492875"/>
            <a:ext cx="2743200" cy="365125"/>
          </a:xfrm>
        </p:spPr>
        <p:txBody>
          <a:bodyPr/>
          <a:lstStyle/>
          <a:p>
            <a:fld id="{21ABC42C-C6CC-47FC-904E-31573FDBB029}" type="slidenum">
              <a:rPr lang="ru-RU" smtClean="0"/>
              <a:pPr/>
              <a:t>43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6027A35-2700-0B40-A974-301133AA8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393" y="1024805"/>
            <a:ext cx="6014204" cy="4853568"/>
          </a:xfrm>
          <a:prstGeom prst="rect">
            <a:avLst/>
          </a:prstGeom>
        </p:spPr>
      </p:pic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8A73187A-02C3-0543-AB93-1A2590627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662" y="1754259"/>
            <a:ext cx="4872731" cy="3822392"/>
          </a:xfrm>
        </p:spPr>
        <p:txBody>
          <a:bodyPr>
            <a:normAutofit lnSpcReduction="10000"/>
          </a:bodyPr>
          <a:lstStyle/>
          <a:p>
            <a:r>
              <a:rPr lang="en" dirty="0"/>
              <a:t>the vanishing gradient problem is </a:t>
            </a:r>
            <a:r>
              <a:rPr lang="en" b="1" dirty="0">
                <a:solidFill>
                  <a:schemeClr val="tx2"/>
                </a:solidFill>
              </a:rPr>
              <a:t>solved</a:t>
            </a:r>
            <a:r>
              <a:rPr lang="en" dirty="0"/>
              <a:t>; </a:t>
            </a:r>
          </a:p>
          <a:p>
            <a:r>
              <a:rPr lang="en" dirty="0"/>
              <a:t>mode collapse problem is </a:t>
            </a:r>
            <a:r>
              <a:rPr lang="en" b="1" dirty="0">
                <a:solidFill>
                  <a:schemeClr val="accent1"/>
                </a:solidFill>
              </a:rPr>
              <a:t>addressed;</a:t>
            </a:r>
            <a:endParaRPr lang="en" dirty="0"/>
          </a:p>
          <a:p>
            <a:r>
              <a:rPr lang="en-GB" dirty="0"/>
              <a:t>F</a:t>
            </a:r>
            <a:r>
              <a:rPr lang="en" dirty="0"/>
              <a:t>rom authors: Weight clipping is a clearly terrible way to enforce a Lipschitz constraint. </a:t>
            </a:r>
            <a:r>
              <a:rPr lang="en-RU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7713477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98C24D-FCB8-B241-A7C5-A60A31693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WGAN: results</a:t>
            </a:r>
            <a:endParaRPr lang="en" dirty="0">
              <a:effectLst/>
            </a:endParaRP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C687C88-B698-D748-BFC2-1CEFEC426B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20393" y="6492875"/>
            <a:ext cx="1751214" cy="365125"/>
          </a:xfrm>
        </p:spPr>
        <p:txBody>
          <a:bodyPr/>
          <a:lstStyle/>
          <a:p>
            <a:r>
              <a:rPr lang="en" dirty="0"/>
              <a:t>Spring 2024</a:t>
            </a:r>
            <a:endParaRPr lang="ru-RU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8F5BB19F-983D-8645-B4FC-727A3D953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2505" y="6492875"/>
            <a:ext cx="3767667" cy="365125"/>
          </a:xfrm>
        </p:spPr>
        <p:txBody>
          <a:bodyPr/>
          <a:lstStyle/>
          <a:p>
            <a:r>
              <a:rPr lang="en-GB"/>
              <a:t>D.. Derkach  Generative </a:t>
            </a:r>
            <a:r>
              <a:rPr lang="en-GB" err="1"/>
              <a:t>Modeling</a:t>
            </a:r>
            <a:endParaRPr lang="ru-RU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FFABF68-B125-A448-AA0A-B275F89FD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295" y="6492875"/>
            <a:ext cx="2743200" cy="365125"/>
          </a:xfrm>
        </p:spPr>
        <p:txBody>
          <a:bodyPr/>
          <a:lstStyle/>
          <a:p>
            <a:fld id="{21ABC42C-C6CC-47FC-904E-31573FDBB029}" type="slidenum">
              <a:rPr lang="ru-RU" smtClean="0"/>
              <a:pPr/>
              <a:t>44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1EA6439-E9E8-2344-87F7-11D2D4BE8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1243"/>
            <a:ext cx="12192000" cy="4255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1211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AAA548F-9379-7442-B585-CAAD34B727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925182"/>
                <a:ext cx="5919694" cy="4758710"/>
              </a:xfrm>
            </p:spPr>
            <p:txBody>
              <a:bodyPr/>
              <a:lstStyle/>
              <a:p>
                <a:r>
                  <a:rPr lang="en-RU" dirty="0"/>
                  <a:t>Weight clipping makes the critic less expressive and the training harder to converge</a:t>
                </a:r>
              </a:p>
              <a:p>
                <a:r>
                  <a:rPr lang="en-RU" dirty="0"/>
                  <a:t>Optimal </a:t>
                </a:r>
                <a14:m>
                  <m:oMath xmlns:m="http://schemas.openxmlformats.org/officeDocument/2006/math">
                    <m:r>
                      <a:rPr lang="en-RU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RU" dirty="0"/>
                  <a:t> should satisfy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RU" dirty="0"/>
                  <a:t> almost everywhere under </a:t>
                </a:r>
                <a14:m>
                  <m:oMath xmlns:m="http://schemas.openxmlformats.org/officeDocument/2006/math">
                    <m:r>
                      <a:rPr lang="en-RU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RU" dirty="0"/>
                  <a:t> and </a:t>
                </a:r>
                <a14:m>
                  <m:oMath xmlns:m="http://schemas.openxmlformats.org/officeDocument/2006/math">
                    <m:r>
                      <a:rPr lang="en-RU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dirty="0"/>
              </a:p>
              <a:p>
                <a:r>
                  <a:rPr lang="en-RU" dirty="0"/>
                  <a:t>Also: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≤1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 </m:t>
                    </m:r>
                    <m:d>
                      <m:dPr>
                        <m:begChr m:val="‖"/>
                        <m:endChr m:val="‖"/>
                        <m:ctrl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endParaRPr lang="en-RU" dirty="0"/>
              </a:p>
              <a:p>
                <a:r>
                  <a:rPr lang="en-RU" dirty="0"/>
                  <a:t>Can replace weight clipping with a gradient penalty term: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AAA548F-9379-7442-B585-CAAD34B727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25182"/>
                <a:ext cx="5919694" cy="4758710"/>
              </a:xfrm>
              <a:blipFill>
                <a:blip r:embed="rId2"/>
                <a:stretch>
                  <a:fillRect l="-642" r="-214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EE65D7A-DD40-8544-A496-77DDAF30E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WGAN-GP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431511-1422-0B4F-B7F4-8FACAAD25619}"/>
                  </a:ext>
                </a:extLst>
              </p:cNvPr>
              <p:cNvSpPr txBox="1"/>
              <p:nvPr/>
            </p:nvSpPr>
            <p:spPr>
              <a:xfrm>
                <a:off x="1698850" y="4943743"/>
                <a:ext cx="4685963" cy="7551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GP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𝜆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ru-RU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d>
                                            <m:dPr>
                                              <m:begChr m:val="‖"/>
                                              <m:endChr m:val="‖"/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240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sz="2400">
                                                      <a:latin typeface="Cambria Math" panose="02040503050406030204" pitchFamily="18" charset="0"/>
                                                    </a:rPr>
                                                    <m:t>∇</m:t>
                                                  </m:r>
                                                </m:e>
                                                <m:sub>
                                                  <m:acc>
                                                    <m:accPr>
                                                      <m:chr m:val="̃"/>
                                                      <m:ctrlPr>
                                                        <a:rPr lang="en-US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en-US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</m:acc>
                                                </m:sub>
                                              </m:sSub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  <m:d>
                                                <m:dPr>
                                                  <m:ctrlPr>
                                                    <a:rPr lang="en-US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acc>
                                                    <m:accPr>
                                                      <m:chr m:val="̃"/>
                                                      <m:ctrlPr>
                                                        <a:rPr lang="en-US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en-US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</m:acc>
                                                </m:e>
                                              </m:d>
                                            </m:e>
                                          </m:d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RU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431511-1422-0B4F-B7F4-8FACAAD256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8850" y="4943743"/>
                <a:ext cx="4685963" cy="755143"/>
              </a:xfrm>
              <a:prstGeom prst="rect">
                <a:avLst/>
              </a:prstGeom>
              <a:blipFill>
                <a:blip r:embed="rId3"/>
                <a:stretch>
                  <a:fillRect l="-6216" t="-211667" r="-811" b="-29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6BE94C-3721-0649-ACF0-4B1D533AECA9}"/>
                  </a:ext>
                </a:extLst>
              </p:cNvPr>
              <p:cNvSpPr txBox="1"/>
              <p:nvPr/>
            </p:nvSpPr>
            <p:spPr>
              <a:xfrm>
                <a:off x="7472575" y="4421773"/>
                <a:ext cx="3807196" cy="14590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ℙ</m:t>
                          </m:r>
                        </m:e>
                        <m:sub>
                          <m:acc>
                            <m:accPr>
                              <m:chr m:val="̃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: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∼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Uniform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0, 1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∼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∼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RU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6BE94C-3721-0649-ACF0-4B1D533AEC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2575" y="4421773"/>
                <a:ext cx="3807196" cy="1459054"/>
              </a:xfrm>
              <a:prstGeom prst="rect">
                <a:avLst/>
              </a:prstGeom>
              <a:blipFill>
                <a:blip r:embed="rId5"/>
                <a:stretch>
                  <a:fillRect l="-1333" t="-870" b="-782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BCAC50EC-F846-1744-8BD1-2C99D58A6E7A}"/>
              </a:ext>
            </a:extLst>
          </p:cNvPr>
          <p:cNvSpPr txBox="1"/>
          <p:nvPr/>
        </p:nvSpPr>
        <p:spPr>
          <a:xfrm>
            <a:off x="5945500" y="6295940"/>
            <a:ext cx="6113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dirty="0">
                <a:solidFill>
                  <a:schemeClr val="bg1">
                    <a:lumMod val="50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Ishaan </a:t>
            </a:r>
            <a:r>
              <a:rPr lang="en" dirty="0" err="1">
                <a:solidFill>
                  <a:schemeClr val="bg1">
                    <a:lumMod val="50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Gulrajani</a:t>
            </a:r>
            <a:r>
              <a:rPr lang="en" b="1" dirty="0" err="1">
                <a:solidFill>
                  <a:schemeClr val="bg1">
                    <a:lumMod val="50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Improved</a:t>
            </a:r>
            <a:r>
              <a:rPr lang="en" b="1" dirty="0">
                <a:solidFill>
                  <a:schemeClr val="bg1">
                    <a:lumMod val="50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Training of Wasserstein GANs</a:t>
            </a:r>
            <a:endParaRPr lang="en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C7A0EFB-7E65-6446-AC95-336393ED78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20393" y="6492875"/>
            <a:ext cx="1751214" cy="365125"/>
          </a:xfrm>
        </p:spPr>
        <p:txBody>
          <a:bodyPr/>
          <a:lstStyle/>
          <a:p>
            <a:r>
              <a:rPr lang="en" dirty="0"/>
              <a:t>Spring 2024</a:t>
            </a:r>
            <a:endParaRPr lang="ru-RU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D5B836B-9E23-AB46-8CE5-22537BFB5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2505" y="6492875"/>
            <a:ext cx="3767667" cy="365125"/>
          </a:xfrm>
        </p:spPr>
        <p:txBody>
          <a:bodyPr/>
          <a:lstStyle/>
          <a:p>
            <a:r>
              <a:rPr lang="en-GB" dirty="0"/>
              <a:t>D.. Derkach  Generative </a:t>
            </a:r>
            <a:r>
              <a:rPr lang="en-GB" dirty="0" err="1"/>
              <a:t>Modeling</a:t>
            </a:r>
            <a:endParaRPr lang="ru-RU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9522658-E623-0C45-B4ED-23145F153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295" y="6492875"/>
            <a:ext cx="2743200" cy="365125"/>
          </a:xfrm>
        </p:spPr>
        <p:txBody>
          <a:bodyPr/>
          <a:lstStyle/>
          <a:p>
            <a:fld id="{21ABC42C-C6CC-47FC-904E-31573FDBB029}" type="slidenum">
              <a:rPr lang="ru-RU" smtClean="0"/>
              <a:pPr/>
              <a:t>45</a:t>
            </a:fld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AD13579-7E5B-BB4D-934C-6A18589572CB}"/>
                  </a:ext>
                </a:extLst>
              </p:cNvPr>
              <p:cNvSpPr txBox="1"/>
              <p:nvPr/>
            </p:nvSpPr>
            <p:spPr>
              <a:xfrm>
                <a:off x="1698850" y="5960283"/>
                <a:ext cx="4198393" cy="4151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GP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acc>
                            <m:accPr>
                              <m:chr m:val="̃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ℙ</m:t>
                              </m:r>
                            </m:e>
                            <m:sub>
                              <m:acc>
                                <m:accPr>
                                  <m:chr m:val="̃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400" b="0" i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 b="0" i="0" smtClean="0">
                                              <a:latin typeface="Cambria Math" panose="02040503050406030204" pitchFamily="18" charset="0"/>
                                            </a:rPr>
                                            <m:t>∇</m:t>
                                          </m:r>
                                        </m:e>
                                        <m:sub>
                                          <m:acc>
                                            <m:accPr>
                                              <m:chr m:val="̃"/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sub>
                                      </m:s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̃"/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</m:d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RU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AD13579-7E5B-BB4D-934C-6A1858957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8850" y="5960283"/>
                <a:ext cx="4198393" cy="415114"/>
              </a:xfrm>
              <a:prstGeom prst="rect">
                <a:avLst/>
              </a:prstGeom>
              <a:blipFill>
                <a:blip r:embed="rId7"/>
                <a:stretch>
                  <a:fillRect l="-1205" t="-2941" b="-176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10FFFF32-9E38-7D4A-A9FB-D5994FD4745B}"/>
              </a:ext>
            </a:extLst>
          </p:cNvPr>
          <p:cNvCxnSpPr>
            <a:stCxn id="8" idx="2"/>
          </p:cNvCxnSpPr>
          <p:nvPr/>
        </p:nvCxnSpPr>
        <p:spPr>
          <a:xfrm flipH="1">
            <a:off x="4041831" y="5698886"/>
            <a:ext cx="1" cy="261397"/>
          </a:xfrm>
          <a:prstGeom prst="straightConnector1">
            <a:avLst/>
          </a:prstGeom>
          <a:ln w="666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0DF8A70-5D34-3848-A84F-D3DB2910F690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21312" r="16701"/>
          <a:stretch>
            <a:fillRect/>
          </a:stretch>
        </p:blipFill>
        <p:spPr>
          <a:xfrm>
            <a:off x="6757894" y="1863524"/>
            <a:ext cx="5434106" cy="1749266"/>
          </a:xfrm>
          <a:prstGeom prst="rect">
            <a:avLst/>
          </a:prstGeom>
        </p:spPr>
      </p:pic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C8415546-7018-1249-BA1E-AF7D611DE3DC}"/>
              </a:ext>
            </a:extLst>
          </p:cNvPr>
          <p:cNvSpPr/>
          <p:nvPr/>
        </p:nvSpPr>
        <p:spPr>
          <a:xfrm>
            <a:off x="7577251" y="1372834"/>
            <a:ext cx="35978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Largest gradient constrained here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0916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6" grpId="0"/>
      <p:bldP spid="1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AAA548F-9379-7442-B585-CAAD34B727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925182"/>
                <a:ext cx="5919694" cy="4758710"/>
              </a:xfrm>
            </p:spPr>
            <p:txBody>
              <a:bodyPr/>
              <a:lstStyle/>
              <a:p>
                <a:r>
                  <a:rPr lang="en-RU" dirty="0"/>
                  <a:t>Weight clipping makes the critic less expressive and the training harder to converge</a:t>
                </a:r>
              </a:p>
              <a:p>
                <a:r>
                  <a:rPr lang="en-RU" dirty="0"/>
                  <a:t>Optimal </a:t>
                </a:r>
                <a14:m>
                  <m:oMath xmlns:m="http://schemas.openxmlformats.org/officeDocument/2006/math">
                    <m:r>
                      <a:rPr lang="en-RU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RU" dirty="0"/>
                  <a:t> should satisfy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RU" dirty="0"/>
                  <a:t> almost everywhere under </a:t>
                </a:r>
                <a14:m>
                  <m:oMath xmlns:m="http://schemas.openxmlformats.org/officeDocument/2006/math">
                    <m:r>
                      <a:rPr lang="en-RU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RU" dirty="0"/>
                  <a:t> and </a:t>
                </a:r>
                <a14:m>
                  <m:oMath xmlns:m="http://schemas.openxmlformats.org/officeDocument/2006/math">
                    <m:r>
                      <a:rPr lang="en-RU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dirty="0"/>
              </a:p>
              <a:p>
                <a:r>
                  <a:rPr lang="en-RU" dirty="0"/>
                  <a:t>Also: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≤1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 </m:t>
                    </m:r>
                    <m:d>
                      <m:dPr>
                        <m:begChr m:val="‖"/>
                        <m:endChr m:val="‖"/>
                        <m:ctrl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endParaRPr lang="en-RU" dirty="0"/>
              </a:p>
              <a:p>
                <a:r>
                  <a:rPr lang="en-RU" dirty="0"/>
                  <a:t>Can replace weight clipping with a gradient penalty term: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AAA548F-9379-7442-B585-CAAD34B727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25182"/>
                <a:ext cx="5919694" cy="4758710"/>
              </a:xfrm>
              <a:blipFill>
                <a:blip r:embed="rId2"/>
                <a:stretch>
                  <a:fillRect l="-642" r="-214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EE65D7A-DD40-8544-A496-77DDAF30E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WGAN-GP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F19F9B-B4B2-5943-8348-9BAF6C376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347" y="1325894"/>
            <a:ext cx="5631653" cy="28087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431511-1422-0B4F-B7F4-8FACAAD25619}"/>
                  </a:ext>
                </a:extLst>
              </p:cNvPr>
              <p:cNvSpPr txBox="1"/>
              <p:nvPr/>
            </p:nvSpPr>
            <p:spPr>
              <a:xfrm>
                <a:off x="1698850" y="4943743"/>
                <a:ext cx="4198393" cy="4151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GP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acc>
                            <m:accPr>
                              <m:chr m:val="̃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ℙ</m:t>
                              </m:r>
                            </m:e>
                            <m:sub>
                              <m:acc>
                                <m:accPr>
                                  <m:chr m:val="̃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400" b="0" i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 b="0" i="0" smtClean="0">
                                              <a:latin typeface="Cambria Math" panose="02040503050406030204" pitchFamily="18" charset="0"/>
                                            </a:rPr>
                                            <m:t>∇</m:t>
                                          </m:r>
                                        </m:e>
                                        <m:sub>
                                          <m:acc>
                                            <m:accPr>
                                              <m:chr m:val="̃"/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sub>
                                      </m:s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̃"/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</m:d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RU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431511-1422-0B4F-B7F4-8FACAAD256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8850" y="4943743"/>
                <a:ext cx="4198393" cy="415114"/>
              </a:xfrm>
              <a:prstGeom prst="rect">
                <a:avLst/>
              </a:prstGeom>
              <a:blipFill>
                <a:blip r:embed="rId4"/>
                <a:stretch>
                  <a:fillRect l="-1208" b="-1764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6BE94C-3721-0649-ACF0-4B1D533AECA9}"/>
                  </a:ext>
                </a:extLst>
              </p:cNvPr>
              <p:cNvSpPr txBox="1"/>
              <p:nvPr/>
            </p:nvSpPr>
            <p:spPr>
              <a:xfrm>
                <a:off x="7472575" y="4421773"/>
                <a:ext cx="3807196" cy="14590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ℙ</m:t>
                          </m:r>
                        </m:e>
                        <m:sub>
                          <m:acc>
                            <m:accPr>
                              <m:chr m:val="̃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: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∼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Uniform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0, 1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∼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∼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RU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6BE94C-3721-0649-ACF0-4B1D533AEC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2575" y="4421773"/>
                <a:ext cx="3807196" cy="1459054"/>
              </a:xfrm>
              <a:prstGeom prst="rect">
                <a:avLst/>
              </a:prstGeom>
              <a:blipFill>
                <a:blip r:embed="rId5"/>
                <a:stretch>
                  <a:fillRect l="-1333" t="-870" b="-782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EE3765-3034-B74C-B43F-1E66C5BDF4FB}"/>
                  </a:ext>
                </a:extLst>
              </p:cNvPr>
              <p:cNvSpPr txBox="1"/>
              <p:nvPr/>
            </p:nvSpPr>
            <p:spPr>
              <a:xfrm>
                <a:off x="1698850" y="5970984"/>
                <a:ext cx="5038367" cy="4151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GP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acc>
                            <m:accPr>
                              <m:chr m:val="̃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ℙ</m:t>
                              </m:r>
                            </m:e>
                            <m:sub>
                              <m:acc>
                                <m:accPr>
                                  <m:chr m:val="̃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func>
                                <m:funcPr>
                                  <m:ctrl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0, </m:t>
                                      </m:r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400">
                                                  <a:latin typeface="Cambria Math" panose="02040503050406030204" pitchFamily="18" charset="0"/>
                                                </a:rPr>
                                                <m:t>∇</m:t>
                                              </m:r>
                                            </m:e>
                                            <m:sub>
                                              <m:acc>
                                                <m:accPr>
                                                  <m:chr m:val="̃"/>
                                                  <m:ctrlPr>
                                                    <a:rPr lang="en-US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</m:acc>
                                            </m:sub>
                                          </m:s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acc>
                                                <m:accPr>
                                                  <m:chr m:val="̃"/>
                                                  <m:ctrlPr>
                                                    <a:rPr lang="en-US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</m:acc>
                                            </m:e>
                                          </m:d>
                                        </m:e>
                                      </m:d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RU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EE3765-3034-B74C-B43F-1E66C5BDF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8850" y="5970984"/>
                <a:ext cx="5038367" cy="415114"/>
              </a:xfrm>
              <a:prstGeom prst="rect">
                <a:avLst/>
              </a:prstGeom>
              <a:blipFill>
                <a:blip r:embed="rId6"/>
                <a:stretch>
                  <a:fillRect l="-756" b="-1764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CBB7080B-AB44-F543-B596-2990D469C821}"/>
              </a:ext>
            </a:extLst>
          </p:cNvPr>
          <p:cNvSpPr txBox="1"/>
          <p:nvPr/>
        </p:nvSpPr>
        <p:spPr>
          <a:xfrm>
            <a:off x="1121806" y="5453059"/>
            <a:ext cx="48622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2400" dirty="0"/>
              <a:t>or alternatively (‘one-sided’ penalty):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AC50EC-F846-1744-8BD1-2C99D58A6E7A}"/>
              </a:ext>
            </a:extLst>
          </p:cNvPr>
          <p:cNvSpPr txBox="1"/>
          <p:nvPr/>
        </p:nvSpPr>
        <p:spPr>
          <a:xfrm>
            <a:off x="5945500" y="6295940"/>
            <a:ext cx="6113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dirty="0">
                <a:solidFill>
                  <a:schemeClr val="bg1">
                    <a:lumMod val="50000"/>
                  </a:schemeClr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Ishaan </a:t>
            </a:r>
            <a:r>
              <a:rPr lang="en" dirty="0" err="1">
                <a:solidFill>
                  <a:schemeClr val="bg1">
                    <a:lumMod val="50000"/>
                  </a:schemeClr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Gulrajani</a:t>
            </a:r>
            <a:r>
              <a:rPr lang="en" b="1" dirty="0" err="1">
                <a:solidFill>
                  <a:schemeClr val="bg1">
                    <a:lumMod val="50000"/>
                  </a:schemeClr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Improved</a:t>
            </a:r>
            <a:r>
              <a:rPr lang="en" b="1" dirty="0">
                <a:solidFill>
                  <a:schemeClr val="bg1">
                    <a:lumMod val="50000"/>
                  </a:schemeClr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Training of Wasserstein GANs</a:t>
            </a:r>
            <a:endParaRPr lang="en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C7A0EFB-7E65-6446-AC95-336393ED78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20393" y="6492875"/>
            <a:ext cx="1751214" cy="365125"/>
          </a:xfrm>
        </p:spPr>
        <p:txBody>
          <a:bodyPr/>
          <a:lstStyle/>
          <a:p>
            <a:r>
              <a:rPr lang="en" dirty="0"/>
              <a:t>Spring 2024</a:t>
            </a:r>
            <a:endParaRPr lang="ru-RU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D5B836B-9E23-AB46-8CE5-22537BFB5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2505" y="6492875"/>
            <a:ext cx="3767667" cy="365125"/>
          </a:xfrm>
        </p:spPr>
        <p:txBody>
          <a:bodyPr/>
          <a:lstStyle/>
          <a:p>
            <a:r>
              <a:rPr lang="en-GB" dirty="0"/>
              <a:t>D.. Derkach  Generative </a:t>
            </a:r>
            <a:r>
              <a:rPr lang="en-GB" dirty="0" err="1"/>
              <a:t>Modeling</a:t>
            </a:r>
            <a:endParaRPr lang="ru-RU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9522658-E623-0C45-B4ED-23145F153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295" y="6492875"/>
            <a:ext cx="2743200" cy="365125"/>
          </a:xfrm>
        </p:spPr>
        <p:txBody>
          <a:bodyPr/>
          <a:lstStyle/>
          <a:p>
            <a:fld id="{21ABC42C-C6CC-47FC-904E-31573FDBB029}" type="slidenum">
              <a:rPr lang="ru-RU" smtClean="0"/>
              <a:pPr/>
              <a:t>46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640431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98C24D-FCB8-B241-A7C5-A60A31693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WGAN: spectral normalization</a:t>
            </a:r>
            <a:endParaRPr lang="en" dirty="0"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9974DB-0794-0E48-B093-0BEE1326E0E7}"/>
              </a:ext>
            </a:extLst>
          </p:cNvPr>
          <p:cNvSpPr txBox="1"/>
          <p:nvPr/>
        </p:nvSpPr>
        <p:spPr>
          <a:xfrm>
            <a:off x="3345395" y="6143805"/>
            <a:ext cx="8654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dirty="0" err="1">
                <a:solidFill>
                  <a:schemeClr val="bg1">
                    <a:lumMod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Miyato</a:t>
            </a:r>
            <a:r>
              <a:rPr lang="en" dirty="0">
                <a:solidFill>
                  <a:schemeClr val="bg1">
                    <a:lumMod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et al. Spectral Normalization for Generative Adversarial Networks, ICLR 2018</a:t>
            </a:r>
            <a:endParaRPr lang="en" dirty="0">
              <a:solidFill>
                <a:schemeClr val="bg1">
                  <a:lumMod val="50000"/>
                </a:schemeClr>
              </a:solidFill>
              <a:effectLst/>
            </a:endParaRP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C687C88-B698-D748-BFC2-1CEFEC426B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20393" y="6492875"/>
            <a:ext cx="1751214" cy="365125"/>
          </a:xfrm>
        </p:spPr>
        <p:txBody>
          <a:bodyPr/>
          <a:lstStyle/>
          <a:p>
            <a:r>
              <a:rPr lang="en" dirty="0"/>
              <a:t>Spring 2024</a:t>
            </a:r>
            <a:endParaRPr lang="ru-RU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8F5BB19F-983D-8645-B4FC-727A3D953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2505" y="6492875"/>
            <a:ext cx="3767667" cy="365125"/>
          </a:xfrm>
        </p:spPr>
        <p:txBody>
          <a:bodyPr/>
          <a:lstStyle/>
          <a:p>
            <a:r>
              <a:rPr lang="en-GB"/>
              <a:t>D.. Derkach  Generative </a:t>
            </a:r>
            <a:r>
              <a:rPr lang="en-GB" err="1"/>
              <a:t>Modeling</a:t>
            </a:r>
            <a:endParaRPr lang="ru-RU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FFABF68-B125-A448-AA0A-B275F89FD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295" y="6492875"/>
            <a:ext cx="2743200" cy="365125"/>
          </a:xfrm>
        </p:spPr>
        <p:txBody>
          <a:bodyPr/>
          <a:lstStyle/>
          <a:p>
            <a:fld id="{21ABC42C-C6CC-47FC-904E-31573FDBB029}" type="slidenum">
              <a:rPr lang="ru-RU" smtClean="0"/>
              <a:pPr/>
              <a:t>47</a:t>
            </a:fld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AB4CDDC-32F3-FF4B-9FAA-A308C98DC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92" y="1303255"/>
            <a:ext cx="3492500" cy="47244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14C9AD2-75F6-2B4A-804C-50F2169BA0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585" y="1149447"/>
            <a:ext cx="7202266" cy="499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8500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98C24D-FCB8-B241-A7C5-A60A31693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WGAN: problems </a:t>
            </a:r>
            <a:endParaRPr lang="en" dirty="0">
              <a:effectLst/>
            </a:endParaRP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C687C88-B698-D748-BFC2-1CEFEC426B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20393" y="6492875"/>
            <a:ext cx="1751214" cy="365125"/>
          </a:xfrm>
        </p:spPr>
        <p:txBody>
          <a:bodyPr/>
          <a:lstStyle/>
          <a:p>
            <a:r>
              <a:rPr lang="en" dirty="0"/>
              <a:t>Spring 2024</a:t>
            </a:r>
            <a:endParaRPr lang="ru-RU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8F5BB19F-983D-8645-B4FC-727A3D953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2505" y="6492875"/>
            <a:ext cx="3767667" cy="365125"/>
          </a:xfrm>
        </p:spPr>
        <p:txBody>
          <a:bodyPr/>
          <a:lstStyle/>
          <a:p>
            <a:r>
              <a:rPr lang="en-GB"/>
              <a:t>D.. Derkach  Generative </a:t>
            </a:r>
            <a:r>
              <a:rPr lang="en-GB" err="1"/>
              <a:t>Modeling</a:t>
            </a:r>
            <a:endParaRPr lang="ru-RU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FFABF68-B125-A448-AA0A-B275F89FD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295" y="6492875"/>
            <a:ext cx="2743200" cy="365125"/>
          </a:xfrm>
        </p:spPr>
        <p:txBody>
          <a:bodyPr/>
          <a:lstStyle/>
          <a:p>
            <a:fld id="{21ABC42C-C6CC-47FC-904E-31573FDBB029}" type="slidenum">
              <a:rPr lang="ru-RU" smtClean="0"/>
              <a:pPr/>
              <a:t>48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97856D2-72C3-5243-ABB8-08D308B46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93" y="838035"/>
            <a:ext cx="10260613" cy="501217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AA81124-A6B3-404E-815E-07E992C6575A}"/>
              </a:ext>
            </a:extLst>
          </p:cNvPr>
          <p:cNvSpPr txBox="1"/>
          <p:nvPr/>
        </p:nvSpPr>
        <p:spPr>
          <a:xfrm>
            <a:off x="3345395" y="6143805"/>
            <a:ext cx="8994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</a:t>
            </a:r>
            <a:r>
              <a:rPr lang="ru-RU" dirty="0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 </a:t>
            </a:r>
            <a:r>
              <a:rPr lang="ru-RU" dirty="0" err="1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Bellemare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et al. The Cramer Distance as a Solution to Biased Wasserstein Gradients</a:t>
            </a:r>
            <a:endParaRPr lang="ru-RU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4354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98C24D-FCB8-B241-A7C5-A60A31693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Conclusions</a:t>
            </a:r>
            <a:endParaRPr lang="en" dirty="0">
              <a:effectLst/>
            </a:endParaRP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C687C88-B698-D748-BFC2-1CEFEC426B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20393" y="6492875"/>
            <a:ext cx="1751214" cy="365125"/>
          </a:xfrm>
        </p:spPr>
        <p:txBody>
          <a:bodyPr/>
          <a:lstStyle/>
          <a:p>
            <a:r>
              <a:rPr lang="en" dirty="0"/>
              <a:t>Spring 2024</a:t>
            </a:r>
            <a:endParaRPr lang="ru-RU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8F5BB19F-983D-8645-B4FC-727A3D953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2505" y="6492875"/>
            <a:ext cx="3767667" cy="365125"/>
          </a:xfrm>
        </p:spPr>
        <p:txBody>
          <a:bodyPr/>
          <a:lstStyle/>
          <a:p>
            <a:r>
              <a:rPr lang="en-GB"/>
              <a:t>D.. Derkach  Generative </a:t>
            </a:r>
            <a:r>
              <a:rPr lang="en-GB" err="1"/>
              <a:t>Modeling</a:t>
            </a:r>
            <a:endParaRPr lang="ru-RU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FFABF68-B125-A448-AA0A-B275F89FD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295" y="6492875"/>
            <a:ext cx="2743200" cy="365125"/>
          </a:xfrm>
        </p:spPr>
        <p:txBody>
          <a:bodyPr/>
          <a:lstStyle/>
          <a:p>
            <a:fld id="{21ABC42C-C6CC-47FC-904E-31573FDBB029}" type="slidenum">
              <a:rPr lang="ru-RU" smtClean="0"/>
              <a:pPr/>
              <a:t>49</a:t>
            </a:fld>
            <a:endParaRPr lang="ru-RU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1465F30D-9A88-D546-B341-997658EC0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642" y="952468"/>
            <a:ext cx="10700449" cy="5093462"/>
          </a:xfrm>
        </p:spPr>
        <p:txBody>
          <a:bodyPr>
            <a:noAutofit/>
          </a:bodyPr>
          <a:lstStyle/>
          <a:p>
            <a:r>
              <a:rPr lang="en-US" dirty="0"/>
              <a:t>WGAN is a power generative model. </a:t>
            </a:r>
          </a:p>
          <a:p>
            <a:r>
              <a:rPr lang="en-US" dirty="0"/>
              <a:t>Simpler training procedure but need to control Lipschitz continuity </a:t>
            </a:r>
          </a:p>
          <a:p>
            <a:r>
              <a:rPr lang="en-US" dirty="0"/>
              <a:t> Several ideas how do this. </a:t>
            </a:r>
          </a:p>
          <a:p>
            <a:r>
              <a:rPr lang="en-US" dirty="0"/>
              <a:t>Still problems:</a:t>
            </a:r>
          </a:p>
          <a:p>
            <a:pPr lvl="1"/>
            <a:r>
              <a:rPr lang="en" dirty="0"/>
              <a:t>Kantorovich-Rubinstein duality only mimicked; </a:t>
            </a:r>
          </a:p>
          <a:p>
            <a:pPr lvl="1"/>
            <a:r>
              <a:rPr lang="en" dirty="0"/>
              <a:t>gradient is stuck near solutions.</a:t>
            </a:r>
          </a:p>
        </p:txBody>
      </p:sp>
    </p:spTree>
    <p:extLst>
      <p:ext uri="{BB962C8B-B14F-4D97-AF65-F5344CB8AC3E}">
        <p14:creationId xmlns:p14="http://schemas.microsoft.com/office/powerpoint/2010/main" val="3731747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HSE">
  <a:themeElements>
    <a:clrScheme name="HSE">
      <a:dk1>
        <a:srgbClr val="000000"/>
      </a:dk1>
      <a:lt1>
        <a:srgbClr val="FFFFFF"/>
      </a:lt1>
      <a:dk2>
        <a:srgbClr val="005AAA"/>
      </a:dk2>
      <a:lt2>
        <a:srgbClr val="CED9EA"/>
      </a:lt2>
      <a:accent1>
        <a:srgbClr val="992622"/>
      </a:accent1>
      <a:accent2>
        <a:srgbClr val="F36C2A"/>
      </a:accent2>
      <a:accent3>
        <a:srgbClr val="E58224"/>
      </a:accent3>
      <a:accent4>
        <a:srgbClr val="142B50"/>
      </a:accent4>
      <a:accent5>
        <a:srgbClr val="4C5FAB"/>
      </a:accent5>
      <a:accent6>
        <a:srgbClr val="28A348"/>
      </a:accent6>
      <a:hlink>
        <a:srgbClr val="000000"/>
      </a:hlink>
      <a:folHlink>
        <a:srgbClr val="000000"/>
      </a:folHlink>
    </a:clrScheme>
    <a:fontScheme name="HSE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0BB3B6E8855B7F49B120F8602D1CA6D7" ma:contentTypeVersion="2" ma:contentTypeDescription="Создание документа." ma:contentTypeScope="" ma:versionID="dd2baa9108a1d638c0c3c5f2210dbf69">
  <xsd:schema xmlns:xsd="http://www.w3.org/2001/XMLSchema" xmlns:xs="http://www.w3.org/2001/XMLSchema" xmlns:p="http://schemas.microsoft.com/office/2006/metadata/properties" xmlns:ns2="f618065f-d651-42a5-a541-f54a375c730d" targetNamespace="http://schemas.microsoft.com/office/2006/metadata/properties" ma:root="true" ma:fieldsID="404f9b357b704157babbb5750c46c698" ns2:_="">
    <xsd:import namespace="f618065f-d651-42a5-a541-f54a375c730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8065f-d651-42a5-a541-f54a375c73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9DCFF4E-7731-4E81-AB1D-41746E451C2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5B40442-68EA-4285-AAFD-0966C47C499C}">
  <ds:schemaRefs>
    <ds:schemaRef ds:uri="http://schemas.microsoft.com/office/2006/metadata/properties"/>
    <ds:schemaRef ds:uri="http://www.w3.org/2000/xmlns/"/>
  </ds:schemaRefs>
</ds:datastoreItem>
</file>

<file path=customXml/itemProps3.xml><?xml version="1.0" encoding="utf-8"?>
<ds:datastoreItem xmlns:ds="http://schemas.openxmlformats.org/officeDocument/2006/customXml" ds:itemID="{5779E5CD-C7C0-431E-A74D-9FDEFF22CB41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f618065f-d651-42a5-a541-f54a375c730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24428</TotalTime>
  <Words>2039</Words>
  <Application>Microsoft Office PowerPoint</Application>
  <PresentationFormat>Widescreen</PresentationFormat>
  <Paragraphs>383</Paragraphs>
  <Slides>49</Slides>
  <Notes>0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0" baseType="lpstr">
      <vt:lpstr>HSE</vt:lpstr>
      <vt:lpstr>Generative Modeling</vt:lpstr>
      <vt:lpstr>Quiz</vt:lpstr>
      <vt:lpstr>In this Lecture</vt:lpstr>
      <vt:lpstr>Reminder</vt:lpstr>
      <vt:lpstr>JS GAN scheme</vt:lpstr>
      <vt:lpstr>JS GAN Summary</vt:lpstr>
      <vt:lpstr>f-GANs</vt:lpstr>
      <vt:lpstr>Reminder: Variational Lower Bound</vt:lpstr>
      <vt:lpstr>Variational Divergence Minimization </vt:lpstr>
      <vt:lpstr>Output activation function</vt:lpstr>
      <vt:lpstr>Example: GAN objective</vt:lpstr>
      <vt:lpstr>Variational Divergence Minimization </vt:lpstr>
      <vt:lpstr>f-GAN results</vt:lpstr>
      <vt:lpstr>f-GAN Discussion</vt:lpstr>
      <vt:lpstr>Parisian Bakeries</vt:lpstr>
      <vt:lpstr>Problem Statement</vt:lpstr>
      <vt:lpstr>Delivery Optimization</vt:lpstr>
      <vt:lpstr>Delivery Solutions</vt:lpstr>
      <vt:lpstr>Optimal Delivery</vt:lpstr>
      <vt:lpstr>Problem Statement: Monge</vt:lpstr>
      <vt:lpstr>Kantorovich: Add Bread Masses</vt:lpstr>
      <vt:lpstr>Paris deliveries</vt:lpstr>
      <vt:lpstr>Kantorovich: Add Bread Masses</vt:lpstr>
      <vt:lpstr>Wasserstein Distance</vt:lpstr>
      <vt:lpstr>Wasserstein distance</vt:lpstr>
      <vt:lpstr>Idea of definition</vt:lpstr>
      <vt:lpstr>Idea of Definition</vt:lpstr>
      <vt:lpstr>Wasserstein Distance</vt:lpstr>
      <vt:lpstr>W_1distance</vt:lpstr>
      <vt:lpstr>Convergence Example</vt:lpstr>
      <vt:lpstr>Mass Attention</vt:lpstr>
      <vt:lpstr>W properties hints</vt:lpstr>
      <vt:lpstr>Reminder: Noisy Supports</vt:lpstr>
      <vt:lpstr>Lipschitz continuity</vt:lpstr>
      <vt:lpstr>Kantorovich-Rubinstein Duality </vt:lpstr>
      <vt:lpstr>Back to Bakeries</vt:lpstr>
      <vt:lpstr>Integral Probability Metrics</vt:lpstr>
      <vt:lpstr>Conclusions </vt:lpstr>
      <vt:lpstr>Wasserstein GAN</vt:lpstr>
      <vt:lpstr>Lipschitz-1 Condition and Neural Networks</vt:lpstr>
      <vt:lpstr>Lipschitz-1 Condition and Neural Networks</vt:lpstr>
      <vt:lpstr>WGAN</vt:lpstr>
      <vt:lpstr>WGAN: problems solved </vt:lpstr>
      <vt:lpstr>WGAN: results</vt:lpstr>
      <vt:lpstr>WGAN-GP</vt:lpstr>
      <vt:lpstr>WGAN-GP</vt:lpstr>
      <vt:lpstr>WGAN: spectral normalization</vt:lpstr>
      <vt:lpstr>WGAN: problems 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Digits Classification</dc:title>
  <dc:creator>Artem Maevskij</dc:creator>
  <cp:lastModifiedBy>RAMAZYAN Nelli</cp:lastModifiedBy>
  <cp:revision>363</cp:revision>
  <dcterms:created xsi:type="dcterms:W3CDTF">2020-04-10T16:25:38Z</dcterms:created>
  <dcterms:modified xsi:type="dcterms:W3CDTF">2026-10-15T08:13:20Z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0x0101000BB3B6E8855B7F49B120F8602D1CA6D7</vt:lpwstr>
  </property>
</Properties>
</file>