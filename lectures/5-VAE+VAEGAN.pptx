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64"/>
  </p:notesMasterIdLst>
  <p:sldIdLst>
    <p:sldId id="258" r:id="rId5"/>
    <p:sldId id="731" r:id="rId6"/>
    <p:sldId id="283" r:id="rId7"/>
    <p:sldId id="639" r:id="rId8"/>
    <p:sldId id="640" r:id="rId9"/>
    <p:sldId id="641" r:id="rId10"/>
    <p:sldId id="692" r:id="rId11"/>
    <p:sldId id="642" r:id="rId12"/>
    <p:sldId id="644" r:id="rId13"/>
    <p:sldId id="650" r:id="rId14"/>
    <p:sldId id="657" r:id="rId15"/>
    <p:sldId id="658" r:id="rId16"/>
    <p:sldId id="659" r:id="rId17"/>
    <p:sldId id="660" r:id="rId18"/>
    <p:sldId id="661" r:id="rId19"/>
    <p:sldId id="662" r:id="rId20"/>
    <p:sldId id="689" r:id="rId21"/>
    <p:sldId id="667" r:id="rId22"/>
    <p:sldId id="666" r:id="rId23"/>
    <p:sldId id="665" r:id="rId24"/>
    <p:sldId id="668" r:id="rId25"/>
    <p:sldId id="690" r:id="rId26"/>
    <p:sldId id="669" r:id="rId27"/>
    <p:sldId id="671" r:id="rId28"/>
    <p:sldId id="672" r:id="rId29"/>
    <p:sldId id="673" r:id="rId30"/>
    <p:sldId id="670" r:id="rId31"/>
    <p:sldId id="674" r:id="rId32"/>
    <p:sldId id="675" r:id="rId33"/>
    <p:sldId id="676" r:id="rId34"/>
    <p:sldId id="678" r:id="rId35"/>
    <p:sldId id="677" r:id="rId36"/>
    <p:sldId id="679" r:id="rId37"/>
    <p:sldId id="680" r:id="rId38"/>
    <p:sldId id="693" r:id="rId39"/>
    <p:sldId id="681" r:id="rId40"/>
    <p:sldId id="682" r:id="rId41"/>
    <p:sldId id="683" r:id="rId42"/>
    <p:sldId id="686" r:id="rId43"/>
    <p:sldId id="684" r:id="rId44"/>
    <p:sldId id="727" r:id="rId45"/>
    <p:sldId id="728" r:id="rId46"/>
    <p:sldId id="729" r:id="rId47"/>
    <p:sldId id="730" r:id="rId48"/>
    <p:sldId id="711" r:id="rId49"/>
    <p:sldId id="712" r:id="rId50"/>
    <p:sldId id="713" r:id="rId51"/>
    <p:sldId id="716" r:id="rId52"/>
    <p:sldId id="717" r:id="rId53"/>
    <p:sldId id="718" r:id="rId54"/>
    <p:sldId id="719" r:id="rId55"/>
    <p:sldId id="720" r:id="rId56"/>
    <p:sldId id="721" r:id="rId57"/>
    <p:sldId id="714" r:id="rId58"/>
    <p:sldId id="722" r:id="rId59"/>
    <p:sldId id="725" r:id="rId60"/>
    <p:sldId id="723" r:id="rId61"/>
    <p:sldId id="724" r:id="rId62"/>
    <p:sldId id="726" r:id="rId6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Рыжиков Артём Сергеевич" initials="РС" lastIdx="5" clrIdx="0">
    <p:extLst>
      <p:ext uri="{19B8F6BF-5375-455C-9EA6-DF929625EA0E}">
        <p15:presenceInfo xmlns:p15="http://schemas.microsoft.com/office/powerpoint/2012/main" userId="S::aryzhikov@edu.hse.ru::4aadcdae-265f-4871-bedc-7950475199b3" providerId="AD"/>
      </p:ext>
    </p:extLst>
  </p:cmAuthor>
  <p:cmAuthor id="2" name="Деркач Денис Александрович" initials="ДДА" lastIdx="1" clrIdx="1">
    <p:extLst>
      <p:ext uri="{19B8F6BF-5375-455C-9EA6-DF929625EA0E}">
        <p15:presenceInfo xmlns:p15="http://schemas.microsoft.com/office/powerpoint/2012/main" userId="S::dderkach@hse.ru::c1cf97c5-b20a-49b4-b713-508333cf62a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68" autoAdjust="0"/>
    <p:restoredTop sz="95721"/>
  </p:normalViewPr>
  <p:slideViewPr>
    <p:cSldViewPr snapToGrid="0">
      <p:cViewPr varScale="1">
        <p:scale>
          <a:sx n="61" d="100"/>
          <a:sy n="61" d="100"/>
        </p:scale>
        <p:origin x="24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1.875"/>
    </inkml:context>
    <inkml:brush xml:id="br0">
      <inkml:brushProperty name="height" value="0.053" units="cm"/>
      <inkml:brushProperty name="color" value="#FF0000"/>
    </inkml:brush>
  </inkml:definitions>
  <inkml:trace contextRef="#ctx0" brushRef="#br0">19371 1619 7683,'-7'-16'137,"5"1"0,-10 4 0,5 1 78,-2-3 1,6 5 0,-4-1 2117,0 2-611,5-5-1367,-5 10 0,7 2 1,0 12-1,0 6-170,0 3 0,0 6 0,0 1 0,0 4-47,0-1 1,5 9 0,0-6 0,1 1-108,1-2 1,1 5 0,8-12 0,0-5-472,0-7 1,4-1 0,3-10 0,2-3-42,3-3 1,1-17 0,3-2-1,-3-12-35,-2-7 0,1-3 1,-7-2-1,-2 5 235,-2 2 0,-6-5 0,-3 17 1,-1 0 150,-3 3 0,-4 10 1,-4 10 482,-1 8 0,-11 12 1,4 12-1,0 5 202,-2 3 1,0 8 0,0 0 0,4 5-145,4 3 0,5 4 0,1-5 0,0-6-695,0-5 1,5 6 0,2-15-1,2 0-44,3-3 1,0 0 0,0-7-2731,-1-2 3058,-1-8 0,6 3 0,0-5 0</inkml:trace>
  <inkml:trace contextRef="#ctx0" brushRef="#br0" timeOffset="1">20220 1116 7738,'-2'12'164,"-1"2"0,-3 5 0,1 6 1,0 8-1,-2 9 937,-2 9 1,4 6 0,-6 11-1,-1 6-879,-2 3 0,3-32 0,-1 2 0,0 1 0,0 0 1,-1 2-1,0 0-312,-1 0 1,2-1-1,2-5 1,0 0-1,0 2 1,-1 0-1,-6 41-172,1-5 1,8-15-1,2-10 1,5-9 120,1-12 1,1-1 140,5-14 0,9 7 0,10-3 0</inkml:trace>
  <inkml:trace contextRef="#ctx0" brushRef="#br0" timeOffset="2">20629 1870 7738,'-6'11'0,"-1"-1"107,-1 3 0,2-5 0,-4 3 566,-2 1 1,-1 7-1,3 4 1,3 0-274,0-1 0,5 6 0,-3 0 0,3 4-278,2-1 0,0 9 0,2-8 0,3 1-79,6 0 0,3-3 1,1-2-1,3-6-263,3-4 0,-2-6 0,6-12 1,-1-3-92,0-8 0,-4-5 1,1-15-1,-4-2-114,-1-6 1,-2-10 0,-4 9 0,-4 5 76,-5 4 0,-2-7 1,-6 6-1,-7 1 343,-6 3 0,-8 0 0,2 5 1,-3-1 173,-3-4 0,1 1 0,-1-2 0,1-4-74,-1-1 1,3-4 0,4 0 0,8-3 206,4-2 1,10 1 0,-1 2 0,8 6-60,6 5 0,11-4 0,4 6 0,1-1-177,0 2 1,6 0 0,4 7 0,-1 3-31,-1 2 0,-3-2 0,0 11 0,1 2-204,-1 1 1,-5 2 0,-1 0 0,-1 0-262,1 0 1,-6 2 0,4 3 0,-2 5-76,0 4 1,0-3-1,-7-1 1,-2 1 503,-2-2 0,-6 12 0,3-4 0</inkml:trace>
  <inkml:trace contextRef="#ctx0" brushRef="#br0" timeOffset="3">18978 3615 8210,'-9'7'1742,"2"-5"1,7 7-1264,0-4 1,0-2-166,0 8-893,0-8 0,0 3 461,0-12 1,0-2-347,0-8 0,-7 2 0,-3 3 310,-4 6 0,-2 5 1,0 5-1,0 6 289,1 3 1,1 5-1,1 5 1,5 10 153,1 4 0,-4-5 1,6 4-1,2-2-17,1 3 0,4 2 0,3-5 0,5 2-155,4 0 1,2-9 0,1-18 0,3 1-233,1-3 0,7-1 0,-2-8 0,3-6-476,3-9 1,5-9-1,-1-11 1,-1-6 57,-2-4 1,-6 6-1,-3 2 1,-1 1 123,-4 1 1,-2 4-1,-1 9 201,0 6 1,-6-1 374,1 13 1,-8 9 0,4 10 354,0 5 1,0 7-1,6-3 1,-3-1-102,2 1 0,0 3 0,1-3 0,-3 2-98,2 2 1,2 1 0,2 0-372,0-1 0,-7-8 0,-2 0-1884,0-7 1,-7-5 1931,0-7 0,-14-14 0,-11-3 0</inkml:trace>
  <inkml:trace contextRef="#ctx0" brushRef="#br0" timeOffset="4">19072 3568 8095,'7'9'868,"2"-2"1,8-7 0,4 0-883,5 0 1,4 0 0,3-2 0,4-2-241,5-1 1,-2-2-1,2 4 1,0-3 270,-2 3 0,-1 1-17,-8 2 0,0 7 0,1 2 0</inkml:trace>
  <inkml:trace contextRef="#ctx0" brushRef="#br0" timeOffset="5">19921 3725 7732,'0'-9'3318,"2"2"-1714,3 7-1429,4 0 1,1 11 0,-1 1-151,-2 0 0,0 4-858,-2 0 183,-3-4 0,5-24 0,-7-4-97,0-1 1,-2-1-1,-3 2 575,-5 1 1,-6 4-1,-3 2 1,-4 2-10,-2 4 0,1 6 0,-4 6 1,2 5 606,-2 9 0,5 8 0,0 6 0,2-2 260,0 0 0,8 9 0,7-15 1,5 1-193,1-2 0,1-5 1,6-1-1,7-8-412,5-5 0,9-4 0,-1-7 0,2-1-220,3-2 0,3-18 0,0 2 0,-4 0-220,-1 2 0,6-6 1,-9 3-1,-5 3-752,-2-2 0,-5 5 0,1-5-216,0 3 1428,-8 10 0,5 2 671,-8 12 1,0 4-406,-5 11 1,5 4 0,2 6 0,2-3-115,3-7 0,-3-2 1,2-14-1,1-1-392,2-2 1,2 3-1,-1-2 1,-1-4-538,-3-8 1,3-7 0,-4-5 0,2-5-277,-1-4 0,1-5 951,-7 4 0,8-11 0,-5 9 0</inkml:trace>
  <inkml:trace contextRef="#ctx0" brushRef="#br0" timeOffset="6">20408 3458 7732,'0'16'226,"0"1"0,0 4 610,0 5 1,0 7 0,0 2-1,0 0-396,0 5 1,0-1-1,2 3 1,2 0-289,1-2 0,2-5 0,-4-6 0,4 1-468,2-7 1,-4-2-1,6-14-987,1 2 1,-5-8-1,-2-1 611,-3-8 0,-2-12 0,0-2 1,-2-3 691,-3-3 0,-4-1 0,-6-3 0</inkml:trace>
  <inkml:trace contextRef="#ctx0" brushRef="#br0" timeOffset="7">20361 3678 7732,'0'16'3082,"2"-1"-2582,3 1 0,4-7 0,7-4 0,-1-3-509,1-2 1,5 0 0,0 0 0,0 0-684,2 0 1,-6-5 0,6-2-1,-2-2 179,0-3 1,5-1 0,-5 1-1,-2 3-17,-1 2 0,-2 1 1,-1 2 512,1-1 1,0 0 0,-2 6 184,-4 5 0,-3 2 1,-7 8 529,0 0 1,2 6 0,1 3-108,3-1 0,4 6 1,-3-6-1,2-1-225,3-7 0,2 8 0,2-4 0,1-1-182,4 2 1,-3-7 0,3-6 0,-4-1-465,-1-3 0,5-2 0,0-4 0,-4-3-394,-5-6 0,2-8 0,-3-4 0,1-1 228,-1-4 1,1 5 0,-5 0 0,0 2-438,0 1 1,-2 2 882,-5 2 0,7 4 0,2-11 0</inkml:trace>
  <inkml:trace contextRef="#ctx0" brushRef="#br0" timeOffset="8">21132 3615 7732,'0'11'1363,"0"-1"-557,0 2 0,0-3 0,0 1-366,0 3 1,5 6 0,2 2 0,2-4-345,3-4 1,2 4-1,2-6 1,-1-4-9,1-4 0,0-3 1,1 0-1,2-2-615,2-3 1,0-4 0,-3-6-1,-1-3-26,-1-3 0,3-2 1,-10-3-1,2 5 173,-1 4 0,-7-4 0,3 0 0,-6 3 259,-6 6 0,-2 0 0,-8 5 0,-1 0 199,-4 0 1,1 2-1,-6 7 1,0 3 887,2 5 1,-4 4 0,7 4 0,1 3-322,3 5 1,3 2 0,3 1-1,6-1-481,3 0 1,2 2 0,0-7 0,2 1-141,3-6 1,4-1 0,7-8 0,1 0-976,4-4 0,-1-3 1,4-4-1,-1-3 313,-4-6 0,4-8 0,-2-4 418,-2-1 1,-7 8 0,-3-3 0,-2 0 191,-4 1 1,-1 1 0,-2 1 0,-2 2 817,-3 4 0,2-4 1,-8 5 1266,-1 0 1,3 2-1729,-1 7 1,6 7-1,-1 4 1,3 4-247,2 6 0,2 0 0,3 11 0,6 3-77,3-2 1,12 16-1,2-6 1,0 8-1135,1 3 0,1 7 0,2-1 0,-1 1 485,0-5 1,-1-1 0,-2-2 0,-3-2 392,-3-3 0,-3-2 0,-8-3 0,-6-4 33,-3-6 0,-9 4 0,-4-8 0,-4 3 445,-6-8 0,-4-1 0,-6-12 0,-2 1 559,-4-2 0,-1-3 0,-8-9 0,2-1-518,1-2 0,-1-9 1,9-2-1,-2-7-438,3-1 1,7-11 0,6 4 0,6-3-826,4 1 0,4 2 1,9-1 993,3 1 0,4 6 0,7 3 0</inkml:trace>
  <inkml:trace contextRef="#ctx0" brushRef="#br0" timeOffset="9">21886 3929 8700,'7'-10'5471,"4"1"-6173,3 2 0,-4 0 0,1 4 702,1-2 0,2-1 0,2 6 0</inkml:trace>
  <inkml:trace contextRef="#ctx0" brushRef="#br0" timeOffset="10">18726 5297 7732,'-2'-9'1411,"-3"4"1,3 5-913,-3 5 1,3-1-1,4 8 1,2 5-355,1 8 1,7-6-1,-1 2 1,3 0-206,1-4 0,1 10 0,2-13 1,1 0-210,2-2 1,5-9-1,-3 1 1,1-8 107,4-6 1,-4-13-1,1-7 1,-2-5-129,-4 1 0,-2 2 1,-3 4-1,-1 2 56,-3-2 1,-6 11 476,1 1 0,-3 12 0,-4 6 221,-3 12 0,1 2 1,-5 5-1,2-4-118,4-1 1,1 5 0,2 2-1,2-1-232,3 1 1,4 8 0,8-4-1,2-5-263,2-2 1,6 6 0,-6 0 0,0-2-225,1 1 0,-4-6 0,3 5 1,-6-1-21,-4-4 0,1 9 0,-7 0 0,-1-2 166,-2-1 1,-2-4-1,-2-7 1,-3-2 139,-6-1 0,-8-3 0,-4 3 0,-1-6 198,-4-3 0,0-9 0,0-4 0,2-3 147,-2-1 1,5-5 0,2 1 0,5 2-10,6-3 0,-2-9 0,6-1 1,3 0-121,1 1 1,9-4-1,5 8 1,8-1-194,6 0 1,4 1 0,1-4 0,0 1-61,1 0 1,1 0-1,2 7 1,2-4-108,-2 1 0,-4-4 1,-3 5-1,-4 1 11,-1-1 1,-2 2 0,-5 5 178,0 0 0,-6 2 0,-1 2 144,-2 2 0,-9 5 1,-8-4-1,-4 2 204,-2 3 1,-2 3 0,-3 2 0,-3 3 185,0 1 0,1 13 0,5-3 0,-1 4-212,-2 4 1,2 2-1,7 6 1,3 0-269,2 1 0,2-1 1,6 1-1,6 1 60,9 4 0,2-6 1,8 2-1,2-8-533,2-8 0,1 2 1,2-10-1,2 0-36,2-4 1,-1-1-1,-4-1 1,-1 1 9,1-6 1,-2-5-1,-3-9 1,-2 0 110,-2 1 0,-2-3 0,-6-3 0,1-5 117,0-4 1,-2 2-1,-2 0 1,-3-1 256,-2 1 0,0 2 0,-4-2 0,2 3-165,-1 3 0,3 1 0,-2 5 0,-1 0 636,-3 0 0,-1 6-226,0-1 0,-1 8 0,-3 0 0,-1 6 753,1 7 1,3 4 0,-1 2-1,-2 2-483,-1 3 1,0-2 0,5 7 0,0 0-370,0-1 1,7 4 0,2-2-1,1 2-258,1 3 1,-3-8-1,5-3 1,-5-3-214,-1-3 0,6 4 0,-5-1 0,3-4-928,-1 0 0,-6-5-657,1 1 1541,-3-6 1,-4-3 0,-3-9 364,-6-6 0,-3-2 0,-1-9 1,-1 6 123,0 0 0,6 0 1,-1 3-1,1 0 214,1 1 1,-3 4 1459,6 1-1559,1 6 0,12-3 0,4 7 1,3 0-330,1 0 0,3 0 0,1 0 0,4 0-184,1 0 1,1-5-1,1-2 1,-3-3 155,-1-8 0,-2 8 1,4-6-1,-1 2 23,-4 0 0,-2 0 0,-1 2 0,0 1 93,0-1 1,-6 5-1,1 0 249,1 0 0,2 7 0,0 0 17,-4 9 1,2 5-1,-6 3 1,-1 4-13,2 5 1,-5-3-1,5-2 1,-2-4-126,0-1 0,2 0 1,-3 0-1,3-2-239,1-4 1,3 2-408,4-6 1,1-1 0,0-7-1,0-3 62,-1-6 0,-4-3 1,-1-1-1,1-1 30,-2 0 1,5-6-1,-6-3 283,1 1 0,5 1 1,-5 7 204,-1 0 1,1 8 739,-4 2 0,-1 5-273,6 1 0,-6 12 0,3 4 0,-2 3-117,0 4 0,6-1 1,-4 5-1,0-5-228,0 1 1,5-6 0,-3 4 0,1-1-412,1 1 1,-1-9-541,6 3 1,-2-11 0,-4-4-538,-4-9 0,-5-7 1309,-1-4 0,-14 2 0,-3-5 0</inkml:trace>
  <inkml:trace contextRef="#ctx0" brushRef="#br0" timeOffset="11">20361 5203 10280,'16'-6'1217,"2"-1"0,2 0-1244,7 0 0,2-3 0,3 3 1,-1 0-673,1 0 0,-3 2 0,-1 5 0,-3 0-2412,-2 0 3111,-2 7 0,-6 1 0,1 8 0</inkml:trace>
  <inkml:trace contextRef="#ctx0" brushRef="#br0" timeOffset="12">20943 5344 7732,'0'18'0,"2"1"917,3 2 0,4 7 0,7-4 0,1 2-479,4 0 1,-4 11 0,6 7 0,-2-1-334,0 3 0,0 3 1,-7 1-1,-2-2-290,-1-3 0,-3-3 0,3-12 1,-4-4-1824,0-5 1,-4-13 1110,8-8 1,-8-27-1,3-17 897,-5-3 0,-8-7 0,-3 10 0,-4-1 0,-2 4 0,-1-1 0,-3 2 0,-2 0 0,-3 3 0,4 4 0,-5 2 0,0 1 357,1 4 0,3-2 0,4 7 110,-3 2 0,6-4 0,-1 2 486,9 2 1,5 1 0,4 3-808,3-1 1,9 0 0,9 2 0,0 2-159,-1 2 1,4 1-1,-3-2 1,2 4-32,3 0 1,0 6 0,-1-3 0,0 6-525,1 3 0,-6 7 0,-1 1 0,-3 4 219,-2 4 0,-3 2 0,0-2 0,-5 3 632,-1 1 1,-1 4 0,-6-4 0,-2-1-107,-3-3 1,-2-3-1,-6-3 1,3 1 636,-2 0 0,-2-6 1,-2-1-1448,0-2 0,1-4 0,-1-6-2465,0-2 3097,7-7 0,-5 10 0,6-5 0</inkml:trace>
  <inkml:trace contextRef="#ctx0" brushRef="#br0" timeOffset="13">21525 5375 7732,'5'2'4074,"2"-7"-5449,2-7 1375,1-4 0,-1-7 0,-2-1 0</inkml:trace>
  <inkml:trace contextRef="#ctx0" brushRef="#br0" timeOffset="14">22531 8252 7732,'-7'-11'331,"-3"4"1729,-4 6-1402,-2-3-534,0 11 0,6-7 0,1 2 1,0 1-1,2 4 0,-2 2 91,1 3 0,-3 9 0,-4 5 1,-1 6-11,0 5 1,0-2 0,1 8 0,-1 3-75,0-1 1,2 11-1,2-9 1,3 2-115,2 0 1,-3 3 0,5 1 0,1-1-62,2 2 1,4-7 0,3 2 0,4-5-50,0 0 1,5 8 0,-2 4 0,5 0-26,4-4 0,6-8 0,-3-4 1,4-2 37,5-3 0,9-7 0,2-5 0,5-4 39,3-5 0,8-9 0,-1-1 0,4-8 81,0-6 1,3-9 0,-6-6 0,1-1-83,-4-2 0,6-5 1,-16 8-1,1-1-34,-5 0 1,-4-5-1,-10-8 1,-2 2-63,-7 4 0,1-14 1,-3 3-1,-6-3 62,-3 4 0,-4-13 1,-5 9-1,-2-6 104,-3 6 1,-5-14 0,-10 12 0,-2-5 82,-3-2 0,-1 4 1,-7 4-1,-2 3-78,-2 3 1,-6 4 0,1 6 0,-6 3 178,-4 2 1,1 6 0,-8 11-1,-4 3-104,-3 0 1,-4 5 0,3-1 0,1 5-282,5 3 1,0 2-1,8-4 1,3 4-359,1 2 0,9 3 0,5 6 0,5 3-1729,4 3 2260,7 6 0,-11 10 0,5-2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1.850"/>
    </inkml:context>
    <inkml:brush xml:id="br0">
      <inkml:brushProperty name="height" value="0.053" units="cm"/>
      <inkml:brushProperty name="color" value="#FF0000"/>
    </inkml:brush>
  </inkml:definitions>
  <inkml:trace contextRef="#ctx0" brushRef="#br0">24748 9949 7886,'-7'-8'0,"-4"2"0,3 13 0,-3 0 0,1-7 534,1-5 1,-5 0-1,4-4-284,-4 2 1,3 0 0,1 4 0,-1-4-11,2-2 0,-5 5 0,4-1-171,-4 4 0,-2 1 0,1 0 0,-1 1-88,0 4 1,0-3 0,1 7 0,-1 0 55,0 1 0,1 2 0,-1-6 1,0 4 84,0 4 0,1 2 0,-1-2 0,0 0-77,0 1 1,1-4 0,-1 8 14,0-1 1,2-11-1,2 8 1,3-1 2,2 0 1,-3 2 0,3 1 0,0 3-54,0 1 1,-5 5 0,3-3-1,-2-1 52,1 1 1,5 3 0,-4-5 0,0 0 39,1 2 0,2-6 0,-4 6 1,-1 0 34,3 3 1,-5 2 0,6 0 94,-1-2 1,2 9-1,-2 5 1,1-5-161,3-4 1,2 3 0,2-8 0,0 5-42,0 6 1,0 5-1,0 1 1,0-9-97,0-8 1,0 2 0,0-2 0,0 4 51,0 1 0,0-5 0,2 0 0,2 2-92,1 2 1,0 0-1,-5-1 1,0-1 111,0 0 0,0 11 1,0-8-1,0 1 53,0-4 0,-5 0 0,0-6 0,1 1-18,2 0 1,2 5 0,0-4 0,0 0 21,0-3 0,0 2 0,0 0 0,0 0-32,0-1 0,0 1 0,0-4 0,2 2 11,3-2 1,-1 4 0,5 0 0,-2 1 26,-4 4 1,4-5-1,-2 0 1,1-2-20,1-1 0,-6 7 0,6-5 1,-1 1 4,-1 0 0,5 3 0,-3-3 0,0-1-77,0 1 0,5 3 0,-1-3 1,1 1-6,-1 4 0,6-3 0,-3-1 0,2 1-2,3-1 1,0 1-1,-3 1 1,0-5-29,-1-4 1,6 6 0,0 0 0,-1-1 70,-3-1 1,-3-12 0,-2 7 0,-1-2 69,1 0 0,2 1 0,2 3 0,-2 1-14,-4 2 0,2 0 0,-5-5 1,0-1-24,0 1 1,4 0 0,-4 0 0,0-1-150,0 1 0,3-5 1,-3-1-311,2 2 0,1-3 1,6 1 248,0 3 1,0-6 0,-2 0 65,-4 0 1,4-6-1,-5 6 1,1-1 134,1-1 1,-1 5-1,6-3 94,0 2 1,-1-5-1,-1 2 1,-1 0-127,-3-1 0,1 7 0,6-1 1,2 3 1,2 1 0,0 1 0,-3 0 0,1 0-18,2-1 1,0-1 0,-5 0 0,-1 0-131,1 4 1,0-4-1,-1-4 77,1 2 1,0 2 0,0 0 0,-2-2-25,-4-1 0,2-6 1,-5 4 6,2-2 0,1 3 1,6-3 82,0 2 0,-6-4 1,1 4-1,1-2-33,2-3 0,2 3 1,0-2-20,-1-2 0,1 4 1,0-2-1,-1-1-45,1-2 0,-5-2 1,-1-2-1,2-3 36,2-6 0,2 3 0,0-3 1,-1 1 1,1 1 1,0-9 0,1 6 0,1 0 24,-2-2 1,8 0 0,-8-2 0,3 1 30,4-1 0,-6-5 0,4 0 0,-3 0-7,-3-2 0,6 2 1,0-3-1,-2 5 25,-1-1 0,3-4 0,0 3 0,0 2 8,2 1 1,-6-3-1,6 0 1,-2 0-8,0-1 0,5-1 0,-3-3 0,-1 3 0,1 0 0,3 11 1,-3-3-1,1-3-9,4-6 0,-5 10 1,0-7-1,-2 5 23,0 2 0,5-3 0,-3-3 0,-1-1 34,1 2 0,3 0 0,-5 0 1,-2-2 6,-1 2 0,3-1 1,0 1-1,-2-2-47,-2 2 1,-1 0-1,0 0 1,0-2-4,-1 1 1,-4-4-1,-2-2 1,-1-4-78,1-1 0,-5-1 0,1-1 1,-3-2-7,-2-2 1,0-5 0,-2 4 0,-2 0 36,-1-1 1,-5-4 0,3 2 0,0-1-11,0 1 1,-4-3-1,4-7 1,-2-3-38,-3-2 1,0 6-1,0-3 1,3 4 48,2 2 0,-4 0 1,4 0-1,1 1 18,-1 4 1,-4-1 0,4 4-1,0 1 11,0 0 1,-3 1 0,3 5-1,-2 1 50,-3 0 1,3-1-1,-2 2 1,-1 4 11,-2 5 0,4-1 0,-1 1 0,-1 0-37,-2-2 1,-2 4 0,1-4 0,-1 0-39,0-1 1,0 12 0,1-13 0,-1 3-6,0-1 1,1 4-1,-3-2 1,-1 3 69,-2 2 1,-5-4 0,3 0 0,-1 3 44,-4-1 0,3 11 0,-1-8 0,-2 1-38,-2 0 0,1 3 0,1 1 0,1-4 34,-1-5 0,-6 3 1,-3-3-1,2 3-75,2-2 1,-4-6 0,-1 3-1,-3 2 39,-2 1 1,3-3-1,-2 2 1,0 2 81,2-1 0,-1 8 0,6-8 1,-3 8-64,-2 3 0,5-4 0,-4 6 1,3 2-33,-1 1 1,-5-3 0,5-1 0,2 3 25,2 1 1,-3-3 0,-3 0 0,2 1-156,4 3 0,-7 2 1,9 3-1,-3 1-102,1-2 1,2-1-1,-1-2 1,3 0-74,2 0 0,-2 0 0,4 0 0,1 0-242,3 0 1,-2 5-1,2 2 1,2 4-1250,2 6 0,1 1 1741,0 8 0,0-21 0,1 1 0</inkml:trace>
  <inkml:trace contextRef="#ctx0" brushRef="#br0" timeOffset="1">24449 11034 7908,'-10'0'-95,"-1"0"0,-1 2 0,0 3 0,0 4 0,1 3 0,1 2 65,1 3 1,-3 3 798,6-5 1,1 1 0,5 0-1,0-1-580,0 1 0,7 0 1,4-2-1,4-2-243,6-2 0,-1-6 1,4 3-1,0-2 6,1 0 1,1 2 0,6-3 0,-3 3 36,-3 2 1,4-4 0,-5 4 0,1-2-6,0-4 1,-5 1 0,3-1 0,-1 2-10,-4-1 0,-1-2 0,-2-4 0,-1-2-51,1-1 0,0-11 1,-2 2-1,-2-1 39,-2-5 1,-4 1 0,2 2 0,-1-2-37,-3-2 1,-2-6 0,-2 6-1,0 2 51,0 2 0,-6 6 0,-2 3 0,-5-1 56,-4 0 0,-4 4 0,2-4 0,-4 2 49,-1 4 0,-3 1 0,-6 2 0,-2 0-30,-1 0 0,-1 0 0,4 0 0,0 0-16,1 0 1,-3 0 0,11 0 0,-1 0-216,4 0-326,4 0 1,10 0 0,5 2-1039,6 3 1542,8-3 0,3 12 0,10-6 0</inkml:trace>
  <inkml:trace contextRef="#ctx0" brushRef="#br0" timeOffset="2">25786 11128 7888,'-11'0'1162,"1"0"1,-1 0-613,-5 0 1,1 0-180,-1 0 0,0 2-112,1 3 1,4-1 0,2 6-290,2 2 1,2-3-239,5 2 1,2-3 0,1 5 0,4-5 58,2-1 0,2 0 0,4-3 0,3 1 99,3-2 0,-2-1 1,5-2-1,1 0-106,-1 0 0,-3 0 1,6-2-1,-1-1-3,-2-2 0,6-6 0,-6 6 0,1 0 168,-4-2 0,0 3 0,-4-4 0,-3-1 86,0 0 0,-5 0 0,0-3 1,-2 2 43,-4-3 1,-3 0 0,-5-5 62,-6-3 0,-8 7 0,-4-5 0,1 1 64,-1 6 1,-5-2 0,2 7 0,-2 0-199,2 0 1,-4 2-1,4 5 1,-4 4-107,-1 6 0,4-5 0,1 11 1,0-2-37,2 0 0,1 7 0,7 0-1162,0-2 1296,1-1 0,6-3 0,2 1 0</inkml:trace>
  <inkml:trace contextRef="#ctx0" brushRef="#br0" timeOffset="3">24276 10955 7953,'-5'-10'-603,"-2"1"0,-2 2 3558,-3 4-2885,5 1 0,0 0-17,7-3 1,2 3-1,3-5-80,6 0 0,-4 4 1,0-6-1,0 0 76,3 0 0,4 3 0,2-7 0,-1 1 0,1 5 1,7 2-1,1 1 1,3-1-49,-1 2 0,0 1 0,5 2 0,-1 0 10,-4 0 1,7-2 0,-3-1 0,0-3-198,0 3 1,3-1-1,-7 1 1,4-2-1,1 1 0,-5 2 1,-1 2-1,-3 0-54,-2 0 0,-3 6 0,-1 1 0,0 1-695,-1 5 935,-6 1 0,5 8 0,-5 3 0</inkml:trace>
  <inkml:trace contextRef="#ctx0" brushRef="#br0" timeOffset="4">25644 10971 7892,'-16'0'1335,"1"0"1380,6 0-2574,2 0 0,19-5-279,4 0 1,8-8-1,-3 1 1,0-4-100,2 1 1,-4-6 0,6 7 0,-3-4 93,-2 4 0,4-1 0,1 4 1,1-1 60,0 1 1,-5 4 0,3 7 0,1 0 18,-1 0 0,-3 2 1,4 2-1,-3 1 105,-2-2 1,1 6 0,-2 0 0,-3 1 73,-2 1 1,3-8-1,-7 4 35,4 0 1,-3-5 0,-1 3 26,3-3 0,-5-4-261,3-3 0,-8 2 0,4-8-893,0-1 0,-5 3 976,3-1 0,-3-1 0,-2-5 0</inkml:trace>
  <inkml:trace contextRef="#ctx0" brushRef="#br0" timeOffset="5">25157 11175 7836,'-7'-14'0,"-2"2"0,-1 3 0,-1 1 847,-1-1-259,5 5 1,0-4 161,7 3-554,0 3 0,0-3 0,2 8-229,3 2 0,-3 13 0,5-3 0,-2 5 32,0 2 1,0 3 0,-5 6 0,0 2-37,0 4 0,0 3 0,0 9 0,-1 0 43,-5-2 0,3 0 0,-6-6 0,0 4 23,1-1 1,2-2 0,-2-8 0,1 3 15,3-2 0,2-12 0,2-4 0,0 0 1,0-1 1,2-1-98,3-1 1,4-2-1,7-4 2,0-4 1,-1 1 0,1-2-1,0-2-156,-1-1 0,1-2 0,0 0 1,0 0 119,-1 0 0,6 0 0,0-2 1,-1-1 40,-3-2 0,-1-6 0,-1 4 1,1 0 10,0 0 0,0-5 0,-1 3 0,1 0 71,0 4 0,-1-2 1,1 2-1,0 0 39,0-2 0,-1 3 0,1-5-65,0 2 1,-6 2 8,1 5 0,-8-7 1,3 6-1,-12-8-23,-4-3 1,-2-4-1,-2-12 1,1 3-83,1 3 0,-5-6 1,6-2-1,-3-5 27,-2-2 1,1-10 0,-1 11-1,0-8-14,1-3 1,4 1 0,2 3 0,1 1 94,-1-2 1,5 4 0,-1 0 0,3 3 102,2 8 1,0 4 0,0 9-170,0 1 1,2 6 0,2 5-153,1 8 1,0 5-1,-3 6 1,1 1 43,3 0 0,4 5 150,-5 0 0,8 7 0,-5-4 0</inkml:trace>
  <inkml:trace contextRef="#ctx0" brushRef="#br0" timeOffset="6">24779 12260 7840,'-5'-11'456,"0"1"688,0 6-1017,5-3 1,1 16 0,5 3-74,4 2 1,4 0 0,2-10 0,0 5 14,-1 5 1,1-9 0,1 7 0,3-3-2,1 1 0,5-1 0,-3 0 0,-1-1-24,1 1 1,5-2 0,-4 5 0,3 1-5,-1-6 1,-7 1-1,4-1 1,-1 0-146,5 0 1,1 0 0,-2-3 0,-3 3-15,-1 1 1,1-2 0,5 2-1,-2-1 72,2-3 0,-3-2 0,-1-2 0,0 0 35,1 0 1,-6-6 0,4-1 0,-2 0-17,0 0 1,0-3 0,-4 3-30,4-2 0,-2-1 0,6-4 0,-4 2-124,-7 1 1,1 2 0,-4-3 53,3 2 0,2 1 0,-2-3 87,-4 1 0,-1 1 0,-6-6 57,3 0 1,-1 1-1,-7 1 76,-3 3 1,1 2 0,-6 6-1,-1-4-14,3-2 0,-6 0 0,1-3 0,-4 4-53,-4 1 0,-2 0 0,2 3 0,-5-1 46,-4 1 1,-1 3 0,-2 1 0,-2 0-14,-2 0 0,-5 0 0,4 1 1,-2 3 193,-4 1 0,-1 0 0,-3-1 0,3 3 51,3 3 1,-2 4 0,6-9-1,-1 4-16,1-2 1,7-7 0,6 7 0,2-2-5,4 1 0,3 1 0,4-4-394,2 2 1,6 2-674,-1-1 1,10-5 0,6 3-1,3-6-818,1-3 0,8-11 1601,3-5 0,-3 4 0,0-13 0</inkml:trace>
  <inkml:trace contextRef="#ctx0" brushRef="#br0" timeOffset="7">23569 9824 7947,'0'-25'112,"-2"4"1,-1 9 0,-3 2 2,3-3 0,1 8 0,2 5-95,0 9 1,-5 5 0,0 3 0,1 4 81,2 5 0,-3 9 1,-2 5-1,-2 6 13,-3 8 0,0-7 0,0 0 0,1 0 26,-1 4 1,-4-2 0,-3 5 0,-2 0 24,2 4 1,1 7 0,3 6 0,1 4-12,3-5 1,2 16 0,6-8 0,-2 6-120,3-40 1,0 1-1,2 1 1,0 1 0,2-3-1,0 1 1,1 0 0,1 1 2,0-1 1,0 0 0,3 9-1,2-1 1,1-6 0,1-1 0,0 2-1,-1 1-88,1-1 1,1-1 0,-1 0 0,1 0 0,1-3 0,1-1 0,-1 0 0,1 0-107,14 35 0,-4-4 0,2-6 0,0 3 49,-1 1 0,-2-6 0,-8-10 1,1-5 77,0 0 1,-6-2 0,1-8 0,-1-4 2,-1-4 0,3-3 1,-5-2-1,0-4 0,0-1 0,4-2 0,-4-5 0,0-1-51,0 1 1,5-2-1,-2-3-49,4-6 1,2-3 0,0-2 15,-1 0 1,1-7-1,-2-4 1,-2-3-81,-1-2 0,-6 3 0,4 0 0,-2 3 189,-4-2 0,-1-2 0,-2-2 0</inkml:trace>
  <inkml:trace contextRef="#ctx0" brushRef="#br0" timeOffset="8">23474 10044 6653,'-7'-16'0,"-1"0"886,-1 1 0,2-1 0,7 0-647,0 0 0,0-6 1,2-5-1,3-2-73,5-3 0,4 1 0,2-1 0,0 1 12,0 0 0,5-8 0,1-1 0,3-2-277,3 0 0,1 0 1,3-5-1,1-2 12,4-3 1,-2 1 0,7-5 0,-1 2 60,0 4 1,4-1 0,-3 2 0,3 0-7,3 4 0,-1 3 0,2 0 0,0 5 46,-2 4 1,3 9 0,-9 3 0,-1 5 7,-4 5 0,-2 4 0,-3 7 0,-1 0 51,-4 0 1,4 6 0,-4 1-1,4 0-1,1 0 1,1 3 0,1-5 0,2-1-17,1-2 0,6 3 0,-3 0 0,1-1 6,4-3 1,-4-1 0,3 0 0,3 0-16,-1 0 1,11 0 0,-9 0 0,2 0-63,0 0 1,2 0-1,-1 0 1,-1 0 9,2 0 1,-2 0 0,-4 0-1,-1 0 6,0 0 1,10 7-1,-5 4 1,1 1-97,-1-2 1,7 3 0,-7-6 0,4 0 137,1 0 0,3-2 0,-4-3 0,-3 1 102,-1 2 0,4 2 0,-1-3 0,-1 3 154,-2 2 0,-4 1 0,-1 7 0,-2 3-17,1 1 1,-4 7 0,-1-2-1,-1 5-241,0 6 1,5 5 0,-6 10 0,-1 6-371,-2 3 0,4 2 0,2 1 1,-1 1 88,0-2 1,-1 9-1,-4-6 1,1 6 64,-3 3 1,-13-33 0,-1 1 0,9 38 0,2 2 122,-14-40 0,-2 0 1,0 1-1,-1 1 0,5 42 1,-9-42-1,0 1 123,-2 2 0,0 0 0,2 1 0,-2 0 0,-2-3 0,0 1 0,-1-3 0,1 1 95,4 38 0,-5 1 1,5-3-1,-2-6-53,0-4 1,2-3-1,-3-3 1,1 1-101,-2 2 1,4 6-1,0-6 1,0-2-208,0-1 1,5-4 0,-1-2 0,1-1 113,-1 1 1,3 1 0,-4-1 0,4-1-114,2 1 1,-6 1 0,-1-1-1,0-1 79,0 1 0,-6 2 0,2 0 1,-3-1-25,-2-3 1,0-1 0,0 4 0,-2-5 172,-3 0 0,-2 2 1,-5-4-1,1-1 78,-1 2 1,-4-5-1,-3 5 1,-4-1-83,-1-1 0,3-1 0,-5-8 1,-2-3 34,-2-1 0,-1-10 0,-1-9 0,1-6-222,-1-4 1,-1-6 0,-2-3 0,-1-9-238,1-13 1,8-4 0,6-6 0,6-6 392,4-1 0,4-22 0,7 3 0</inkml:trace>
  <inkml:trace contextRef="#ctx0" brushRef="#br0" timeOffset="9">18270 9321 8332,'-7'-18'269,"-2"-3"1,-6 14 0,-1-3-85,0 5 1,1 3-1,-3 2 1,-1 2-27,-2 3 1,-7 5-1,4 9 1,-3 4 31,1 2 1,0 3 0,-6 8-1,3 8-59,3 7 0,-2 4 0,7 8 0,1 7-142,3 14 1,3-9 0,7-29 0,2 1 0,-4 35 62,2-2 1,2 2 0,5-7 0,0-7-68,0-10 0,5-9 0,2-7 0,2-7-25,3-7 1,0-6 0,0-6 0,-1-2 22,1-3 1,2 1-1,2-7 1,0-1 3,-1-3 0,3-6 0,1 0 0,4 0-42,1-2 1,1 3 0,3-5-1,-2 1-206,2-1 1,1-2 0,3-4 0,-1-1 60,1 0 0,-1-5 0,1-3 0,-3-2 107,-2-2 0,7-6 1,-2 8-1,-1-3-10,-3-3 0,6 1 0,-7-1 0,1 3 99,2 2 1,-2-1-1,0 8 1,-4 0 146,-1 3 1,-2 8 0,-5 4-1,0 3-8,-1 2 1,1 0 0,2 4 0,1 3 4,2 3 1,0 6-1,-4-11 1,4-1-67,5-3 1,-1-1 0,1 0 0,2-1-159,2-5 1,-1-2 0,-1-8 0,-2-3 91,2-8 1,2 8 0,2-7 0,-1 5-58,0 0 0,1 4 0,1-8 0,2 2-29,2 3 0,5-8 0,-6 15 0,1-1 131,1-5 1,-4 5 0,4-3 0,-1 6 147,-1 4 1,1-3 0,-5 5 0,-1 1-98,0 2 0,-1 2 0,-2 0 1,-2 0-2,2 0 1,2-5-1,0 0 1,-2 1-11,-2 3 0,0 1 1,5 0-1,3 0-144,2 0 0,-1 1 1,5 3-1,1 3 71,-1 2 0,0-4 1,4 4-1,-4-1 1,-2 1 1,4 1-1,-5 6 1,-2 0 4,-2 0 0,-3 6 1,-2 5-1,-4 2 53,-1 3 0,-2 6 0,-5 4 0,-1 5 148,1 6 1,-7-3 0,-2 8 0,-2-1-155,0-1 0,0 4 0,-5-6 0,2 0-36,3 0 0,2-1 0,6-5 1,-3 1-106,2-2 1,4-3-1,3-11 1,2 1-66,-2-3 0,4 2 0,0-12 0,0-3 13,-1-6 0,5 0 0,-5-7 0,1-1 40,0-3 1,-1-1-1,-2-1 1,1-5-23,-2-4 0,-2-9 0,-1-7 1,-2-8-49,-4-9 0,4-11 0,-5-1 1,2 0 21,-1-5 0,-1-4 1,1-3-1,-4 4 79,-5 2 0,5-3 0,-1 6 0,-2-1 70,-1 1 1,-2-1-1,-2 4 1,-1 1-30,-2 0 0,-6 4 0,4 6 0,-2 2 204,-3-2 1,-2 6 0,-3-1-1,-4 3-139,-6-1 0,-2-5 1,-4 4-1,-2-1 9,-2 1 1,-10 1 0,1 6-1,-3 1 30,-6 4 0,-3-2 0,-3 7 0,0 2-7,-4 1 0,-12 4 1,0 2-1,-1 3-119,-4 2 0,36 4 0,-1-1 1,0 3-1,0-1 0,-2-1 1,0 1-37,-2-1 0,-1 2 0,-4 3 1,0 1-1,3 2 0,1-1 0,0 1 1,-1 1-31,-1-1 0,-2 0 0,-1 0 0,-1 1 1,1 1-1,0 1 0,2 0 0,0-2 79,1 0 0,0-1 1,-1-1-1,0-1 1,5-3-1,0 0 1,1 0-1,-1 0 10,-1 0 1,0 0 0,6-1 0,0 0 0,-2-1 0,1-1 0,-40-6 168,10 0 0,-1-3 1,9 7-1,3 1-250,6 3 1,8-5-1,12 1 1,10 2-451,4 1 1,6 4 536,9 3 0,8 7 0,7 4 0,0-4 0</inkml:trace>
  <inkml:trace contextRef="#ctx0" brushRef="#br0" timeOffset="10">18396 12386 8291,'-24'-7'0,"1"5"0,5-3 0,-1-1 0,-2-1 0,4-5 0,4 0 0,-7-7 0,2-6 0</inkml:trace>
  <inkml:trace contextRef="#ctx0" brushRef="#br0" timeOffset="11">18192 12103 8291,'7'-16'0,"-4"-1"0,6-3 0,0-1-446,-1 2 1,-4 2 0,1 1 0,-3 0 382,-2 1 1,0-6 0,0 0 293,0 1 1,0 6-1,0 0 181,0-3 0,2 3 212,3 4-378,-4 6 1,8 4 0,-5 12-82,1 8 1,0-1 0,-3 5-1,1-1-59,3-4 1,4 11 0,-3 1 0,2 4 7,3 4 0,-3-5 0,1 8 1,1 2-17,-2 1 0,5-4 0,-6-3 1,3-1-15,-1-1 1,-1 6 0,3-5 0,-1 0-75,1 1 0,-3-6 0,1 2 0,1-2-56,-3 1 0,6 0 1,-3-5-1,3-3-48,1-3 0,1 5 1,0-6-1,0-2 38,-1-2 1,6-1 0,2 0-1,0-1 27,-1 1 1,1 0 0,-4-1 0,4-1 39,2-3 0,-1 3 0,4-4 0,-4 4 27,-1 2 1,5-5-1,-3-1 1,1 1-13,0-3 0,-2 6 1,4-5-1,-3 1-24,-2 1 0,4-1 1,0 6-1,1 0-11,-2 0 1,4 4-1,-6 3 1,0 0-30,-3 0 0,2 1 1,0-1-1,0 3 20,-1-3 0,1-4 0,-4-5 0,2-4-6,-2-4 0,4 2 1,0 1-1,0 0 8,-1-4 0,1-3 1,-4-2-1,4 0-16,1 0 0,-4 0 0,2 0 0,-1-2-45,0-3 0,0 3 1,-3-3-1,1 3 2,2 2 1,0-5-1,-6 0 1,3-1 56,3-1 1,-4 2 0,4-7-1,-3-2 0,-2 2 1,4 1 0,1-1-1,-1 1-6,-3-1 1,-1-2 0,1-1 0,3-1 18,1 0 1,-1 0 0,-4 1 0,0-1 3,0 0 0,-1-1 0,1-2 0,0-2 0,0 1 1,5 3-1,-1 1 1,1 1-2,2-1 1,-4 5-1,8 1 1,-1-1-7,-2 3 0,4-5 1,-5 6-1,0 0-1,-1 0 0,-1-3 0,-3 3 0,1 0 7,2 0 0,0-3 0,-5 4 0,-1 1 2,1-2 0,0 4 0,0-6 0,-1 2-100,1 3 0,0 1 1,-1-1-1,1-3 13,0-1 0,5-3 0,2-5 0,-1 1-138,1-1 1,0-5 0,-4-3 0,2-4 23,-2-6 0,-1-6 1,-3 0-1,1-2 32,0-1 1,-6-6-1,-1 5 1,0-3 37,-1 0 0,1-7 1,2 10-1,-6 2 149,-3 2 1,-1 0-1,3 5 1,1 3 208,-1 3 1,-3-10-1,-1 8-63,0-2 0,0-2 0,0 0 0,2 0-13,3 5 1,-3-3 0,5 5 16,0-2 1,2-8-136,6 12 1,1-9 95,0 14 1,-7 10 0,-2 25 54,0 11 1,-6-10-1,5 10 1,-6-2-27,-6-1 0,-2 3 0,-10 6 0,-1 1-103,-2 1 0,-7 5 0,0-10 1,-5 4-88,-4-1 1,-6 4-1,1-9 1,-2 2-110,2-2 1,-3 2-1,4-9 1,1-3-52,4-4 1,-1-8-1,4 1 1,5-3 88,3-2 0,4-2 0,6-1-65,-1-3 0,7-1-104,4 2 0,5 3 0,7-3 0,7 5 272,5 5 0,2 4 0,-5 7 0</inkml:trace>
  <inkml:trace contextRef="#ctx0" brushRef="#br0" timeOffset="12">6840 6570 8570,'-7'7'0,"-4"-5"0,-3-4-72,-1 4 0,-1-2 199,0 5 1,7-5-33,4-5 1,5 3-1,4-5 97,1 0 1,7 9-1,-1 0-64,3 6 0,-4 13 0,-1-5 1,0 5 4,-1 9 0,-2 10 0,2 2 1,-1 5-31,-3 5 1,3-3 0,-2 5 0,0-1-144,2-1 0,-3 6 0,6-4 1,1-4-34,-3-6 1,6 14 0,-3-16 0,3-2-44,2-3 0,-1-6 0,3 0 0,1-1 7,2-4 0,2-5 0,-4-9 0,4-3-17,1-2 0,-3-2 1,3-3-1,1 2 55,-1 1 0,-3 2 0,4-4 0,-2 3 41,-4-3 1,3-1 0,1 0 0,0 1-14,0 2 1,3 8 0,-3-3 0,1 4 75,4 2 1,-4 1-1,1 2 1,-1 2-3,1-1 1,-4 4-1,3 2 1,-1 2 75,-4-2 1,0 4-1,1-4 1,0 4-93,0 1 0,1-6 0,-2-2 1,-2-3-49,3 1 1,-1-1 0,-3-8 0,-1-3-67,1-2 0,7-2 1,1-5-119,1 0 0,-3 0 1,-6 0-1,0-2 17,-1-3 1,1-4 0,0-7-1,0 2 47,-1 4 1,-4-4-1,-1 3 1,3-1-116,1 2 0,1 3 0,1 7 268,0 0 0,-1 7 0,1 2 0</inkml:trace>
  <inkml:trace contextRef="#ctx0" brushRef="#br0" timeOffset="13">8742 7922 8303,'0'-16'-403,"0"0"1,2 1 306,3-1 0,-1-7 0,6-1 1,1-2-14,-3-1 1,6 1 0,-3-4 0,5 1-13,5-3 1,-4 10 0,4-8 0,-2 4-237,2 1 357,-3 6 0,11-11 0,-4 6 0</inkml:trace>
  <inkml:trace contextRef="#ctx0" brushRef="#br0" timeOffset="14">9057 7372 8371,'15'-16'-2,"1"-5"1,0-3-1,0-4-285,-1-6 0,1 5 0,0 1 0,-1-4 240,1-3 0,5-3 0,2 1 0,0-3 69,-1 0 0,1 0 0,-4 3 0,2-1-60,-2 3 1,4-5-1,-2 12-45,-2 0 0,-1 3 0,-4 3 1,-2 6-79,-2 2 127,-6 7 0,3 3 0,-7 15 7,0 10 1,-2 10 26,-3 1 0,-4 10 0,-6-9 0</inkml:trace>
  <inkml:trace contextRef="#ctx0" brushRef="#br0" timeOffset="15">7940 6963 8342,'-10'0'0,"1"2"0,0 1 0,2 4 0,0 2 264,4 3 0,1 2 0,2 2-144,0 0 1,7-2-1,4-2 1,3-3-40,1-3 1,6 0 0,2-6-1,2 0 26,2 0 1,3 0-1,2 0 1,-1 0-7,1 0 1,4 0 0,1 1 0,0 5-68,1 4 0,-1 4 1,3 2-1,-7-2-188,-3-4 0,3 8 1,-7-8-1,2-3-260,-2-3 1,2-4 0,-7 0 0,0-4-250,2-6 1,-7-1 0,1-11 662,-5-1 0,-1 5 0,5-4 0</inkml:trace>
  <inkml:trace contextRef="#ctx0" brushRef="#br0" timeOffset="16">8082 7167 8342,'-30'9'-416,"4"-4"1,3-3 859,1-2 1,9 0-1,-2 0 236,1 0 0,7-2-623,1-3 1,6 2 0,6-8 0,4-1-52,4-2 0,2 3 0,1 3 0,4-1 36,5 0 0,2 0 0,2-1 0,0 3-190,3 0 1,2 5 0,-4-3-1,1 3 71,-1 2 1,6-1 0,0-3 0,-2-1-96,-2 1 1,3 3 0,1 1 0,-4-2 21,-5-3 0,2 3 0,-6-5 0,3 0 98,-1-4 0,-5 4 1,3 2 89,-1 3 1,-2-3-32,-5 0 0,-8 7 1,-2 8-1,-5 4 13,-1 2 0,-7 1 1,-3 3-1,-6 2-188,-5 3 1,4-1-1,-6 4 1,2-3 167,0-3 0,-7 13 0,4-2 0</inkml:trace>
  <inkml:trace contextRef="#ctx0" brushRef="#br0" timeOffset="17">13648 12307 8595,'-6'11'130,"1"-1"96,0-6 0,5 4 0,0-6-43,0-2-22,7 3 0,2-10 17,6 7 0,1 2 0,0 2-57,0 1 1,-2 2-1,-2-2 1,-2 4-62,3 0 1,1-2 0,1-7 0,1 0 3,0 0 1,1-2 0,2-5 0,4-11-24,2-11 1,-1 8 0,4-4 0,-2 6-2,2 7 0,2-4 0,1 6 0,-1-3-57,-4 3 1,2 3 0,-5 7 0,0 0-28,-1 0 0,-1 0 1,-5 0-1,0 0 69,-1 0 1,1 0-1,0 4-134,0 6 0,-1-7 0,1 8 68,0-8 1,-6 3 0,-1 1 0,0 0-164,-1 0 0,-2-2 84,4-5 1,-5-5-4,6-1 81,-8 1 1,3 10 0,-10 2 91,-1 2 1,-7-5 0,1 1 3,-3-3 0,-2 5 0,-1 1 0,-2 3 71,-2-1 0,-5 4 0,3 4 1,0-3-23,0 5 1,-3-12-1,5 5 1,0-5-23,-1 3 1,2-4 0,-4-2 0,1-3 62,4-2 0,-5 0 0,-1-2 0,-1-1-153,0-3 0,5 1 1,-5 5-1,-2 0-7,-2 0 0,0-7 1,2-2-1,4 1-5,1 2 1,-5-6 0,4 2 0,-1 3-15,4 3 0,-2-1 1,1 0-1,-1-1 165,0 0 0,2 4 0,6-5-55,-1 0 1,2 3 0,2-4-48,1 1-4,8 1 1,-4 5-306,7-5 0,2 5 0,3-5 244,5 5 0,4 1 1,4 0-1,1 0 35,2 0 1,2 0-1,-4 0 1,4 0 2,1 0 1,2 1 0,7 3 0,2 1 37,2-1 0,5 8 0,-2 0 0,4-1-50,5-3 1,1 3-1,-1-6 1,4 0-442,4 2 0,4-5 0,4 1 452,3-6 0,4-13 0,6-8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1.698"/>
    </inkml:context>
    <inkml:brush xml:id="br0">
      <inkml:brushProperty name="height" value="0.053" units="cm"/>
      <inkml:brushProperty name="color" value="#FF0000"/>
    </inkml:brush>
  </inkml:definitions>
  <inkml:trace contextRef="#ctx0" brushRef="#br0">17358 4464 8061,'-7'-9'338,"-3"4"1,3 5 385,2 5 0,5-3 0,5 3-475,5-3 0,4-4 1,4-3-1,1-4-122,2 0 0,5-5 0,-3 2 1,1-5-175,4-4 0,2-7 1,1 3-1,1-1 70,-1 0 1,1 0 0,-1-6-1,-1 1-7,-4 0 1,2-4-1,-5 1 1,-1 5 34,1-1 0,-2 0 0,-5-1 0,0 1-244,-1 4 1,-4-4-1,-1 4 1,1-4 157,-3-1 1,-1 1-1,-5 4 1,2 3 66,1 1 1,2 1 0,-4-2 0,3 7 133,-3 2 0,4 6-72,-2-3 1,2 8 0,-3-1-72,1 8 0,2 3 0,-3 5 1,1 0-32,-2 6 1,4-3 0,0 6-1,0-3 52,0-3 1,6 3-1,-3 1-18,4 2 1,2 9 0,-1-4 0,1-2 145,0 3 0,3 13 0,0-5 0,-1 0-117,1 1 1,0 4-1,-3-3 1,0 2-44,-1 4 1,1-3 0,0 9 0,0-7-8,-1-3 0,6 1 0,2-7 0,1-3-389,4-1 0,2-6 0,1 0 1,1-4-204,-1-3 0,8 1 0,1-12 1,2-1 48,0-2 0,0-8 0,7 1 538,3 2 0,-3-13 0,5-2 0</inkml:trace>
  <inkml:trace contextRef="#ctx0" brushRef="#br0" timeOffset="1">16981 5863 8016,'-7'-9'1008,"5"2"1,-7 7-549,4 0 1,3 7-293,-3 3 0,9-1 1,3 2-1,1-1 39,5-1 1,1-2 0,1-7 0,1 0-311,0 0 1,5 0-1,2-2 1,1-1 63,4-3 1,2-8 0,1 0 0,-1-5 55,-4 0 0,4-9 0,-6 4 0,2 3-23,1 1 1,-8 14 0,2-10 0,-4 0-12,-1-3 1,0 7 0,-1-6 0,1 1 28,0-2 1,0-9-1,-1 1 1,1-1-32,0 2 1,-1-5-1,1 1 1,0-3 110,0 3 0,1 1 0,2 6 0,2 0 67,-2 0 1,-1 8 0,-2 4-143,-1-1 0,1 3 1,0 1-1,0 1-1,-1 3 1,1 2 0,0 2-19,-1 0 1,1 0 0,2 0 0,1 0-38,2 0 1,0 0-1,-4 0 1,2 0-7,2 0 1,0 2 0,-3 2 36,3 1 0,2 2 0,3-2-3,-5 5 1,-4-1 0,-1 2 0,-2 1 81,-4 2 1,4-2 0,-3 2 0,1 4-15,-2-1 1,4 2-1,-3 0 1,1 4-12,-1 2 0,3-4 0,-4 5 0,2 2-34,-1 1 0,3-1 1,-2 0-1,4 0-8,-1-5 0,10-2 0,-9 0 0,1 3-7,1 1 0,3-3 0,0-6 0,-1 0-7,3 0 1,-4-1 0,6 1 0,-1-2-151,1-4 0,-1 3 0,4-6 0,-2 0 58,2 0 0,0 3 0,0-5 0,-2 1-345,2 1 1,2-7 0,3 1 0,0-6-365,-1-4 811,3-1 0,-11-6 0,8 0 0</inkml:trace>
  <inkml:trace contextRef="#ctx0" brushRef="#br0" timeOffset="2">16541 7293 7924,'0'23'994,"0"-11"-688,0 4 0,7-11 1,3 0-52,4-3 1,2-9-1,0-4-71,-1-2 0,1-8 0,2 0 0,1 1-73,2 3 1,5-9 0,-5-4-1,-2-3-228,-1-7 0,3 1 0,-1-1 0,0 0 72,-3 0 1,-1 5-1,0-2 1,-1 4 48,1 2 1,0-4 0,-2 1 0,-2 6-36,-2 4 1,-1-2 0,3 5 0,-3 0 195,-2-2 0,0 11 1,-3-4 53,1 2 0,2 0 39,-2-1 1,-3 4-163,3 1 0,-3 13 1,0-1-1,1 3-35,2 0 0,2-3 0,-3 14 0,1 5-118,-1 2 1,3 4 0,0-6-1,1 0 20,4 2 0,1 3 0,-1 7 0,-2-1 0,3-8 1,1 6 0,1 0 0,1 1 27,0 4 0,5-2 0,0-3 0,-2-2-12,-2 0 0,6 5 0,3-9 1,2 3-78,-2-1 0,4 0 0,-5 4 1,1-6-121,0-8 1,-2 0-1,4-6 1,-1 2-1371,1-1 1588,1 3 0,3-5 0,-1 6 0</inkml:trace>
  <inkml:trace contextRef="#ctx0" brushRef="#br0" timeOffset="3">7170 4794 8101,'-7'-9'-315,"4"2"0,-8 7 0,-1 0 1,-2 0-1,-2 0 2937,0 0-2110,8 0 0,-1 0-391,4 0 1,3 7 0,-3 5 0,3 8-49,2 6 0,0 14 0,2 16 1,1 19-19,0-31 0,-1 3 0,4 17 1,-1 5-1,-1 6 0,-1 3 1,0-18-1,-1 1 0,2 2-27,0 5 1,0 1 0,0 3-1,0 12 1,0 3 0,0 1-1,-1-19 1,1 0 0,0 1-1,-1 1 1,1 3 0,-1 0 0,0 1-1,1 1-246,0 4 1,0 0 0,1 2 0,-1 1 0,2 3 0,0 2 0,1 1-1,-1-1 1,0-3 0,0 1 0,0-1 0,0 1 0,1-1 0,-1 0-1,1 0 1,0 0 110,-1 0 1,1 0 0,0-1 0,1 1 0,1 3 0,0 0 0,1-1 0,0 0-1,-2-8 1,1-1 0,-1 0 0,0-1 0,1 0 0,0 0 0,0-1 0,1 0 63,-1-4 0,1 0 1,-1 0-1,1 0 1,1 3-1,-1 1 1,1-1-1,-1-2 1,3 12-1,-1-1 1,0-2-1,-1-4 1,0 0-1,0-2-55,-1-3 1,-1-1 0,0-2 0,0-4 0,1-2 0,-1-2 0,2 20 0,-1-3 0,0-6 0,-1-3 151,0-7 0,0-2 0,-2-4 0,1-2 0,0-9 0,0-3 1,6 32 258,-3-12 0,1-16-313,-7-10 0,7-11 0,-3-3 0</inkml:trace>
  <inkml:trace contextRef="#ctx0" brushRef="#br0" timeOffset="4">7249 4841 9520,'17'-2'-20,"4"-3"1,5 3 0,11-1 0,5 6 0,5 10 0,7 4 0,9 7 0,9 4 286,5 6 1,-38-15 0,2 2 0,2-1-1,1 0 1,4 1 0,0 0-330,3 1 0,1 0 0,7 2 0,1-1 1,-3-4-1,0 0 0,2 0 0,1 1-289,0-1 0,0 0 0,4 2 0,1 0 1,3-2-1,1 0 0,-2 0 0,0 1 334,1-1 0,0 0 0,4 0 1,0-1-1,-4-2 0,0 1 0,-1 0 1,0 1 204,1 0 1,1 1-1,4 0 1,0 0-1,-2-1 1,0 1-1,-1 0 1,0 2-20,-4-1 1,0 0-1,6 3 1,0-1-1,-6-1 1,-1 0-1,-1 2 1,1 1-266,3 2 0,-1 1 0,-6-2 0,0 1 0,0 2 1,0 1-1,-3 0 0,-1 0-144,-1-2 0,-2 2 0,0 3 0,-3 2 0,-4-3 0,-1 1 0,-1-1 0,-1 1 240,-1-2 0,0-1 0,0 2 0,-1-1 0,26 24 0,-1-3 0,-3-6 0</inkml:trace>
  <inkml:trace contextRef="#ctx0" brushRef="#br0" timeOffset="5">8066 11615 8471,'-16'0'0,"-5"-5"0,2-2 0,4 0 0,4-1 0,4-1-51,4-3 1,3 3 0,5-2 0,7-1 393,7-2 1,7-2-1,11 1 1,5-3-150,4-3 0,18-3 0,10-11 0,-33 15 0,1-2-43,7-3 0,0-2 0,4-3 1,1 0-1,4-3 0,1 0 1,2-2-1,2 0-216,1-1 0,1-1 0,9-7 0,1 0 1,-2 3-1,0 0 0,2-2 0,-1-1 119,1 0 1,0-1 0,-1 1 0,1-1 0,-24 13 0,1 0 0,0 0 0,0-1 0,0 1 0,0-1-85,0 0 0,1 0 0,1-1 0,-1 0 1,1-2-1,-1 2 0,-1 1 0,0 0 0,0 1 1,24-15-1,0 1-127,-3 3 0,0 1 1,-1 2-1,-2 1 0,-2 2 1,-2 1-1,-1 2 0,-2 1 18,-1 3 0,-2 1 0,-7 4 0,-1 3 0,0 3 0,-1 1 0,-4 1 0,-1 1 58,-3 0 1,-1 1 0,44-10-1,-18 6 1,-5 7-115,-9 6 0,-3-1 1,-14 2-1,-4 2-240,-5 1 1,-11 2 28,-6 0 1,-8-7 405,2-3 0,4-4 0,0-2 0</inkml:trace>
  <inkml:trace contextRef="#ctx0" brushRef="#br0" timeOffset="6">11572 6759 8368,'0'-25'-300,"0"3"1,0 6 0,0 0 0,0 0 0,2 1 0,2-1 944,1 0 0,2 2 0,-4 2-61,3 2 0,-1 4-270,-5-4 1,0 8 0,0 2 0,0 11-121,0 8 1,0 7 0,0 12 0,0 8-25,0 4 1,0 17 0,0 3 0,0 8-78,0 6 0,2-36 0,1 0 0,1 1 0,1 0 1,0 3-1,2 1-41,1 2 0,1 1 0,2 4 0,-1-1 0,0 0 0,0-1 0,0 1 0,1-1-106,-2 1 1,1-1 0,1 3 0,1 1 0,-2-2 0,0 0 0,1 2-1,-1 0-4,2 1 1,-1 0-1,-2-4 1,0-1-1,1-2 1,1 0-1,-2-4 1,-1-1-345,0-3 0,0 0 1,-1-3-1,0-1 1,5 29-1,-2-7-405,3-6 0,-5-13 0,1-10 1,0-6 806,0-5 0,-6-7 0,2-3 0,-3 3 0</inkml:trace>
  <inkml:trace contextRef="#ctx0" brushRef="#br0" timeOffset="7">5629 5988 8498,'-21'-15'0,"-2"1"0,-1 2 0,-4 3 0,-2 2 0,-1 3 0,-2 1 5,-4-2 0,2 3 0,-7-3 1,-1 3 31,-3 2 1,-8 0-1,-4 0 1,-3 2 106,-2 3 1,-5-2 0,-3 10 0,-5 4-89,-4 8 1,37-11 0,-1 1-1,0 1 1,0 1 0,0 1 0,-1 1-60,0 1 0,-1 2 1,-5 3-1,-1 2 0,3 1 1,0 0-1,-2 2 1,-1 0-17,0 1 1,0 1-1,3-3 1,2 1 0,-2 5-1,1 1 1,3 1 0,0 0 75,-1 2 1,1 0-1,2 3 1,0 0-1,1 0 1,0 0 0,2 2-1,2 1 52,1 1 0,0 1 1,0 4-1,1 2 1,3 0-1,3 1 1,2-1-1,2 1-66,2 0 1,2 0 0,3-1-1,2 0 1,3 1 0,2-1-1,1-1 1,1-1-4,0 0 0,2-1 1,3 1-1,1 0 1,1-3-1,1 1 0,1 1 1,0 0 52,1-1 0,0 0 1,3 4-1,1 2 0,1 0 1,-1 0-1,1 1 0,1 0-33,-1 0 0,0 0 1,0 1-1,1 1 1,2 1-1,1 1 1,0-1-1,1 0-10,0 0 1,1-1 0,3 5 0,0-2-1,0-5 1,0-2 0,2 1 0,1-1-99,1-3 0,1-1 0,4 1 0,3-1 1,-2-6-1,3-2 0,1-2 0,3-2 112,3 0 1,2-2-1,-2-2 1,2 0-1,1-3 1,3-1 0,1-1-1,1 0 75,4-2 1,1-2 0,5-1 0,1-1 0,0-1 0,0-2 0,2-2-1,1-1-95,-2-2 1,2-2 0,3-4 0,0-2 0,-3-4 0,-2-1-1,3-1 1,0 0-38,2 0 0,-1-2 0,-2-4 1,0-3-1,3 0 0,1-3 1,-2-1-1,1-2-39,-2-2 1,1-1 0,4-2-1,0-1 1,-6 1 0,-2-2 0,2-2-1,0-3-93,0 0 0,0-2 0,1-2 0,-1-1 0,1-2 0,0 0 0,-1 0 0,0-1-37,1-1 1,-1-1 0,-1-1 0,-2-1-1,0-2 1,-1-1 0,1 0 0,-1 0 71,0-1 0,-1 0 0,3 0 0,-1-1 0,-3 2 0,-1 0 0,0 0 0,-2 0 67,-1 2 1,-1 1-1,-2-2 1,-2-1 0,-3 5-1,-1-1 1,-1 1 0,0 0 9,-1 0 1,0-1-1,-4-2 1,-1 0-1,-3 1 1,-2 0 0,0-1-1,-3-2 139,0 0 0,-2-2 1,0-2-1,-1-1 1,-4 2-1,-2-1 0,-1-1 1,-2-2-69,-1-1 0,-2-1 0,-3 0 0,-3 0 0,2-2 1,-2-1-1,-3 2 0,-1 1-99,-4-1 0,-2-1 0,-4-6 0,-2 1 0,-4 1 0,0 0 0,-1-2 0,-1 1-48,0-2 1,-1 1-1,-3-1 1,-1 1-1,-1 1 1,0 0-1,-1-1 1,0-1 48,-1-1 0,-1 1 0,-3 5 0,-1 2 0,-2-2 0,-1 1 1,-2 3-1,-3 1-80,-2 1 0,-2 1 0,-5-2 0,-1 2 0,-1 5 0,-1 2 0,-1 1 0,-2 1-59,0 3 1,-1 1 0,-5-3-1,-2 0 1,2 1 0,-1 1 0,-1 1-1,-1 1-130,0 2 1,-1-1 0,0 0-1,0 1 1,2 4 0,0 0 0,1 0-1,1-2 98,-2 0 1,0-1-1,4 3 1,0 2-1,3 0 1,1 3 210,1 2 0,0 1 0,2 2 0,0 1 0,1 1 0,1 2 0,2 2 0,0 1 0,2 3 0,0 0 0</inkml:trace>
  <inkml:trace contextRef="#ctx0" brushRef="#br0" timeOffset="8">20707 7120 7638,'-7'-16'-91,"-3"1"0,-2-1 0,-1 0 0,5 1 0,1-1 0,1 0 745,-1 0 0,7 2-353,0 4 1,2 3-1,9 9 1,-1 6-363,-1 13 0,5 14 0,-5 28 1,-1 23 114,-5-32 0,-1 4 0,0 12 0,-2 3 0,0 7 0,0 2 0,0 3 0,-2 1 63,0 3 0,-1 0 1,1-27-1,-1 1 0,0-1 1,-2 2-1,0 1 1,1-2-1,-1-1 0,1-1 1,0 0-171,-1 24 1,0-1 0,3-3 0,0-1-1,0-8 1,-1-1 0,2-3 0,0-1-30,1-5 0,0 0 1,3-5-1,1-3 0,2-7 1,1-3-1,10 40-324,4-9 0,0 2 0,-4-19 0,3-6 406,1-7 0,-2-6 0,-9-8 0,-3 1 0</inkml:trace>
  <inkml:trace contextRef="#ctx0" brushRef="#br0" timeOffset="9">20754 6979 8405,'-8'-16'0,"-5"6"0,8-1 0,2-1 0,3 0 0,7-1 116,8 3 0,22-8 0,17-8 1,13-5-69,11-6 0,-30 18 1,2 0-1,6-4 1,2 0-1,2 1 1,2-1-30,3-1 1,3-1-1,7-4 1,2 0-1,3 1 1,2-1-1,-26 9 1,0-1-1,0 1-190,-1-1 1,1 0 0,1 0 0,4-2-1,1 1 1,0-1 0,-1-1 0,1 1 0,0 0-1,0-1 1,0 1 0,1 0 167,0 0 0,1-1 0,-1 1 0,1 0 0,0 1 0,-1-1 0,-3 1 1,0 0-1,0 0 0,-1-1 0,0 0 0,-1 0-41,-1 1 1,0-1 0,0 0 0,3-2-1,0 0 1,-2 0 0,16-5 0,-3 1 0,1 0-1,-2 0 8,-2 1 1,-2 0 0,-4 2 0,-1 2 0,-5 2 0,0 2-1,-7 1 1,-1 1-63,-2 1 1,-3 1-1,34-14 1,-9 2-1,-6 4 56,-10 1 1,-3 4-1,-16 7 1,-5 3-103,-3 2 0,-4-3 1,-8 6 143,-2 6 0,-4-2 0,-7 7 0</inkml:trace>
  <inkml:trace contextRef="#ctx0" brushRef="#br0" timeOffset="10">21163 9729 8236,'-16'9'-50,"6"0"1,1-4-1,4 6 1,7 1 0,8 0-1,9-2 434,8 3 0,15-5 1,8 3-1,8-1-209,7-1 1,15 7-1,5-2 1,-38-4-1,1 1 48,1 0 0,1 2 0,8 2 0,0 2 0,-2 1 0,1 2 1,1 0-1,1 0-285,4 2 0,0 0 0,0 3 0,2 1 1,4 1-1,1 1 0,-1 2 0,0 0 33,1 2 1,0 0 0,11 5 0,1 0 0,-9-1 0,0 1 0,4 1 0,0-1-134,0 0 1,0 0 0,-22-11 0,2 1 0,-1 0 0,-2-2-1,0 0 1,0 0 0,26 12 0,-1 1-7,2 1 1,-1-1 0,-5-4 0,0 0 0,-2-1 0,-1-1-1,-3-4 1,-2 0 32,-3-4 1,0 0-1,0 2 1,-1-1-1,-11-5 1,-2 0-1,-3 0 1,0 0 36,-2-1 1,-1-1 0,-2 0 0,-2 1-1,33 14 1,-6-5-7,-8-4 1,-1 3 0,-11-7 0,-7-2-73,-5-6 1,-10 2-1,-4-5-654,-4 0 830,-1-2 0,-7-14 0,-2-2 0</inkml:trace>
  <inkml:trace contextRef="#ctx0" brushRef="#br0" timeOffset="11">25424 5391 8543,'-16'-9'-32,"1"-6"629,-1-1 0,9 2 1,5 14-383,6 9 0,13 14 0,1 10 0,3 12-30,1 11 1,6 26-1,-14-33 1,-2 2-1,3 6 1,-2 3-67,1 4 0,-1 3 0,1 11 1,-1 3-1,-1 0 0,-1 2 1,1 4-1,-1 2-240,-3-28 1,0 1 0,-1 2 0,-1 10 0,-2 2 0,0 1 0,-3-1-1,0 1 1,-2 1 0,0 3 0,-2 1 0,-1 1 172,-2 0 0,-2 1 1,1 2-1,0-17 0,0 1 1,0 1-1,0 0 1,-1 1-1,-1 1 0,0 0 1,0-1-1,-1 1 1,1-1-1,-1 0 0,0 1-149,0 1 1,0-1 0,-1 1 0,0 0 0,1 1 0,-1 1 0,0-1-1,1 0 1,2-5 0,0-1 0,1 0 0,-1 0 0,-2 20 0,0 0-1,0-1-68,1-2 0,0-1 1,1 0-1,2 0 0,0 0 1,2-3-1,2-11 0,0-1 1,1-2-1,0-1 0,1-1 1,-1-1 4,1-3 1,0-1-1,0-1 1,0 27-1,0-3 1,1-8-1,0-3 1,1-6 0,0-2-57,0-2 0,1-3 0,2-9 0,0-3 0,2 38 0,0-13-61,0-8 0,6-13 0,-3-15 1,4-6 276,2-4 0,1-7 0,4-9 0,4-4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1.710"/>
    </inkml:context>
    <inkml:brush xml:id="br0">
      <inkml:brushProperty name="height" value="0.053" units="cm"/>
      <inkml:brushProperty name="color" value="#FF0000"/>
    </inkml:brush>
  </inkml:definitions>
  <inkml:trace contextRef="#ctx0" brushRef="#br0">18066 2593 7868,'-68'-26'0,"3"2"119,4 1 1,-9 2 0,4 5-1,-6 2-950,-3 4 839,-12 3 1,8 7 0,-10 0 0,1 0 0,3 0 0,-4 0 0,1 2 0,43 0 0,0 1 0,0 2-1,1 0 1,-3 2 0,-1 0 0,0 1 0,0 0 0,-2 1 0,-1 0 0,0 0 0,0 1 0,0 1 0,-1 1-1,2 0 1,-1 2 108,1 2 1,-1 1 0,-6 1 0,0 2-13,5 3 1,-1 1-1,-7 3 1,0 1 0,7 0-1,1 1 1,-3 2 0,0 1-1,-2 2 1,0 2 0,1 1-1,1 1 1,-2 3 0,0 2-1,1 0 1,0 1 0,-1 4-1,1 0 1,0 1 0,2 0-2338,0 3 0,1 1 2189,-2 3 1,2 1 0,3-2 0,2 0 0,-4 5 0,1 1 0,0 3 0,0 1-1,2 2 1,1 1 0,-1 0 0,2 2 0,1-3 0,1 0 329,3-1 0,0 1 1,-3 7-1,1 2-203,4-1 0,1 2 0,0 2 1,1 1-1,2-2 0,1 1 1,0-1-1,2 1 0,1 1 1,2 1-1,2 1 0,2 2 53,9-27 0,1 1 0,0 0 0,1 0 0,0 1 0,0 0 0,-7 28 0,2-1 0,2 0 0,1 1-103,2-1 1,2 1-1,5-28 1,1 1 0,1 1-1,2-1 1,0 1 0,2-1-1,-1 1 1,2 0-1,-1 1 1,1-1 0,1 0-1,0 0 1,0 0 0,1-1-1,1 1 1,1-1-1,0 1 1,2-1 0,1 0-1,1 0 1,1 0 0,0 1-1,2 0 1,0 1 0,0-2-1,1 1 1,1-1-1,-1 1 1,1 0 0,0-1-1,0-2 1,1 1 0,0-2-362,7 28 1,0 0 302,-4-26 1,1 1 0,-1-1-1,0-1 1,1-1 0,-1 1-1,2 3 1,0 0 0,0 0-1,0-1 1,0-1 0,0 0-1,1-1 1,-1 0 0,1-1-1,1 1 1,0-1 0,0 1-1,0 0 1,0 0 0,1 1-20,0 1 1,1 0-1,0 0 1,0-2 0,1 1-1,0-2 1,10 25-1,2-1 1,1-2 0,1-1 24,1-2 1,1 0 0,-11-23 0,0 0 0,0 0 0,14 23 0,1 0 0,0-2 0,0-2 0,1 0 0,1-2 0,0-3 0,1-1 0,2 0 0,2-1 0,0-3 0,1 0 31,2-3 1,1 0 0,2 3 0,1-1 0,1-7 0,1-2 0,0 0-1,-1-1 186,0-2 0,1 0-182,6 1 1,0-2-1,-6-9 1,1-1 0,5 1-1,2 0 1,2-1-1,0-2 1,-1-5 0,1-1-1,0-3 1,1-2-1,-2-4 1,-1-2-105,0 0 1,2-3 0,3-5 0,1-3 0,-4 0 0,0-2 35,0 0 1,0-3 0,-2-3 0,-1-3 0,0-3 0,1-2 0,-2-3-1,1-1 1,-2-2 0,-1-2 0,2-3 0,-1-2 0,0-2 0,-2-3-1,2-3 1,-2-3 0,-2-1 0,-1-2-442,-3-1 0,0-1 511,10-10 1,-1-1 0,-17 6 0,0-1 0,10-9 0,1-3 0,-2-1 0,-1-1-1,-2-1 1,-1-1 0,1-6 0,-2-1 0,-1-2 0,-2-1-11,1-3 0,0-2 0,-18 22 0,0 0 0,0 0 1,-1 0-1,0 0 0,-1-1 0,1-2 0,-2 0 1,0-1-44,0-1 0,0 0 0,-1-2 0,3-5 0,0-2 0,-2 1 0,-3 2 0,-1 0 0,-1 0 0,1-1 1,-1-1-1,0 0 0,0-2 0,0-2 0,-2 1 0,-1 1 0,0 0 0,-2 0 0,1-2 0,-2 0 1,0-1-1,0 2 0,-1 0 0,-1 0-56,0-3 1,-1 0 0,1 0 0,1-4 0,0 0 0,-2 0 162,-2 3 1,-1 1 0,0-1 0,0-3 0,0 0 0,-1-1 0,-1 3 0,-1 0 0,0-1 0,-1 1 0,0-1 0,0 0 0,0-2 0,-1 0 0,1 1 0,-2 0 0,1 2 0,-1-1 3,0 1 0,0-1 0,-1 1 0,0-4 1,0 0-1,-1 0 0,1 2 0,-1 1 0,0 0 1,-1 0-1,0 0 0,-1 0-92,1 1 0,-1-1 0,0 1 0,1-3 0,-1-1 0,0 1 0,0 1 1,-1 1-1,0-1 0,1 2 0,-1-1 0,1 0 0,0-2 0,-1 0 1,0 1-1,-1 2 0,0 0 0,0 0 0,-1-1 0,0 0 0,-1 1 1,0 1-1,0 1 0,-1 0-140,0 2 1,0 0-1,0 0 1,0-4 0,0-1-1,-1 2 150,-1 7 0,0 1 0,-1 0 0,0-8 0,-1 0 0,-1 1 0,1 5 0,-1 2 0,0 0 0,0 1 0,0 0 0,-2 0 0,0 2 0,0 1 0,-1 0 0,-7-27 1,-1 1-1,0 1 0,-2 2 0,-1 2 0,-1 1 0,-2 3 0,-1 1 0,-2 3 0,0 2 399,1 3 1,-2 0-411,-1 5 1,-1 2 0,0 4 0,-1 3 0,-3 1 0,-2 2 0,0 1 0,-1 1-1,0 3 1,-1 1 0,-1 4 0,-2 2 0,1 4 0,-2 2-122,1 2 1,-1 2 0,-4 4 0,-2 3-1,1 4 1,0 1 102,-2 2 1,-2 2 0,0 4 0,-2 3 0,-3 2-1,0 4 1,-1 2 0,-1 3 0,-1 4 0,0 3-200,-4 4 1,0 3-1,1 5 1,0 3-1,-4 2 1,0 3-1,-1 2 1,1 2 44,-1 1 1,0 4-1,19-8 1,-1 2 0,1 0 186,1 1 0,1 1 0,0 0 0,-3 2 0,1 0 0,0 2 0,1 2 0,1 0 0,0 2 0</inkml:trace>
  <inkml:trace contextRef="#ctx0" brushRef="#br0" timeOffset="1">15362 14460 7989,'6'-1'1061,"-4"9"-792,3 19 1,-1 9 37,1 6-251,4 25 1,1 1 0,-5-23-1,-1 2 1,1 2 0,-1 2-1,0 2 1,-1 2 0,1 1-1,-1 0 1,-1-2 0,-1 0-1,0-3 1,0-1 0,-1-3 0,0-1-1,0 38 1,0-14 18,0-16 1,0-14-458,0-14 1,0-12-1,-2-17 1,-1-17-398,-2-15 1,-13-10 0,2-7 0,1-6 778,2-3 0,0-9 0,4 5 0,-7-4 0</inkml:trace>
  <inkml:trace contextRef="#ctx0" brushRef="#br0" timeOffset="2">15330 14539 7781,'0'-24'670,"0"3"0,0 17 0,2 15 0,3 13 128,6 13-706,3 17 1,8-9 0,6 16-1,7 9 1,5 5 0,-18-33 0,0 0-1,0 0 1,1 0-147,1 3 1,1-1-1,1-2 1,1 0 0,-2-1-1,0 0 1,1-4 0,-1-1-248,20 27 1,3-9 0,-8-14 0,0-6 0,-3-10 0,-4-6 0,-2-11-1,-1-11 1,-4-13 0,-7-15 0,-6-13 0,-8-15-1739,-3-11 2064,-2-10 1,-3 34 0,-1-2 0,-1 2-1,-1 0 1,-1 0 0,-2 0 0,0 2-1,-1 1 1,-1-2 0,0 1 0,-1 1-1,1 1 1,-1-2 0,1 1 0,-8-40-1,1 0 1,4 9 633,4 8 1,3-4-659,7 13 1,2 9 0,1 0 0,4 13-2,2 11 0,1-15 0,6-2 0</inkml:trace>
  <inkml:trace contextRef="#ctx0" brushRef="#br0" timeOffset="3">17626 14853 23457,'15'0'-69,"8"0"1,5 0 0,9 2 0,12 2 0,10 1-1,13-2 1,8-1 0,-34-2 0,2 0 0,4 0 0,1 0-1,7 0 1,1-2 0,2 0 0,1-1 0,5-2-1,2 0 1,2-2 0,1 0 0,6-1 0,2 0 0,3 0-1,1 0 211,-26 3 1,0 0-1,0-1 1,0 0-1,0-1 1,0 0-165,1-1 0,0 1 1,1 1-1,6-2 1,2 1-1,0 1 0,-1 0 1,1 0-1,0 0 1,1 0-1,0-1 1,0 1-1,2-1 0,1 0 1,-1 0-1,0 0 1,-1 0-1,0 0 1,2 0-1,1 0 0,0 0 1,-1 0-1,-1-1 1,2 0-1,1 1 1,0-1-1,0 1 0,1-1 1,-1-1-1,0 1-695,3 0 1,-1 0 0,1 0 0,-1 1 0,0 1 0,0 0 747,-3-1 0,0 0 1,1 0-1,3-1 1,0 0-1,0 1 1,-4 0-1,0 0 1,-1 0-1,-2 0 1,0 1-1,0 0 1,0 0-1,-1 0 1,-1 0-1,-1 1 1,-2 1-1,0-1-88,-1 2 0,-1-1 1,0 1-1,1-2 0,1 0 1,-1 1-1,-4 0 1,-1 1-1,-1-1 69,0 0 0,0-1 0,-1 0 0,21 0 0,-1 0 0,1 0 0,0 1 1,-3 0-1,-2-1 0,-5 2 0,-2-1 0,0 0 0,-1 0 0,-5-1 1,0 1-1,-2-1 0,-1 0 0,-5-1 0,0 1-596,-3 0 1,-1 0 0,-3 0 0,-1 1 472,38-7 1,-7 3-1,-16 4 1,-5-3-1,-8 0 1,-7-2 146,-8 1 0,0 4 1,-12-3-185,-2 0 1,-8 4 0,-8-6 0,-6 2 0,-8 4 0,-4 1-730,-6 2 847,-4-7 1,-6 5 0,-1-3 0,-1 3 0,-2 2 0,-3 0 0,-1 0 1098,1 0 0,-4 0 0,3 0-928,-1 0 0,5 5 0,0 1 0,6-3 619,2-1 1,8-2-940,-2 0 0,20 2 0,11 1 0,13 2 1,10-1-1,9-3 0,10-1 0,8 0-862,3 0 1,5 0 970,0 0 0,10 0 0,-1 0 0,0 0 0,0 0 0,-9 0 347,-7 0 1,-3 2 0,-9 2-148,-4 1 1,-15 7 0,-6-1-1,-10 3 1,-8 1 0,-8 1-1,-10 0 1,-16 1 0,-16 2 880,-12 2 0,-10 0-1080,-2-5 1,-13 5-1,3 0 1,-3-2 0,-1-1-1,2-4-1269,1-4 1308,4 4 0,5-5 1,-1 7-1</inkml:trace>
  <inkml:trace contextRef="#ctx0" brushRef="#br0" timeOffset="4">26871 13596 8364,'-7'-14'205,"-4"3"0,-3-1 0,-2 7 0,1 2 1,-1-1-1,0 1 0,0-3 0,2 5 1,4 6-1,5 14 0,3 14 0,6 18 0,4 15 380,8 20 0,-6-38 0,-1 2 0,-1 6 0,0 3 1,0 1-1,0 0-730,-1 3 1,1 0-1,2 6 1,1 0-1,0-6 1,-1 0 0,0-1-1,-1 0 1,0-1-1,0-2 1,-2-4 0,0-1-1,-1-4 1,0-1-1,5 35 1,1-11-1,2-12 1,0-8 0,-2-11-1061,-1-11 0,-3-6 946,3-10 1,3-8 0,-6-8 0,1-17 0,-4-15 0,-3-16 0,-4-10 0,-3-11 0,-7-9 258,3 35 0,-1-1 0,-2 1 0,-1-1 0,-2-6 0,-1 1 0</inkml:trace>
  <inkml:trace contextRef="#ctx0" brushRef="#br0" timeOffset="5">26729 13627 8417,'-9'-70'53,"-3"13"0,5 1 0,0 12 0,0 13 0,4 8 1,1 6 827,2 1-706,0 7 0,2 2 0,3 7 1,5 0-1,4-1 199,2-5 0,12 3 0,5-8 0,7-1-270,9-2 1,11-2-1,11-1 1,4-4-1,11-3 1,-41 10-1,1 1 1,4 1-1,1 0 1,0 0-1,1-1 64,3 1 1,0 0 0,4 2 0,1 1 0,1-2 0,0 1 0,3 1 0,0 0-132,1 1 1,1 1 0,0-1 0,-1 2 0,-3 0-1,0 1 1,-2 2 0,1 1 0,-3 1 0,1 0-1,-2 1 1,-1 0 0,-1 1 0,0 0 0,-3 2-1,-1 1-31,-1 3 1,-2 2-1,-1 1 1,-1 2 25,-2 4 1,1 0-1,0-1 1,-1 1-1,36 17 1,-5 2 0,-3 6-1,-9 2 1,-5 8-1,-10 1 1,-2 8-1,-9 4-250,-8 11 151,-16-32 0,-3 2 0,-2-1 0,-2 1 1,0 3-1,0 1 0,-1 3 0,-1 0 0,0 1 1,-1 2-1,-1 3 0,-1 1 0,1 1 0,0 0-39,0 0 0,1 1 1,-1 4-1,0 1 0,2-3 1,2 0-1,1-2 0,0 0 1,1 1-1,2 0 0,0-3 1,2-1-1,0 0 0,1-1 1,0-4-1,2-1-274,-1-3 0,1 0 10,1 4 0,0-2 0,15 32 1,-16-40-1,0-1 0,13 31 1,-4-13-1,-1-8 0,-5-8 370,-6-4 0,2 4 0,-6-4 0</inkml:trace>
  <inkml:trace contextRef="#ctx0" brushRef="#br0" timeOffset="6">26886 15796 7679,'37'2'0,"0"3"116,-1 4 0,-1 7 0,7 0 0,12-1 0,11 1 1,12-2-1,7-2 0,-37-6 0,2-1 0,2 0 1,3 0-1,4 0 0,2-1 0,3-1 0,0-1 60,3-1 1,1 0-134,-3-1 0,-1 0 0,3 0 0,-1 0 0,-1 0 0,0 0 0,3 0 0,1 0 0,0 0 1,0 0-1,1 0 0,0 0 0,-2 0 0,-1 2-138,-3 0 1,-1 1-1,3-2 1,0 0-1,-4 1 1,0 1-1,-1-2 1,-1 0 358,-2-1 1,-1 0 0,-2 0 0,-1 0-1,-6 0 1,0 0 0,-1 0 0,-1 0-1,39 0 1,-9 0 0,-7 0 0,-5-2-14,-7-3 0,-7 3 1,-6-3-252,-1 3 1,-14 0 0,-1-1 0,-8-3 0,-3 3 0,-4 1-1421,-7 2 0,-14 0 1420,-17 0 0,-4-7 0,-1-2 0</inkml:trace>
  <inkml:trace contextRef="#ctx0" brushRef="#br0" timeOffset="7">27688 15561 10141,'0'-23'152,"0"5"0,2-6 1,3-4 316,6-9-531,10-6 1,-2-1 0,7-1 0,2-6-1,0 0 1,0 1 0,-2 4-13,2 1 1,0 7 0,0 1 0,-4 4 0,-1 1-1,-4 3 1,-1 4 0,-4 8-66,-4 4 273,4 10 0,-5-4 0,7 9 0,-1 5 0,1 8 0,2 10 295,2 4 1,-2 5 0,5 1-348,-1 1 0,-2 8 1,4-4-1,-1 0 1,-2-3-1,0-4 1,0-1-1,0 1 1,0 2 131,0 1 0,0-1-412,-6-9 1,1 2-1,-2-5 1,-2 0-1,-1-2 1,-1-5-2323,-1-4 1985,-2-9 1,-7 1 0,-2-15 534,-3-10 0,-4-7 0,-7-3 0</inkml:trace>
  <inkml:trace contextRef="#ctx0" brushRef="#br0" timeOffset="8">28128 14822 6914,'-5'-11'3276,"0"1"-3046,0 6 1,5-11-1,0 1 1,0-7 0,0-4-1,0-3 1,0-1 57,0-3 0,0-6 0,0-4-386,0-3 1,0-4 0,0-2 0,0-3 0,-2 0 0,-2-2 0,-3 2 0,0 0 0,-1 5-1870,-1 5 1554,5-1 0,-8 11 1,7-1-1,1 8-692,3 6 0,1 17 1105,0 9 0,-7 15 0,-2 4 0</inkml:trace>
  <inkml:trace contextRef="#ctx0" brushRef="#br0" timeOffset="9">27594 14523 7174,'-7'-15'629,"-2"6"0,-7 2 1,2 0 2002,4-4-2526,3-3 1,9 4 0,3-1-1,5-1 1,6-2 0,5-1-1,5-1 96,4 0 1,3 0 0,2 1 0,3 1-254,3 3 0,-1-1 1,5 5-1,1 0 1,1 0-1,-2 4 1,-1 1-1,-2 2-422,-2 0 1,-2 2 0,-6 3 394,-1 5 0,-1 9 1,-2 4-1,-4 2 1,1 3-1,-2 1 1,-1 3-1,-2 1 1,-3 0 57,-1-2 1,-6 4-188,1-8 1,-3-5 0,5-1-738,-3-3 1,-6-13 655,1-10 1,-10-6 287,-6-15 0,-10 0 0,-3-6 0</inkml:trace>
  <inkml:trace contextRef="#ctx0" brushRef="#br0" timeOffset="10">27908 13785 7274,'-16'-16'-521,"1"0"961,-8 7 1,0-5-1,-3 6 1,5-3-1,4 1 1,1-1-1,0 2 640,1 4 0,-1-2-975,0 2 1,2 2 0,2 6 0,3 6 0,2 3 0,4 7 0,1 4 121,2 5 0,7 0-202,3-2 0,4 2 1,4-5-1,3-1 0,5 1 1,5-4-106,6-1 1,2-4-1,3-2 1,-4-3-105,0-2 1,3-2-1,6-7 1,-2-3 0,-1-6-1,-4-4 1,-2-5 0,-3-2-299,-1-3 1,-10-1 0,-5-5 407,-7-1 0,-5 1 0,-8-1 0,-6 1 0,-9 1 0,-10 2 1,-9 4-1,-9 1 0,-6 4 664,-8 1 1,-7 5-504,2 2 0,-3 4 1,8 7-1,1 2 0,4 3 1,13 4-1087,10-1 0,9 12 999,11-5 0,3 19 0,7-1 0</inkml:trace>
  <inkml:trace contextRef="#ctx0" brushRef="#br0" timeOffset="11">15063 14005 8419,'-46'17'359,"4"4"0,-3 5-322,3 11 1,2 10-1,-2 14 1,0 9-1,21-29 1,0 2-1,1 4 1,0 2-1,0 5 1,2 2-1,0 2 1,2 1-1,1 2 1,2 2-1,3 0 1,1 1-1,2 4 1,2 1 0,2-1-1,1 2 1,1 0-1,2 1 1,0-3-1,3-1 1,2-1-1,2 0 1,2-2-1,3 0 1,2-1-1,3-1 1,0-2-1,2-2 1,3-3-1,1 0 1,2-3 0,3-1-1,3 0 1,2-1-1,2-2 1,1-2 549,2-2 0,3-2 1,4-3-1,2-3-555,-1-6 0,0-3 1,4 0-1,1-3 0,0-4 1,1-3-1,2-4 0,0-2 1,4-2-1,1-4 0,1-2 1,0-2-1,5-3 0,-1-3 1,3-4-1,-1-3 1,3-5-1,0-3 0,-2-3 1,0-3-473,0-2 0,0-1 1,6-5-1,-1-1 438,-2 0 0,-1-3 1,2-3-1,-2-2 1,-3-1-1,-1-3 1,-4 0-1,-2-2 1,-1-1-1,-3-3 1,-2 1-1,-3-2-137,-1-1 0,-2-2 1,0-4-1,-2-2 0,-5 1 1,-3 0-1,-3 0 0,-2 0-4,-4 1 1,-2-2-1,-1-8 1,-3-3-1,-6 3 1,-3-1-1,-1-2 1,-3-1 0,-2-1-1,-2-1 1,-4 2-1,-2 0 1,-4-2-1,-3 0 1,-5 2-1,-4 0-138,-4-2 1,-3 2 0,-6 0-1,-4 1 282,-2 5 0,-3 2 0,-5-1 0,-3 2 0,-2 3 0,-4 3 0,-1 5 0,-4 2 0,-4 4 0,-3 4 0,-4 6 0,-2 4 0,-5 6 0,-2 4 0,-3 7 0,-1 5 1,-2 4-1,-2 6 0,-2 4 0,-1 5 673,28 0 1,-1 3 0,1 2-635,-1 0 0,1 2 0,1 3 1,-1 5-1,0 4 0,2 1 0,1-1 1,2 1-1,1 1 0,0 2 1,2 1-1,0 2 0,2 1 0,1 1 1,0 2-1,1 1 0,2 2 0,0 0 1,2 1-1,0 1 0,1 1-44,-19 19 0,4 3 1,4 3-1,5 3 1,1 0-1,5 3 1,3 1-1,5 4 1,12-24-1,3 2 1,1 1-1,3 2 1,2 0-1,1 1 1,1 4-1,2 0 0,2 1 1,1 0-1,2 1 1,1 0-42,1-1 0,0 0 0,2 2-53,3 11 1,3 1-1,1-2 98,0-10 0,3-3 0,0 3 0,3 13 0,1 3 0,1-2 0,-1-7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1.684"/>
    </inkml:context>
    <inkml:brush xml:id="br0">
      <inkml:brushProperty name="height" value="0.053" units="cm"/>
      <inkml:brushProperty name="color" value="#FF0000"/>
    </inkml:brush>
  </inkml:definitions>
  <inkml:trace contextRef="#ctx0" brushRef="#br0">32090 10437 7939,'-7'-11'0,"-3"1"0,-4-3 0,-2 1 0,1 0 0,-1 2 407,0-3 1,0 5-1,-1-1-176,-4 2 1,2-4-1,-7 6 1,-2 2 0,-2 1 42,-2 2 0,1 0 0,-2 0 0,-2 2-74,-2 3 0,-1 5 0,1 10 0,-3 2-184,0 3 0,-4 1 0,6 7 0,-3 2 57,-2 2 0,3 1 0,-1-1 0,3 5-233,3 3 0,-2 1 0,4-1 0,3-1 162,1-1 1,6 6-1,2-9 1,4 2 59,1 0 0,2 0 1,3 7-1,4 0 23,0-2 0,6 9 0,-5-7 1,6 3-161,6 2 0,2-1 1,10-6-1,1 0-134,2 0 1,12-7 0,0-3 0,6-4 171,5-1 1,8-8-1,7-3 1,4-5 68,0-6 1,14-3 0,-7-7 0,3 0-27,4 0 0,-2 0 0,2-2 0,-2-3-90,0-5 1,4-6 0,-9-3 0,-2-4-252,-3-1 0,1-3 0,-8-6 0,1-3 13,-1-6 1,-4-2 0,-7-1 0,0-2 58,0-8 1,-6 1 0,-7-3 0,-6-1 187,-7 2 0,-10-10 0,-6 1 1,-7-5 150,-8-5 0,-15-5 0,5 38 1,-3 0-1,-2 1 0,-1 0-31,-2 0 0,-2 0 1,-5-2-1,-3 2 1,-3 6-1,-2 4 0,-2-1 1,-2 2-72,-3 2 1,-2 2 0,-6 5-1,-2 2 1,3 2 0,0 3-1,0 2 1,0 1 15,0 1 0,-1 3 0,5 1 0,1 3 0,3 1 0,0 2 0,4 3 0,0 3 10,-41 15 0,0 1 0,18 5 0,0-1 0</inkml:trace>
  <inkml:trace contextRef="#ctx0" brushRef="#br0" timeOffset="1">32059 9053 8391,'0'-15'470,"-5"-1"0,-2 2 304,-2 4 1,-1-4-1,-6 3-312,0-3 0,0 4 0,-1-1 0,-2-1-117,-2-2 1,-7 4 0,2-1 0,-4 1-65,-2 1 0,-6-5 1,-4 3-1,-3-1-57,-3 2 0,-6-3 0,-5 6 0,-4 0-298,0 1 1,-8 0-1,6 6 1,-3 0 0,-2 0 0,-2 0 0,6 2 0,1 3-36,-1 6 1,-6 8 0,2 4 0,0-1 75,1 1 0,-5 5 1,4-2-1,0 4 10,1 1 0,6 1 0,7 1 0,0 2 16,0 2 1,11-1-1,-3-4 1,5-1 60,3 1 1,-4-1 0,7 0-1,2-1 69,2-4 1,3 4 0,2-4 0,2 2 53,-2-2 0,6 4 1,1-4-1,3 4 44,2 1 0,2 1 0,4-1 0,5 1-37,3-1 1,2 0 0,0 1 0,2-1-65,3 1 0,5 4 0,10 1 1,2-2-39,3-2 1,3 2 0,8 0 0,6-2-63,4 2 0,1-5 0,2-6 0,3 1 57,6-1 0,5-5 1,5 2-1,4-3-76,-1-2 0,6-1 1,-4 1-1,3 0-191,-3-1 0,-3-4 0,-7-2 0,0-1-67,-1 1 1,1-4-1,0 4 1,-2-2 51,-3-3 0,8-1 0,-3 1 0,0 1 34,-3-2 0,-1-1 0,-5-2 0,0 0 118,0 0 0,-1-5 0,-4-2 0,0-2-57,-2-3 0,7 0 0,-9-2 0,3 0-137,2-4 0,-4-6 1,-4 1-1,0-1 162,-2-4 1,5-2 0,-5-1 0,1-1 76,-5 1-1,3-1 1,-3 1 0,-1-1 49,-2 1 0,-3 0 0,-2 1 0,-3 2 135,-3 2 1,-1 1 0,-3-3 0,-1 4 21,-1 1 1,7-5 0,-11 2-1,0-2-126,2 2 1,-2-2 0,1 5-1,-3 1-1,2-1 1,-5-5 0,0 3 0,-2-1-39,1 0 1,-1 0 0,-7-6-1,-3 1 122,-6 0 0,-4-1 0,-8 1 0,-7-1-68,-5 1 1,-8-1 0,-1-1-1,-7-2-178,-6-1 0,-15-1 0,-5 5 0,-1 1-155,-5 0 1,-2 6 0,1 2-1,2 2-59,0 1 1,36 9 0,-1 1 0,-35-4 0,-3 3-938,1 6 0,3 3 1046,3 2 0,32 0 0,-1 0 1,-1 0-1,0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2.601"/>
    </inkml:context>
    <inkml:brush xml:id="br0">
      <inkml:brushProperty name="height" value="0.053" units="cm"/>
      <inkml:brushProperty name="color" value="#FF0000"/>
    </inkml:brush>
  </inkml:definitions>
  <inkml:trace contextRef="#ctx0" brushRef="#br0">19434 9745 8575,'-16'0'0,"0"0"755,1 0 0,4 0 2233,1 0 0,6 2-1829,-1 3 0,3-1 1,2 6-699,0 2 1,2-5 0,3 0 0,6-2 20,3 1 0,3 6 0,2-3 0,4 1-581,1 1 0,3-3 1,6 5-1,2-5-244,1-1 0,3 4 1,-4-6-1,1-2-24,-1-1 0,-1-2 0,-3 0 1,-1 0-870,-4 0 1,2-12 0,-5-4-1,-1-1-1012,1-1 0,-7 3 0,-8-1 2248,-1 0 0,6 0 0,-5 1 0</inkml:trace>
  <inkml:trace contextRef="#ctx0" brushRef="#br0" timeOffset="1">20566 9855 8575,'0'-9'3336,"0"2"0,0 9-2329,0 3 0,1-1 1,5 5-586,4-2 0,4 5 0,4-3 0,1 1-105,2 0 1,2-1 0,-4 3 0,3-1-302,3 1 0,1-5 0,6 0 0,-1-2-148,0 1 0,1-1 1,1-5-1,2 0-281,2 0 1,-1 0 0,-4-2-1,-2-3-367,-4-6 0,3-3 0,-2-3 0,1-2-510,-2-2 1,2 0 0,-7 5 0,-2 0-1925,-2 1 3214,-8-1 0,5 0 0,-5 0 0</inkml:trace>
  <inkml:trace contextRef="#ctx0" brushRef="#br0" timeOffset="2">16902 8739 8575,'-15'0'0,"-1"0"0,0 0 0,0 2 0,-1 3 0,-4 4 663,-5 0 1,1 5-1,1-4 1,-1 4-241,1 2 0,5-1 0,-2 1 0,2 2 837,-2 3 1,8 6 0,-2 12-700,1 6 0,7-3 0,1 14 0,5-12-437,1-2 0,1-4 1,5 4-1,4 2 3,4 1 0,2 2 1,1 0-1,3-1-257,1-4 0,1 1 1,-1-4-1,5-1-8,4 1 0,2-10 1,1-6-1,2 0-661,1 3 0,6-5 1,-2-4-1,4-4 525,5-1 0,7 0 0,-2 0 0,0-5 261,0-5 1,4 0 0,-4-11 0,0 0-37,1 1 1,-8-12-1,-7-8 1,-2-3-515,-3 1 1,-9-12 0,-5-8 0,-3-4 243,-2 1 0,-8-3 0,-1 0 0,-1-1 326,-1-1 1,-2 6-1,-8-6 1,-5 2 62,-4 6 1,-4-8 0,-3 11 0,-3 0 58,-1 3 1,-6-5-1,1 7 1,-5 4 404,0 3 1,-3 3 0,-1 3 0,-1 3-433,-3 5 0,-8 8 0,-3 5 0,0 1-507,-1 3 1,-9 9 0,-1 6 0,-1 5-771,1 5 1,-5 1 1174,13 4 0,-8 11 0,9-4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2.699"/>
    </inkml:context>
    <inkml:brush xml:id="br0">
      <inkml:brushProperty name="height" value="0.053" units="cm"/>
      <inkml:brushProperty name="color" value="#FF0000"/>
    </inkml:brush>
  </inkml:definitions>
  <inkml:trace contextRef="#ctx0" brushRef="#br0">4654 5721 8535,'-10'-14'-345,"1"2"0,0 2 0,2-3 555,0-1 0,-3-1 0,5-1 0,1 0 1,4 1 347,5-1 1,4 2-1,7 3-427,0 6 0,5 3 0,0 2 0,-2 0-13,-2 0 0,4 2 0,2 2 0,0 3 15,-1 1 0,5-2 0,-3 2 0,2 1 66,2 0 0,5-6 0,-6 3 1,1-5-155,-2-1 1,3 0 0,-2 0 0,2 0-47,3 0 1,-1 0 0,1 0 0,1-1-29,4-5 0,-3 3 1,7-6-1,-1 0 11,0 1 1,0-1-1,4-3 1,-2 3-36,1 2 0,1-4 0,0 6 0,-2 2-108,1 1 1,-2 2 0,1 0 0,-1 0 174,0 0 0,-3 0 1,-6 2-1,-1 1 209,0 2 0,-1 6 0,-2-4 0,-2 2-4,2 3 0,2-3 0,3-1 1,2-1-91,2-3 0,6-4 0,1-5 0,7-8-65,6-6 0,5 0 1,0-7-1,0 0-154,-5 1 0,3 4 0,-8 9 0,-1 3-47,-2 2 0,-4 2 0,-3 7 0,-5 3 36,-4 5 0,-2 4 0,1 2 1,-1 0 69,1 0 0,-1 3 0,0-2 0,1-3 194,-1 0 1,8-7-1,3-2 1,3-3-67,2-2 0,4 0 1,0 0-1,-4 0-58,-2 0 1,9 0 0,-6 0 0,0 0-4,1 0 1,-3 0 0,-3 0 0,-1 0 26,2 0 0,0 2 1,1 1-1,-1 3 15,0-3 1,4-1 0,-4-4 0,5-3-90,3-6 1,1-3-1,-4-1 1,1-1-69,3 0 0,-2 1 1,-6 1-1,-1 1 48,-1 3 0,4 6 0,-8-1 1,-1 3 113,1 2 0,3 0 0,-6 2 0,-1 3 200,-2 6 0,4 1 0,2 0 1,-1-1-195,0 1 0,6 0 1,-2 0-1,4-3-94,1-2 1,-2 4 0,-1-6 0,-2-2-15,1-1 1,3-2 0,1 0 0,-2 0 11,-3 0 1,-3 0-1,-6 0 1,2 0-74,2 0 1,-3 0-1,-4 0 1,0 0 21,3 0 1,2 0 0,-4 0 0,1 0 16,-1 0 1,1 0 0,1 2 0,2 1 17,2 3 1,-1 4-1,-4-3 1,-1 0 20,1 0 1,-1 0 0,1-3 0,-1 1 20,0-2 0,1-1 0,-1-2 0,1 0 28,-1 0 0,1 0 0,-1 0 0,1 0-52,-1 0 1,0 0 0,1 0 0,-1 0-90,1 0 0,-1 0 0,1 0 0,-1 0 27,1 0 0,-1 0 0,0 0 0,1 0-102,-1 0 0,6 0 1,1-2-1,1-1 46,-1-2 0,4-1 0,-5 5 1,-2-3 31,-2-1 1,4-2 0,-1 3 0,-1-1 104,-1 2 1,-3 1 0,0 2 0,-1 0-2,-4 0 1,4 0 0,-5 0 0,1 0 175,0 0 0,-7 5 0,4 0 0,-2 1-41,0 1 0,0-6 0,-4 6 0,2-1-256,2-1 1,7 0 0,-1-5-1,2 0-243,3 0 0,4-5 0,1-2 0,-2 0 49,-2 0 0,2-5 1,-2 3-1,-5-2-173,-3 1 0,1 5 1,-5-4-1,-2 2 348,-1 3 1,-8 1 436,1-2 0,-8 5-310,2 0 0,-3 7 0,-2 8 0</inkml:trace>
  <inkml:trace contextRef="#ctx0" brushRef="#br0" timeOffset="21">12516 5926 8088,'-16'-7'65,"0"0"1,1-4 0,-1 4 0,0 0 0,0-2 0,-1-1 0,-2 1 377,-2 2 1,-2-5-1,2 2 1,-5-3-222,-4 3 0,-3-4 0,-2 5 0,-3-1 0,-3 1 0,-2 2 0,-4 2 0,-8-1 179,-7 1 1,4-2 0,-7 4 0,-1-2-339,-6 1 1,-3 2 0,0 2 0,3 0-21,2 0 0,-3 0 1,3 0-1,-1 0 59,-5 0 0,1 7 1,-2 4-1,2 3 63,0 1 0,-3 3 1,8 1-1,0 4-86,0 1 1,2 1-1,5 3 1,2-2-36,3 2 1,1 0-1,8-2 1,5-3-34,4-1 0,1 3 0,6 4 0,0-1 19,3-1 0,4 4 1,-2 9-1,4 2-108,1 2 0,-2 5 0,6-6 0,4 5 40,1-1 1,-2 9 0,11-9 0,1 0-28,2-3 0,2 4 0,2-4 0,3 0 47,6 1 1,5-6-1,4-1 1,7-3 49,2-4 1,5 8 0,2-13 0,6-2 62,4 1 1,11-9 0,4 1-1,4-5 76,7 1 1,3-5 0,5 1 0,2 0-89,2-1 0,-34-6 1,1 0-1,0 1 0,0-1 1,1-1-1,1 0-128,0-1 1,2 0-1,1 0 1,1 0-1,2 0 1,0 0 0,0 0-1,0 0 23,2 0 1,1 0-1,1-2 1,1-1 0,2-1-1,-1 1 1,-1-1-1,0-1-17,-2-1 0,0 0 0,3 1 1,-1 1-1,-8-1 0,-2 0 0,1-1 1,0-1-90,-2 1 1,1-2 0,1 1 0,0-1 0,-4 0 0,-1 0 0,-3 0-1,-1 0-18,37-8 0,-2-5 0,-13-3 1,-3-4 70,-6-5 1,2-4-1,-5 2 1,0-3 114,-4-2 0,-4-2 0,-5-5 0,-3 0-50,-1-1 1,-2 1-1,-6-2 1,-1 0 156,-4 2 0,-3-9 1,-8 9-1,-1-2 145,-3 0 0,-4 2 0,-7 0 0,0 0 33,0 0 1,-14-6-1,-9 1 1,-8 1-264,-6 2 1,-21-3 0,-6 0 0,25 26-1,-1 3-126,-3 0 0,-3 2 0,-6 1 0,-3 3 1,-3 3-1,-2 2 0,-5 1 0,-1 1-491,-4 1 1,-2 1-1,-9 2 1,-2 3-1,-1 1 1,0 1-1,-2 1 1,-1 3-845,0 1 1,-1 3 1398,27-1 0,-2 1 0,1 1 0,0-1 0,2 1 0,-2 1 0,-2 1 0,-1 1 0</inkml:trace>
  <inkml:trace contextRef="#ctx0" brushRef="#br0" timeOffset="22">19371 4951 8028,'-49'-23'119,"-4"6"0,26 3 0,-3 16 0,5 15 0,6 16 1,3 16-1,6 11-8,5 10 0,3-25 0,2 4 0,1 5 0,1 2 0,2 6 0,1 2-109,2 6 0,2 3 0,3 5 1,2 3-1,-4-23 0,-1 0 0,2 2 1,1 4-1,1 1 0,0 2-342,2 5 0,1 1 1,0 2-1,2 3 0,-1 1 1,1 1-1,-1 3 1,1 0-1,-1 1 0,-3-19 1,0 0-1,0 1 0,0 0 333,0 0 0,0 1 0,0 0 0,0 2 0,2 9 0,0 3 0,1 0 0,-1 0 0,-1 0 0,0 0 0,0 0 0,-1 1 0,1 4 0,-1 1 0,1 0 0,-1 1-69,-3-16 0,1 1 1,-1 0-1,0 0 0,0 1 1,-1-1-1,-1 0 1,0 1-1,0-1 0,-1 2 1,0 4-1,0 0 0,-1 1 1,0 0-1,0 0 1,-1 2-1,1-1 0,-1 1 1,0 0-1,0 0 84,0 3 1,-1 0 0,0 0-1,0 1 1,0 1 0,0-12-1,0 1 1,0 1 0,-1-1 0,1 0-1,-1 0 1,1 10 0,-1 1-1,0-2 1,0 1 0,0-1-1,0 0 1,1-1 0,-1 0 0,0-1-1,0 0 0,1-1 1,-1-1 0,1 0 0,-1 0 0,1 0-1,0 0 1,0 0 0,0 0 0,0 0 0,1 0-1,1-3 1,0-1 0,0 1 0,1-2 0,0 1-1,0-3 1,0-1 0,0 0 0,0 0 0,0-1-19,2 13 0,-1 0 0,1-2 0,1 1 0,1-3 0,1 0 0,0-1 0,0-1 0,-1-6 0,0-1 0,0-1 0,1 0 0,-1-4 0,1 0 0,0-1 0,-1-1 26,5 19 1,-1-2-1,0 0 1,1-2-1,0-1 1,0-2-1,-3-12 1,-1-3-1,0-1 1,7 25-1,0-4-132,-1-9 0,-1-3 0,-1-6 1,-1-6-1,14 25 0,-2-24-34,-2-21 1,-5-31 0,5-31-1,1-34-8,-15 16 1,0-7 0,2-29-1,-2-8 158,-6 23 0,-1-1 0,0-3 0,2-5 0,-1-2 0,0-1 0,-3-4 0</inkml:trace>
  <inkml:trace contextRef="#ctx0" brushRef="#br0" timeOffset="23">20220 3867 7323,'64'-52'0,"1"1"0,0 2 0,1 3 137,1 4 0,2 4 0,9 4 0,2 7 0,-2 8 0,3 5 0,6 0 0,2 3 84,-25 5 1,1 1 0,2 0 0,6 3 0,2 0 0,0 1 0,4-1 0,0 0 0,1 1 0,4 0 0,2 1 0,1 1-438,-19 0 0,2 0 0,0 1 1,1-1-1,5 0 0,0 0 1,1-1-1,0 2 0,2 0 1,1 0-1,-1 1 0,1 0 0,-1 0 1,1 0-1,-1-1 0,1 1 108,0-1 0,-1 0 1,2 0-1,0 0 1,7 0-1,1 0 1,1 0-1,0-1 0,-3 0 1,1-1-1,0 0 1,0-1-1,-16 1 1,1 0-1,-1 0 0,1 0 1,0 0-29,1 0 1,0 1 0,1-1 0,-1 0 0,0-1 0,-2 0 0,0 0 0,0 0 0,1-1 0,-1 0 0,2 1 0,-1-1 0,1 0 0,0 0 0,0 1 0,-1-1 0,1 0 0,0 0 0,-1 0-1,1 1 119,1 0 0,0-1 0,0 1 0,0 0 0,-1 1 0,0-1 1,0 1-1,0 0 0,0 0 0,-1 1 0,15 0 0,-1 0 0,1 1 1,-2 1-1,-1 0 0,-1 0 0,0 2 0,0-1 13,-1 2 1,0-1 0,0 2 0,0 0 0,3 1 0,0 1 0,0 0 0,-1 1 0,-5 1 0,-1 0 0,0 1 0,-1 0 0,-1 1 0,-1 0 0,-1 1-1,1 0-7,-2 1 0,-1 0 0,1 1 0,-2 1 1,0 0-1,-1 2 0,0-1 0,-2 1 1,17 6-1,-2 0 0,0 0 0,-1 2 1,-1 0-1,1 1 79,-1 1 1,0 1 0,-2 1-1,-4-1 1,-1 1 0,-2 0-1,-3 0 1,0 2 0,-2-1-1,-4 0 1,0 1 0,-2 0-43,-2 0 0,-2 0 0,1 0 0,0 3 1,1 0-1,-3 1 0,-5-2 0,-2 1 1,0 1-1,0 1 0,-1 0 0,-1 1 77,-1 0 1,0 1 0,-1 0 0,17 19 0,-2 3 0,-4 1 0,-3 3 0,-1 0 0,-2 2 102,-2 2 0,-2 2 0,-1 4 0,-3 1 0,-6 1 1,-3 2-1,-1 1 0,-3 2-142,-1-1 0,-4 2 0,-8-21 0,-2 3 0,-1 0 0,0 1 0,-2 1 0,0 0 0,-1 2 0,-1 1 0,-1 1-48,0 0 0,-1 1 0,-1 0 0,2 6 0,-1 1 0,0 0 0,-2 0 0,0 1 0,-1-1 0,0 4 0,0 1 0,-1 0-1,1 2 1,0 2-1,-1 0 1,-1-19-1,-2 1 1,1 0-1,-1 0 1,1 1 0,-1-1-1,0 1 1,0 0-1,0-2 1,0 1-1,-1 0 1,0-1-32,0 0 0,0-1 0,0 1 1,0 1-1,0 5 0,0 2 1,0 0-1,0-1 0,0-4 0,0-1 1,-1-1-1,0 1 0,1 0 1,-1 0-1,0 0 0,0 0-2,0-1 0,-1-1 0,1 0 0,0 0 0,-1 0 0,1 0 0,-1 0 1,2-2-1,-1 18 0,1 0 0,1-1 0,-1 1 0,0 0 0,0 0-122,0-1 1,0-1 0,0 1-1,0 3 1,0 0 0,0-1-1,0-8 1,0-1 0,0-1-1,-1 1 1,1 0 0,-1 0-34,-1-1 0,1 0 0,-1 0 0,-1 0 1,1-1-1,-2 0 0,-1-5 0,-1-1 1,-1 0-1,1-1 0,-1-1 0,-1 1 173,0 0 0,0-1 0,-2 1 0,-1 1 0,-1-1 0,0 0 0,0-4 0,0-1 0</inkml:trace>
  <inkml:trace contextRef="#ctx0" brushRef="#br0" timeOffset="24">21147 15073 8004,'25'-15'1120,"6"-1"-1045,15 0 0,20 8 0,16 4 0,-32 4 0,2 2 0,7 0 0,4 1 0,12-1 0,4-1 0,8 1 0,2-2-473,-25 1 1,0-1 0,2-1 0,7 0-1,2-2 1,1 0 0,0 1 0,1-1 0,0 0-1,5-1 1,1 1 0,0-1 444,4 0 0,1 1 1,1 0-1,-19 1 1,1 1-1,0 1 0,0-1 1,1 0-1,-1-1 1,1 1-1,0 0 1,-2 0-1,1 1 0,0-1 1,0 1-77,-2 0 1,0 0-1,1 0 1,1 0-1,8 0 1,2 0-1,0 0 1,0 0-1,-5 0 1,1 1-1,-1-1 1,0 1 0,2 0-1,0-1 1,1 1-1,-1 0 115,0 0 1,0 1 0,1-1-1,0 1 1,5 0 0,0 1-1,0 0 1,0-1 0,-3 0-1,0-1 1,-1 0 0,1 0-1,0 0 1,0 0 0,1 0 0,-1 0-17,1-1 0,1 1 1,-1-1-1,1 1 1,2-1-1,0 0 1,1 0-1,-1 0 1,-2-1-1,0 1 1,0-1-1,0 1 1,-1-1-1,0 0 1,0 0-1,0 0-37,0 0 0,-1 0 0,1-1 0,0 1 0,2 0 0,1-1 0,0 1 0,0 0 0,-4 0 0,0 1 0,-1 0 1,1-1-1,-1 0 0,0 1 0,0-1 0,0 0 13,-1-1 0,1 1 0,-1 0 0,1-1 0,0 1 1,1-1-1,-1 1 0,0 0 0,-4 0 0,-1 1 1,0 0-1,-1-1 0,1 1 0,-1-1 0,0 0 0,0 0-134,1 0 0,-1-1 0,0 1 0,0 0 0,2-1 0,0 1 0,-1-1 0,-1 1 0,16 1 1,-2 1-1,-1 0 0,1 0 0,0 0 0,-1 1-312,-3-1 1,1 0-1,-1 2 1,-2 1 0,1 1-1,-2 0 400,-3 0 0,-2 0 0,1 1 0,-3-3 0,1 1 0,-2 1 0,-6 1 0</inkml:trace>
  <inkml:trace contextRef="#ctx0" brushRef="#br0" timeOffset="25">22437 6586 7717,'-2'-14'523,"-3"3"1131,3 4 0,-5 9-1368,7 3 0,5 9 0,2 11 1,2 1-362,3 2 0,2 2 0,0-6 0,-2 7-164,-1 3 0,-2-1 0,3-2 0,-3 1-613,-2-1 0,3-1 0,-5-4 0,-1-5-976,-2-4 1828,-2-8 0,0 5 0,0-5 0</inkml:trace>
  <inkml:trace contextRef="#ctx0" brushRef="#br0" timeOffset="26">22610 6491 7717,'0'-15'0,"-2"10"0,-2 5 1122,-1 3 0,2 6-689,8-15 0,-2 5 0,6 2 1,0 6-247,0 9 1,-6 2-1,2 13-93,-3 13 1,-2-4-1,0 12 1,-2-12-276,-3-6 0,2 1 0,-8-2 1,1-4 78,1 1 1,-3-7 0,6-2-1,1-5-603,-2-6 578,5 4 1,-3-18 0,10 3 0,6-6-262,3-5 0,3-2 0,3-2 37,1 0 0,1 2 0,-2 2 0,0 3 159,0 2 1,4 0 0,2 4 0,2-3 3,-1 3 0,2 1 0,-4 2 1,-1-1 187,-3-5 0,-3 5 0,-3 1 0,1 8 0</inkml:trace>
  <inkml:trace contextRef="#ctx0" brushRef="#br0" timeOffset="27">22956 6444 7717,'-7'9'1174,"7"-4"1,14-3 0,10-2-1185,0 0 1,1 0 0,-6-2 0,2-3-455,-2-5 1,4 3 0,-4-2 463,-5-3 0,2 8 0,-7-10 0</inkml:trace>
  <inkml:trace contextRef="#ctx0" brushRef="#br0" timeOffset="28">23066 6680 8117,'0'-16'932,"0"1"1,7 1 0,3 0-711,4-2 1,7 7-1,2-12 1,-1 0-55,1 4 0,3 1 0,-3 9 0,0-7-1233,0-5 1,3 2 1064,-5 1 0,0-3 0,-6-13 0</inkml:trace>
  <inkml:trace contextRef="#ctx0" brushRef="#br0" timeOffset="29">23474 5988 8033,'-7'-3'922,"-3"3"1,3 5 0,2 0 0,3 6-224,2 3 0,2 7 0,3 2 0,5 3-454,4 7 0,2-7 0,0 6 0,1-3-588,4 1 0,2 0 0,5-1 0,-4-2-1452,-1-5 0,-2 6 1795,-5-17 0,7 13 0,1-6 0</inkml:trace>
  <inkml:trace contextRef="#ctx0" brushRef="#br0" timeOffset="30">22264 6759 7717,'-2'-13'0,"-1"10"0,-4 8 0,-2 7 0,5-5 0,-3 2 1379,7-4 1,0-5 0,2 0 0,3-8-693,6-6 1,8-11 0,2-1 0,0 0-424,2 7 0,1-4 1,8-3-1,-3 1-95,-3-1 1,4 2 0,-4 10 0,4 1-34,2 3 0,-3 1 0,-1-1 1,-3 4-259,-3 5 0,-1 1 1,-5 5 145,0 11 0,-8-4 1,-2 18-1,-5-2 48,-1 3 0,-7 11 0,-5-2 0,-5 2 110,-4 0 1,0-5 0,3 4-1,-1 1-34,-2-1 0,5-6 1,8-6-1,-1 1-252,0-7 1,6 6-58,-2-8 1,5 0 0,5-2 23,5-6 0,-1-8 0,3-9 1,4-4-224,3-6 0,2 1 0,-3-9 0,3 1 147,5 0 1,-2 0-1,2 3 1,1-1-87,-3-2 1,4 2 0,-7 5 0,-2 2-108,-1 0 0,1-1 0,-2 10 0,-3-2-535,0 1 0,-5 2 100,2 2 841,-8 7 0,-3 9 0,-9 9 0</inkml:trace>
  <inkml:trace contextRef="#ctx0" brushRef="#br0" timeOffset="31">22421 6869 7717,'0'-16'361,"2"5"0,3 3 0,5 1 923,4 3 1,4 3 0,3-1 0,7-2-1127,7-1 1,0-7-1,7 1 1,1-3-229,3-1 0,1 4 0,-2 1 0,-3-1 70,-5 2 0,-11-4 0,-3 4 0</inkml:trace>
  <inkml:trace contextRef="#ctx0" brushRef="#br0" timeOffset="32">27720 5816 7717,'-16'-16'153,"5"4"0,1-1 1,-1-1-1,3 2 0,2-2 861,5 0 1,8 0 0,3 2-1,4 2-754,2-3 1,0 6-1,-1 0 1,1 2-129,0 0 1,5 0 0,1 3 0,3-2-413,3-1 0,-4 0 0,1 7 0,-1 1 46,1 2 0,-6 8 1,2-1-1,-4 5 86,-1 4 1,-2 7 0,-2-3 0,-3 3 67,-2 3 0,-2-5 1,-5 7-1,-2-6-5,-3-5 0,2-1 1,-6-3-1,0-1-821,0-1 260,6 3 514,-4-17 1,16-2 84,6-11 1,6 4 0,6 0 0,-6 2 139,-4 0 0,-1 0 0,-1 5 0,1 0-453,0 0 1,0 0-597,-1 0 1,-1-4 955,-3 4 0,-4-3 0,-7 10 0</inkml:trace>
  <inkml:trace contextRef="#ctx0" brushRef="#br0" timeOffset="33">27877 5941 7717,'-16'-8'342,"2"-1"397,4 4 1,3 1 0,8-5 0,5 2-368,4 4 1,6-4-1,5 0 1,5 0-598,4 0 0,1-5 0,2 1 0,2-3-282,2-1 0,0 1 0,-8 1 0,-2 5-834,-7 1 1341,-2 1 0,-2-1 0,-1-1 0</inkml:trace>
  <inkml:trace contextRef="#ctx0" brushRef="#br0" timeOffset="34">28380 5721 7717,'9'0'407,"-1"-1"1,-2-3 0,4-1 428,4 1 0,2 3 0,0-1 1,-1-2-846,1-1 0,-2-2 0,-2 4 1,-1-3-2078,1 3 1,-3 1 2085,1 2 0,1 0 0,4 0 0</inkml:trace>
  <inkml:trace contextRef="#ctx0" brushRef="#br0" timeOffset="35">28521 5878 7717,'-8'0'1056,"2"-1"0,12-3-418,4-1 0,4-5 0,2 3 1,0-2-848,-1-3 0,1 3 1,0-2-1,-1 1-1540,1 1 0,-5-5 1749,-1 4 0,1-4 0,4-2 0</inkml:trace>
  <inkml:trace contextRef="#ctx0" brushRef="#br0" timeOffset="36">28899 5486 7717,'-16'0'2726,"6"0"1,1-2-885,2-3 0,3-2-1637,10-4 1,-3 2 0,8 6-1,1-2-140,2 1 1,3 2 0,2 2-574,2 0 0,0 0 0,-5 2 1,0 2-436,0 1 0,-6 7 0,0-1 0,1 3 574,-2 1 0,3 6 1,-7 2-1,-1 1 400,-3 4 0,-8 0 0,-3 2 0,-4 0 442,-2 3 1,1 0 0,-1-5-1,2-4 164,3-1 0,-1-2 0,7-5-414,1-1 1,11-6 0,9-4-603,9-3 0,3-4 0,1-1 1,1-4-463,3-2 1,7 0 0,-3-3 0,0 4-302,1 1 1,-5 3 0,4 11 1141,-4 9 0,-1 6 0,-1 10 0</inkml:trace>
  <inkml:trace contextRef="#ctx0" brushRef="#br0" timeOffset="37">28176 10248 7717,'-6'-7'466,"1"7"0,2 0 1,8 7 489,5 0 0,4-5 0,2 3 0,1-3-683,4-2 0,4 0 1,6 0-1,1 0-197,-1 0 0,-1 5 1,-2 2-1,-4 2-414,-1 3 1,-2 2 0,-7 2 0,-2-1 160,-1 1 1,-8 7 0,2 3 0,-5 4 72,-5 1 0,-4 1 0,-6-1 0,-3 0 85,-3 1 0,2-2 0,-5-3 0,1 0 354,4 1 0,1-4 1,2 0 68,1-1 0,6-2 0,4-5-324,3 0 1,9-8 0,5-2-1,6-5-133,3-1 0,10 0 0,-1 0 0,1-1-60,4-5 0,5-1 0,-3-5 0,-4 3-909,-5 2 0,0-10 1,-7 1-1,-3-1-494,-6-1 1,-5 8 1515,-7-1 0,-7 1 0,-2-6 0</inkml:trace>
  <inkml:trace contextRef="#ctx0" brushRef="#br0" timeOffset="38">28301 10547 7717,'-15'1'1795,"-1"5"1,7-6-1264,4 0 1,10-2 0,7-9 0,6 1-302,3 1 0,12-3 0,-2 5 0,4 0-70,4 0 0,-3-3 1,5 4-1,-8 3-853,-3 1 0,1 2 692,-10 0 0,0 0 0,-5 0 0</inkml:trace>
  <inkml:trace contextRef="#ctx0" brushRef="#br0" timeOffset="39">28852 10421 9663,'15'0'0,"3"0"0,1-2 791,2-3 0,2 3 0,-4-3 0,4 3-938,1 2 0,-5-5 0,2 0 0,-3 1 411,-3 2-264,1 2 0,-7-7 0,-2-1 0</inkml:trace>
  <inkml:trace contextRef="#ctx0" brushRef="#br0" timeOffset="40">28930 10578 7717,'11'-9'2112,"-1"4"1,2 3-1567,2 2 1,2 0 0,0 0 0,1 0-646,4 0 0,-3 0 0,3 0 0,-4 0-2694,-1 0 1,-6 0 2792,1 0 0,-1-14 0,6-3 0</inkml:trace>
  <inkml:trace contextRef="#ctx0" brushRef="#br0" timeOffset="41">29339 10201 7717,'0'-16'1615,"0"7"1,-2 2-919,-3 7 1,-4 0-227,-6 0 1,-1 0 389,0 0-199,7 0-684,2 0 1,9 0-1,5 0 1,7 0-465,5 0 0,7-5 0,-3-2 0,0 0-165,0 0 1,3 2-1,-5 5 466,-2 0 1,-3 7-1,-4 2 1,-3 1 116,-2 1 0,-2 4 1,-7 6-1,-1-1 975,-3-3 1,-6 4 0,2 2 0,-4-1-204,-2 1 1,0-2 0,1-5-1,1-1-561,3 1 1,-1-5 0,7-1-396,1 2 1,9-3 0,6 0 0,3-2-370,2-4 1,5 4 0,1 0 0,3 0-113,3 0 1,0 4 0,0-4 0,-4 1 606,-1 5 1,-2 1 0,-6 3-1,-1 2 509,-3 2 1,1 11 0,-7-4 0,-3 0 378,-5 1 0,-11 1 0,-9 1 0,-2-1-304,-2-4 0,-3 4 1,-2-6-1,1 1-939,-1-4 0,1-5 1,-2-4-1,-2-3 481,-2-2 0,-6 5 0,2-4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2.986"/>
    </inkml:context>
    <inkml:brush xml:id="br0">
      <inkml:brushProperty name="height" value="0.053" units="cm"/>
      <inkml:brushProperty name="color" value="#FF0000"/>
    </inkml:brush>
  </inkml:definitions>
  <inkml:trace contextRef="#ctx0" brushRef="#br0">27657 10484 7717,'-9'0'3086,"2"0"-2242,7 0-3,0 0-449,7 7 0,-4-5-172,8 3 0,-6-3 1,6-2-49,1 0 1,-3 0 0,1-2-154,2-3 1,2-2 0,0-6 0,-2 3-52,-1-2 0,-2-2 0,3 0 0,-2 1 35,3 3 1,-5-1 0,1-4 86,-2-1 1,4 6-22,-6-1 1,7 8-74,-1-3 1,-3 5-49,3 1 1,-1 0 24,6 0 1,0 0 34,-1 0 0,-1-2 1,-1-2 58,-3-1 1,-1-2-1,3 4 108,-1-3 0,-6-1 0,5 2 0,-5 3 1,4-5-40,-2 0 0,0 6 1,-3-6-3,1 0 0,7-2-17,-1-7 1,-3 2-31,3 4 1,-1-2-129,6 6 0,-5-4 66,-1 5 1,-5-1 0,4 5 4,-2-5 1,3 3-1,-3-8 15,2-1 0,-5 4 1,3-1 95,0 2 1,-4-4-34,8 6-159,-8-7 1,4 8-1,-5-4 21,3 1 1,-1 0-1,4 1 3,-1-4 1,6-2 0,-5-1 49,1 3 1,0 1 0,-6-3 0,4 3 272,2 2 1,-6-5-21,3 2 1,1 1-103,-2-2 1,5 1-168,-4-6 1,-1 6 0,-3 1-98,3 2 0,-3-5 1,5 3-1,-2-1-34,0-1 0,0 6 1,-3-6 65,3-1 0,-3-2 14,3-2 1,2 1 18,-1-1 1,-1 0 20,-5 1 1,5-1-1,0 0 44,-1 0 1,-2 6 0,-1 0 40,4-3 0,-3 5 0,3-3-36,-3-1 0,3-2 12,1-2 1,-1 0 0,-3 2-22,3 4 1,-3-4 0,3 4 121,-3-4 1,-1-2-21,5 0 1,-5 0 0,5 1 80,-5-1 1,-1 5-70,0 1 1,0 5-69,0-6 0,0 1-80,0-6 0,0 6-168,0-1 0,0 1 258,0-6 1,0 0 0,0 1-12,0-1 0,0 5 0,0 1 56,0-2 1,0-2 0,0-2-81,0 0 1,0 6 0,0-1-153,0-1 0,0-2 0,0-2 57,0 1 1,0 4 0,0 1 7,0-3 0,0 5 0,0-3 4,0-1 1,0-2 0,0-2 134,0 1 1,0 4-44,0 1 0,0-1-11,0-5 1,0 1 76,0-1 1,0 6-57,0-1 1,0 1 84,0-6 1,0 0-85,0 0 1,0 1-82,0-1 0,0 6 0,-1 1 22,-5 2 0,5-5-96,-5 1 1,5-3-6,1-2 1,0 6 76,0-1 1,0 6-1,-2-5 100,-3-3 1,3 5-84,-3-3 0,3 6 35,2-5 0,0-1-56,0-5 0,0 6 0,-2 1 1,-1 0-45,-3 1 0,1 2 0,5-4-16,0-2 1,0 3-1,0-1 46,0-3 1,0-1 137,0-1 86,0-1-68,0 0 0,-5 0-76,0 1 1,0 4-4,5 1 133,0-1 257,0-4 27,0-1-50,0 7-428,0 2 0,0 5 132,0-3 0,0 2-336,0-8 1,0 6 150,0-6 0,0 6 340,0-5 1,0 5-158,0-6 1,0 6-62,0-6 0,0 1-6,0-6 1,0 6-144,0-1 0,0 1 19,0-6 1,0 0 60,0 1 0,0 4 13,0 1 1,0-1-1,0-5 0,0 6 55,0-1 0,0 6 1,0-5 30,0-3 1,0 5-36,0-3 1,0 6 0,0-5-13,0-3 1,0 5-1,0-3 1,0-1 0,0 3 1,0-1-32,0-3 1,0 5 0,0-3-14,0-1 1,0 3 0,0-1 11,0-2 1,0 3 0,0-2-96,0-1 0,0 3 0,0-1 8,0-2 0,0-2 0,0-2 24,0 0 0,0 1 0,0-1-1,0 0 1,0 0 0,0 1 0,0-1-6,0 0 1,0 1-1,0-1 1,0 0-48,0 0 1,0 1-1,0-1 1,0 0 57,0 1 1,0-1 0,0 0 0,0 0 97,0 1 1,0-1 0,0 0 0,0 1 8,0-1 1,0 0-1,0 0-46,0 1 0,0-1 1,0 0-1,0 1-17,0-1 1,0 0 0,0 0 0,0 1-19,0-1 0,0 0 0,0 0 0,0 1-60,0-1 0,1 0 0,3 1 0,1-1 41,-2 0 1,-1 0 0,-2 1 0,0-1 26,0 0 0,0-5 0,0 0 0,0 2 98,0 2 1,0 1 0,0 0 0,0 1-22,0-1 0,0 0 0,0 0 0,0 1-63,0-1 0,0 0 0,0 1 0,0-3-15,0-3 1,0 4-1,0-4 1,0 3-56,0 3 1,0-1 0,0 0 36,0 0 1,0 1 0,0-1 0,0 0 12,0 0 1,5 1 0,1-1 19,-3 0 0,-1 1 1,-2-1-1,0 0 4,0 0 0,0 1 0,0-1 0,0 0 1,0 1 1,0-1-1,0 0 1,2 2-103,3 4 0,-3-4 0,3 3-25,-3-3 1,-1-1 0,3-1 55,1 0 1,0 6 0,-5-1 57,0-1 0,0-2 0,0-2 1,0 1 0,0-1 7,0 0 0,0 0 0,0 1-7,0-1 1,0 0-1,0 1-6,0-1 0,0 5 1,0 1-9,0-2 0,0-2-109,0-2 0,0 0 0,0 0 67,0 1 0,0 4 0,0 1 7,0-2 0,0-2-32,0-2 0,0 0 93,0 0 1,-5 1-19,0-1 1,0 6 0,5-1-27,0-1 0,0 3 0,0-1-17,0-3 0,0 5 72,0-3 0,0 1-15,0-6 0,0 6 0,0-1 21,0-1 0,0 3 0,0-1-6,0-3 0,0 5 27,0-3 0,0 1-25,0-6 0,0 6 0,0-1-41,0-1 1,0 3 0,0-1 1,0-1 20,0-5 0,5 1 28,0-1 0,0 5 0,-5 1-20,0-2 1,0 3 0,0-1-8,0-3 1,0 5 0,0-3-31,0-1 1,0 3 0,0-1-12,0-3 0,0 5 21,0-3 1,2 3-1,2-5 1,1 3-4,-2-2 1,-1 3-1,-2-2 18,0-1 1,5-2-1,1-2-3,-3 1 1,1-1 0,-1 0-96,2 1 0,1 4 0,-5 1 84,5-3 1,-3-1 56,8-1 0,-6-1 71,5 0 1,-6 6-74,1-1 0,-3 6 0,-2-5-64,0-3 1,0 5-147,0-3 0,0 6 61,0-6 0,1 1 15,5-6 1,-5 6 104,5-1 1,-5 6-45,-1-5 1,0 4 0,2-2 92,3 1 0,-3-6-151,3 3 1,2 1 0,-1-1-28,-3-3 1,1 7 0,-1-1 21,2 0 1,2 0 67,-1-4 0,-3-3 361,8 4 114,-8 3-34,4-7-400,-7 12 0,0-7-17,0 4-217,0 3 169,0-5 0,2 7 140,3 0 63,-3 0-22,5 0-91,-7 0 1,0 2 0,0 3-21,0 6 1,2-3 0,1 3 10,2 1 0,1 2 1,-5 2 13,5 0 0,-5-1 1,4 1-1,-1 0-9,1-1 0,-3 1 1,3 0-1,-3 0 28,-2-1 1,2 1-1,1 0 1,2-1 6,-1 1 0,-2 5 0,-2 0 0,0-2-15,0-1 1,0-3 0,0 1-1,0 0 49,0 0 0,0-1 0,0 3-27,0 3 1,1 1 0,3 5 0,1-6-50,-1-4 1,-3-1-1,-1-1 1,0 3-44,0 3 1,0-4 0,0 4 0,0-1-14,0 1 0,0-4 1,0 6-1,0-2-30,0 0 1,0 0 0,0-6 0,0 1 17,0 0 0,0-1 0,0 1 0,0 0-149,0 0 1,0-6-1,0 1 1,0 1 69,0 2 1,0 1 0,0 1 0,0 0 80,0 0 1,0 1 0,0 2 0,0 2 12,0-2 1,0 4-1,0-2 1,0 0 92,0 2 0,0-4 1,0 5-1,0-1 40,0-4 0,0 4 1,0-2-1,0-2-25,0-1 1,0-3 0,0 1 0,0 0 3,0 0 1,0-6 0,0 0-24,0 3 0,0 1 1,2 1-1,2 1 43,1 0 0,2 1 0,-4 3-68,3 0 0,-1 1 0,-5-5 0,0 2-31,0 3 0,0-4 1,0 6-1,0-2 5,0 0 0,0 5 1,0-3-1,0-1-52,0 1 1,0-2 0,0-4 0,0 3 49,0 1 0,0 0 0,0-6 0,2 1 21,3 0 1,-3-1 0,3 3 0,-3 1 16,-2 2 1,0 0-1,0-4 1,0 3-16,0 1 1,0 0-1,1-6 1,3 1-44,1 0 1,0 5 0,-5 0-1,2-2-36,3-2 0,-3-1 1,3 0-1,-1-1 20,1 1 1,-3 0 0,3 1-1,-3 3-3,-2 1 1,0-1 0,0-4-1,0 0 46,0 0 0,5 5 0,0 0 1,-1-2 25,-3-2 0,-1-1 0,0 0 0,0-1-25,0 1 1,2 0 0,2 0 22,1-1 0,0 8 1,-5 1-35,0 1 0,0-2 1,0-8-1,0 1-28,0 0 0,0-1 1,0 1 21,0 0 1,0 0 0,0-1 0,0 1-2,0 0 1,0-6 0,0 1 0,0 1 0,0 2 0,0 2 0,0-1 59,0 1 1,0 0 0,2-1-1,1 1 68,3 0 0,-1 0 1,-5-1-123,0 1 1,0 0-1,0 0 1,0-1-20,0 1 1,0 0 0,0-1 22,0 1 1,0-5 0,0-1-101,0 2 0,0 2 0,0 2 67,0 0 1,0-6-1,0 1-51,0 1 0,0 2 0,0 2-96,0-1 0,0 1-29,0 0 1,0-1-1,0 1 1,0 0-277,0 0 1,0-1 0,0 1 357,0 0 0,0-1 1,0 1 138,0 0 1,0-6 0,0 1-77,0 1 0,0 2 210,0 2 0,2-2 0,1-2-205,2-2 0,1-4 0,-5 2-193,5-1 0,-5 6 80,5-3 1,1-1 13,-2 1 0,2-4 215,-2 4 0,-1-6 30,6 1 1,-6-2-43,1 2 1,-2-3-65,3 3 0,-3-3 9,7-2 0,-4 0-9,4 0 1,-6-2-1,3-1-29,0-2 0,-6-7 0,6 1-18,0-3 1,-5 4-1,5-1 1,-2-1 8,1-2 1,-1-2 0,-3 0 0,1 1 9,2-1 0,1 0 1,-6 1-1,0-1 65,0 0 1,0 0 0,1 1 0,3-1 34,1 0 0,0-1 0,-5-2 0,0-2 2,0 1 1,0 3 0,2 0 0,2-3-22,1-1 1,0 0-1,-5 4 1,0-2-18,0-2 0,2 0 0,1 5 1,3 0-20,-3 1 0,-1-6 0,-2 0 1,0 2-21,0 1 0,1 2 0,3 1 0,1-1 6,-1 0 1,-3-5 0,-1 0 0,0 2 48,0 2 0,2 1 1,2 0-1,1 0-38,-2 1 1,-1-6 0,-2 0 0,0 2-6,0 1 1,0 2-1,0 1 1,0-1-26,0 0 1,0 1-1,0-1 48,0 0 0,0 0 0,0 1 0,0-1 19,0 0 0,0 6 1,0-1-1,0-1 89,0-2 0,0-2 0,0 1-33,0-1 0,-2 0 0,-1 1 1,-2-1 124,1 0 0,2 0 0,1 1-90,-5-1 0,5 0 1,-5 0-37,5 1 0,1-1 0,0 0 0,0 1-284,0-1 1,0 0-1,0 0 1,0 1-17,0-1 1,0 0 0,0 1 104,0-1 1,0-2-1,0-1 1,0-2 70,0 2 1,0 2 0,0 1-1,0 0 82,0 0 1,0 1-1,0-1 53,0 0 0,0 1 1,0-1 4,0 0 1,0 0 0,0 1-26,0-1 0,0 0 1,0 1-127,0-1 1,0 0-1,0 0-35,0 1 0,0-1 0,0 0 13,0 0 1,0 1 0,0-1-10,0 0 0,0 1 0,0-1 1,0 0 37,0 0 1,5 1-1,0-1 25,-1 0 1,-3 1-1,-1-1 15,0 0 0,2 0 0,2 1 10,1-1 0,0 0 24,-5 1 1,0-1 16,0 0 1,2 0-32,3 1 0,-3 4 43,3 1 1,-3-1-40,-2-4 1,2 6 0,1 2 25,2 0 1,1 3 0,-6-6 0,1 6-34,5-1 0,-3-2-24,8 2 1,-6-7-63,5 1 71,-6 4 0,5-2 24,-4 4 1,-2 4 4,8-5-115,-8 5 39,11 1 0,-10 0-2,6 0 84,-6 0 1,3 1 112,-7 5 0,1-5 0,3 6 19,1 0 0,0-3-97,-5 6 0,2 1 0,2 4-50,1 1 1,0 0 0,-5 0 5,0-1 1,5 1 0,1 1 0,-3 3 26,-1 1 0,3 0 0,0-6 1,1 1-20,1 0 0,-6-1 0,5 3 0,-3 1-6,2 2 1,-3 0 0,5-4 0,-2 3-18,1 1 1,-1 5 0,-3-3 0,1-1-62,2 1 0,0 3 1,-3-3-1,2 1-252,1 4 0,0 0 0,-3 2 0,1-2 127,3 0 0,-1 5 0,-5-7 0,0 4 83,0 1 0,2-1 0,1-2 1,2-4-43,-1-1 1,-2-2 0,-2-5 0,0-1 10,0 1 0,1 0 1,3 0 80,1-1 0,2 1 0,-3 0 1,1-1-26,-2 1 1,-1 0-1,-2 0 1,0-1 18,0 1 0,0 0 0,2 1 1,1 2 26,3 2 1,-1 0 0,-5-5-1,0 0 32,0 0 0,0 4 0,0 1 0,0-1 27,0-3 1,0-1 0,0 0 0,0-1 41,0 1 0,0 0 1,0-1-62,0 1 0,5 0 0,0 0-12,-1-1 0,-2 1 1,-2 0-19,0-1 1,0 1-1,0 0 1,0 0-9,0-1 1,0 1 0,1 0 32,5-1 1,-5 1 0,5 0 40,-5 0 0,-1-6 0,0 1 22,0 1 1,2 2-1,2 2-27,1-1 0,0 1 0,-5 0-55,0-1 1,0-4 0,0-1-149,0 3 0,0 1-204,0 1 1,5 1 68,0 0 1,1-6 0,-6 1 144,0 1 1,0-3 0,1 1 68,5 2 0,-5-3 0,5 2 86,-5 1 0,-1 2 1,2 0 295,3-4 0,-3 4-76,3-3 1,-1 3-138,1 1 1,-3 1-116,3 0 1,2-1 86,-2 1 0,1 0 187,-6 0 0,5-1 11,0 1 1,0 0-132,-5-1 0,0 1 0,0 0 6,0 0 1,0-1-1,0 1-179,0 0 0,2-2 1,2-2-1,1-2-19,-2 3 1,-1-5-1,-2 3 220,0 1 0,2-3-132,3 1 0,-1-1 0,4 3-18,-1-1 1,-2-6 62,-5 5 0,2-6 0,2 3-239,1 0 1,2-5-41,-2 3 1,-3-2-1,5 1-8,0 1 0,-4 0-83,8-5 1,-6 0 319,6 0 0,-6 6-88,5-1 0,-4 0-34,4-5 0,-5 0-5,6 0 1,-6 0-60,6 0 0,-1 0 83,6 0 1,-6-5 67,1 0 0,-6-8-8,5 3 0,-6 1 0,3 0 0,-2 1 47,0-1 0,2 4-94,-1-6 1,-5 1 0,6-4-66,0 3 0,-5 3 1,3 2-27,-3-4 1,3 1-2,1-1 0,1 6 0,-4-3 147,2 0 1,0 4 83,-5-8 0,6 6-25,-1-5 1,0 4-1,-3-2-16,3 1 1,-3 0-31,3 1 1,-1 5 0,-1-6-70,2 0 50,1 5 0,-1-7 12,0 4 1,2 3 100,-2-3 254,-3 3 0,7 2-137,-4 0-186,-3 0 0,7 0 48,-4 0-166,-3 0 0,6 0-125,-2 0 198,-5 0 1,8 0-128,-4 0 0,-3 2 107,3 3 0,-1-3 0,-1 5-76,2 0 0,2-5 1,-3 5-45,1 0 1,2-6 0,-3 6 215,1 0 0,5-3 335,-4 6 1,4 1-80,-5 4 0,6 1-259,-6 0 1,2-2 0,-3-2-87,1-1 1,2-8 0,-2 4-66,6 0 1,-3-5 17,3 3 0,-6-1 58,5 1 0,-1-2 0,3 6 133,-1-2 0,-6 5-29,6-1 0,-8-3 1,4 1-55,0-2 0,-5 0 1,5-3-89,0 1 0,-5 2 1,5-4-80,0 3 0,-4-1 0,6-3 33,-2 3 1,3-2 0,-3 6 9,2-2 0,-4 4 1,4-5 1,-2 3 1,5-4 178,-1 6 1,3-1-91,1 6 0,-4-7 1,-2-2-1,-1-2 53,1 0 1,-4 1-1,4-5-9,-2 5 1,5-3-24,-1 8 0,-3-8 0,1 4-27,-2 0 0,4-4 0,-4 6-96,1-2 0,-4 0 0,3-3-137,0 1 1,2 0 86,6-5 1,-4 5 43,-1 1 0,1-1 0,3-3 133,-4 3 0,-1-3 1,-4 3 90,6-3 0,-4-1 0,0 3 37,0 1 0,-6 2 1,6-3-40,0 1 1,-3 0 0,5-3-98,-2 3 0,0-3-184,-2 3 1,4-3-14,6-2 0,-4 0 0,-3 1 49,-1 5 1,0-5 71,-1 5 0,1-3 58,3 2 0,4-3 200,-3 3 0,-3-3-31,3-2 0,-6 0-153,6 0-252,-1 7 1,6-5 121,-1 3 0,-4-1 16,-1 1 1,-4-3 73,4 3 1,-5-3-182,6-2-6,-1 0 1,6 0-75,0 0 0,-6 0 33,1 0 0,-1 0 58,6 0 1,0 0 258,-1 0 1,-4 0 0,-1 0 89,3 0 1,-5 0 9,3 0 0,-6 0 74,6 0-157,-8 0-257,11 0-174,-5 0-83,6 0-41,1 0-1995,-7 0-1317,-2 0 3778,0 0 0,2 7 0,6 1 0</inkml:trace>
  <inkml:trace contextRef="#ctx0" brushRef="#br0" timeOffset="1">19276 8095 8067,'-24'0'-4,"1"0"0,8 0 1,-1 0-1,0 0 1,0 0 2557,1 0-2323,6 0 1,4 0 0,10 0-1,5 0 1,8 0 0,5 1 0,6 5-1,4 2-218,8 1 1,2 5 0,6-2 0,2 6 19,1 3 1,8 5 0,-3-2-1,5 3 38,0 1 1,7 10 0,0-5-1,3 6 47,3 4 1,0-4 0,2 1 0,0 0 7,-37-19 0,0 0 1,1 1-1,0 0 0,38 12 1,0 5-110,-1 1 0,-37-20 1,0 0-1,1 2 1,-1 0-1,-1-1 1,0 0-59,1 1 0,0-1 1,0 1-1,0 0 0,36 20 1,-4-4-65,-5 1 0,1-2 0,-5 3 0,-3-5 56,1 0 0,-8-2 1,-2-5-1,-5-4-35,-5-1 1,-5-4 0,-9-7 0,-4-3 115,-1-2 1,-7 0 5,-6-2-277,-6-3-240,3 5 0,-14-7 0,-4 0-157,-3 0 0,4 0 1,-1 2 451,-1 3 0,-2-3 1,-2 3-1,1-2 163,-1 3 0,0-5 0,0 5 0,1-3-15,-1 2 0,-5-3 0,0 5 0,2-2 291,1 1 1,-3 1 0,0-4 0,2 2-103,2-1 0,1-1 0,0 1-104,1 1 0,-1 0 1,0-5-2,0 0 0,6-1-20,0-5 1,6 3 88,-1-8 1,3 6 0,4-4-7,3 2 1,4 2 0,6 5-9,1 0 0,7 0 0,1 0-54,1 0 1,-2 0 0,-6 0 0,2-2-207,2-3 1,5 3 0,-3-5 0,0 2-5,0 0 1,3 0 0,-4 5-1,1 0-186,0 0 0,-2-6 1,-5 1-503,-1 2 1037,1 1 0,-9 2 0,-7 0 38,-9 0 0,-10 0 1,-2-2-1,2-1 361,1-3 1,-3-6 0,-1 0 0,-1-5-232,0-4 0,1-6 1,2 5-1,-1-3-328,2-3 0,3-1 0,4-5 0,3 0-2387,2-3 1,-3-3 2358,5 8 0,-7-3 0,3 11 0</inkml:trace>
  <inkml:trace contextRef="#ctx0" brushRef="#br0" timeOffset="2">16619 12150 7951,'-8'-16'0,"-13"7"0,3 2 0,-3 2 0,2 0 0,-2 1 198,-2 3 0,4 1 0,-4 0 0,1 0 0,-5 0 1639,-2 0 0,-1 8-1424,4 8 1,-4 2-1,4 6 1,-4 2 0,-1 6-1,1 6 67,4 1 1,-4 9-1,4-7 1,-2 8-349,2 3 0,3 13 0,9-15 0,2 3 31,1 4 1,8 3 0,-2 2-1,5 1-99,5 0 1,4 2-1,8 1 1,2 1-522,2-6 0,7 5 1,-2-7-1,4-1 166,2-2 1,4-5 0,1-8 0,0-3 162,1-1 1,2-4 0,9-9 0,4-5 143,4-4 0,4-8 1,6-4-1,4-3-49,8-2 0,8-7 0,-1-5 0,0-6-224,-1-3 0,-40 6 1,-1-3-1,-1 2 0,0-1 1,0-2-1,0 0-39,0-3 1,-1 0 0,0-1-1,-2-1 1,-2-2 0,-2-1 0,30-28-107,-7-1 0,-6-11 1,-11 3-1,-7-4 213,-7-2 1,-13-4-1,-9 5 1,-5-1 278,-1 0 1,-8 5 0,-10 2 0,-12-7 194,-10-5 0,15 38 1,-2 1-1,-2-1 0,0 1 1,-1-1-1,-1 2-43,0 1 0,-1 2 0,-4-3 1,-1 3-1,-1 6 0,-1 2 1,0 0-1,-1 2 29,0 2 0,-2 2 0,-40-7 0,2 10 0,-6 11-381,39 7 0,0 3 1,0 2-1,-1 3 0,-2 6 1,1 3-1,1 0 0,2 2-1695,1 0 1,0 1 1804,2 0 0,1 1 0,1 1 0,1 1 0,0-1 0,0 1 0,1-1 0,-1 0 0,3 1 0,-1 1 0</inkml:trace>
  <inkml:trace contextRef="#ctx0" brushRef="#br0" timeOffset="3">25314 12134 8036,'-17'-2'0,"-3"-1"0,-2-4 0,-1 0 0,-2-2 0,1 2 247,-4 0 1,-2-5 0,-1 3-1,-2-1-93,-4-1 1,2 3 0,-7-5 0,-2 3-239,-1-2 0,-2 3 0,-2 0 0,-2 0-12,-1 1 1,-1 3 0,5-4 0,-3 2 68,-2 3 1,-9-3 0,0 2 0,1 2-63,0 1 1,-9 2 0,6 0 0,-6 2 242,-5 3 1,0 2 0,-1 5 0,5-1-3,1 1 1,-3 2 0,4 0 0,3-2-15,1-2 1,4 1-1,4 6 1,4 3-33,4 0 1,-1 1-1,1-5 1,3 2-71,1 3 1,6-4-1,3 4 1,3-2-8,1 2 0,8 2 0,1 5 0,2-2 5,0 2 1,2-4 0,7 3 0,3 1 11,2 1 1,-4 8 0,6 1 0,2 1 41,1-1 1,2 1 0,2-4-1,3 3 5,5 2 1,4-5-1,2 3 1,0-1 5,-1 0 1,6-1 0,2-2-1,2 1-18,3 1 1,1 6-1,3-5 1,1-2 6,4-2 1,1-2 0,6 3 0,-2-1-38,1-2 0,8 9 1,3-10-1,0 0-60,0-2 1,6-4 0,-3 2 0,5-5 36,0-3 1,1-3 0,2 1 0,0 0 10,-2 0 1,5-2 0,-7-2 0,3-3 4,-2-2 0,6-2 1,-5-5-1,1 0-12,1 0 1,-2 0 0,0 0 0,-2 0-111,-4 0 0,3 0 1,-6-2-1,0-3-60,0-6 1,9-3 0,-3-1 0,-3-1 45,-1 0 0,2-5 1,-4-1-1,0-1-121,0 0 0,-3-5 0,-7 4 0,-4-2 144,-2-1 1,-1 1 0,-6-5 0,1-1 143,-1 1 1,-6-1 0,-4 1-1,-4 0-22,-1-1 0,-6-6 0,-1-2 0,-2-2 31,-3 0 1,3 0-1,-2-5 1,-2-1-128,-1 1 0,-2-3 1,-2-1-1,-1 4-13,-2 1 0,-8-8 0,3 7 0,-6 0 26,-5 3 1,-2 1-1,-6 3 1,-1-2-15,-3-2 0,-4 2 0,0 11 1,-4-1 39,-5 1 1,-3-1 0,-1 1 0,-6 1-429,-5 4 1,1-2-1,-12 7 1,1 4-497,-3 4 0,-13 6 928,3 7 0,39 3 0,-1 1 0,-1 1 0,0-1 0</inkml:trace>
  <inkml:trace contextRef="#ctx0" brushRef="#br0" timeOffset="4">29811 12291 20707,'-16'-1'0,"0"-3"0,0-1 0,1 0 0,-1-2 0,-1-2-630,-4 0 1,3-3 0,-5 5 0,1 0 680,-4 0 1,-2-3 0,0 3 0,1 0 81,-1 0 0,1-4 1,-3 4-1,2 0-108,0 0 0,-5-3 1,7 4-1,-4 3 26,-2 1 1,1 2 0,-1 0 0,-1 0 12,-3 0 0,2 0 0,-4 0 0,1 0-27,1 0 1,-1 0-1,4 0 1,-2 0-70,-2 0 0,-5 0 0,4 0 0,-1 0 216,1 0 1,-4 0 0,5 0 0,2 0-91,2 0 0,-2 0 1,0 2-1,4 1-5,1 3 1,-3-1 0,7-3 0,-2 1 60,2 2 1,-2 6 0,5-6 0,0 0-223,0 2 1,3-5-1,2 5 1,-1-2 135,-2 1 1,0 4-1,3-5 1,-1 0 32,-2 2 1,0-3-1,6 6 1,-3 1-19,-3-2 1,4 5-1,-4-4 1,3 2 72,2-1 1,-4 6 0,-1-5 0,1 1-6,3 1 1,1 0 0,0 1-1,2 1-223,4 0 1,-4 0 0,5-1-26,1 1 1,-5 0 0,6-1-24,-1 1 0,4 0 0,-3 0 0,2-1-29,0 1 1,-1 0 0,5 1 0,-3 2 3,-1 2 1,0 0 0,5-3 0,0 1-11,0 2 0,0 0 1,0-5-1,0-1 20,0 1 0,0 0 0,0 1 0,0 2-52,0 2 0,5 0 1,2-5-1,0 0-9,0-1 1,5 1 0,-1 0 0,3 0 111,1-1 1,1 1-1,0 0 1,-1-2 82,1-4 1,5 4-1,0-3 1,-2 3 24,-1 1 0,3-1 0,0-1 0,0-3 8,1 2 0,-2-3 0,4 0 1,1-2 82,-1-4 1,0 4 0,4-2 0,-3-1 33,-2-2 0,4-1 0,0 3 0,1 1 51,-2-1 0,2-3 1,-7-1-1,-2 0 133,-2 0 1,6 6 0,2 1-181,-1 1 1,-1-4 0,-6 1-1,2-1-46,2 1 0,7-3 1,-1 3-1,1-3 23,-2-2 1,7 0 0,-3 0 0,-1 0-69,1 0 0,3 0 0,-8 0 1,1 0-61,0 0 1,-1 0 0,1 0 0,-5-2 28,-4-3 1,4 3 0,0-3 0,0 3-61,2 2 0,-6 0 0,6 0 0,-2 0-12,0 0 1,2 0 0,-4 0-1,4 0 97,1 0 0,-3 0 0,3 0 1,-1 0 31,-4 0 0,4-5 0,0-1 1,-1 3-69,1 1 0,-2 2 0,-5-2 0,0-1 94,-1-2 1,1-1 0,2 5-92,2-5 1,3 3 0,3-6 0,-3 0-113,0 1 1,-6 2 0,6-2-1,-2 1-47,0 3 0,2 3 0,-4-1 23,2-3 0,5 3 0,-5-3 8,-2 3 0,-1-3 250,-3-1 0,1-4 0,-2 3 101,-3-2 0,3 0 0,-6-3 0,3 2-288,-1-3 0,1 1 0,4 0 1,-1 2-17,-3-3 0,3-1 1,-4-1-32,4-1 1,0 0 0,-1 0 0,-3 3-41,2 2 1,-5-3-1,0 5 1,-2-1-192,1-1 0,6 1 186,-2-6 1,4 0 0,2 1-4,0-1 1,-6 6 0,-1-1 0,0 1-47,0 1 0,-4-5 1,3 3 191,-1-3 1,0-1-1,-3-1 53,1 0 1,0 1-1,-5-1-3,0 0 0,0 0 0,-1 2 0,-3 2-79,-1 2 0,-7-1 0,3-4 0,-1-1-40,-1 0 1,1-3 0,-6 1 0,-2 3-81,-3-4 1,4 3 0,-6-5 0,2 5-64,0 6 0,-1-10 0,2 5 0,-2-3-15,-3 1 1,4 1 0,-3 0 0,1 2 58,4 4 1,-4-2-1,0 5 1,1 0-104,-1 0 0,-5 1 0,2 6 0,-2 0 78,2 0 0,-4 0 1,4 2-1,-4 3-34,-1 6 0,1-2 0,4 1 0,5 2 69,3 2 1,10 4 187,2 3 1,5-4 0,1 6-1</inkml:trace>
  <inkml:trace contextRef="#ctx0" brushRef="#br0" timeOffset="5">30015 13360 13240,'-10'-5'-559,"-1"0"1,2-2-63,-1 1 1349,3 5-413,7-6-259,0 7 0,7 0 0,3 0 0,4 0 60,2 0 1,2 0 0,1 0 0,3 0 56,3 0 0,1 0 0,6 0 0,-1 0-50,0 0 0,1 0 1,-1 0-1,1 0 109,-1 0 1,6 0 0,1 0 0,1 0 8,-1 0 1,6 0 0,-2 0-1,3 0-189,2 0 1,-1 0 0,-2 0 0,-3 0-101,3 0 1,2 0 0,2 0 0,1 0-45,-1 0 1,7 1 0,-6 5 0,4 4-47,1 4 1,4 2 0,-4 0 0,0-1 213,0 1 0,-2 0 0,-4-2 0,-1-2 75,0-2 1,-5-1-1,0 2 1,0-4-7,-2 0 1,0-6-1,-5 5 1,3-5-8,3-1 0,-1 0 0,3-1 0,-2-3-143,-3-1 0,6 0 0,-4 3 0,0-2-63,-3-1 1,1-5-1,1 4 1,-1 1-2,1-2 0,-3 0 0,-4-3 0,-1 3 64,1 0 1,-1 3-1,0-4 1,1-1 50,-1 0 1,1 6 0,-1-4 0,-1 1-6,-4 1 0,4 0 0,-6 3 0,3-1 26,-1-3 1,-2 1 0,4 3-1,-2-1-14,2-2 0,-3-1 1,1 6-1,0-1-48,-1-5 1,4 5-1,-4-5 1,1 5-96,0 1 1,-7 0 0,2 0 0,-3 0-451,-2 0 0,-1 0-616,1 0 1,-7 1 1055,-4 5 0,-10 2 0,-4 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06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19591 4684 12625,'-47'2'491,"0"3"1,3 5-1,-3 11 1,14-7-1,-9 7 1,3-2-1,-8 8 1,-5 8-1,-1-4 1,1 11-165,5 0 1,3 3 0,4 2 163,3 1 1,11 2-1,-11 8 1,7 8-165,12-24 1,0 0 0,-14 40-1,18-37 1,2-1 0,-4 38-1,11 2 1,3-12 0,2-8-820,0-4 0,2-6 57,3 9 0,9 1 419,7 10 0,6-4 95,-6-8 1,6 0 0,0-7-23,2-7 0,1-3-370,7-8 1,3-1 159,23-4 0,-2-6 0,4-3 0,-13-6-87,-5-8 1,4-6-51,12-3 0,3 0 128,18 0 0,-9 0 70,-2 0 1,-11-12 24,1-4 0,-11-12-39,0-3 0,2-11-78,-1-16 0,-4 3 1,-11-8 24,-6 9 0,-1-1 0,2 5-29,-3 4 1,3-13-1,2 3 25,-5-1 1,-4 2 186,-5 3 0,2-4 0,5-14 467,-2 7 1,-10 7-1,5-6 1,-13 2-142,8-8 1,-11 9-70,1 1 1,-13 7-282,-9-1 1,-14-2 146,-12 2 1,-5-1 63,-5 6 1,1 7 84,-7 3 0,8-1-144,-3 1 0,3-1-95,-3 1 0,4 4 163,-3-4 0,1 9-16,-1 2 0,1 12-10,-7-2 1,1 11-232,-6 0 1,-2 17-210,-3 9 0,7 17 0,2 4 0,11-2 0,8 1 0,5-1 0,7 7 0,4 0-738,1 0 738,9-7 0,-7 6 0,4-6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07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18883 6460 12437,'-40'16'-642,"9"-8"900,15-8 121,16-15-289,9-10 1,13-11 62,5-1 1,2-5 70,3 5 0,5-10 0,-1 5-36,-1 4 1,5-8-1,1 3-37,-1-1 1,9-3-1,-7 0 1,-2 5-8,0 2 1,-5 7 0,7-6-1,0 2 93,-2 1 0,5-1 0,-3 4 0,4-2 8,1-2 1,0 1 0,2 4 0,2 1-65,1-1 0,6 1 0,-4 1 1,0 2-77,0 2 0,-2 2 0,-3-4 0,2 3 25,1 3 0,6-5 1,-5 5-1,-3-1-175,-1 0 0,-2 1 0,0 2 116,1-1 1,9-10 0,1 5 0,-4 1 11,-3 1 1,-1 5 0,5-6-1,2 2 1,-4 3 0,-11 4 49,1 0 0,15-1 1,3-1 109,-2 2 0,-4-3-33,-3 9 0,7-4 22,20-2 1,0 6-94,-1-1 1,1 1 0,-4-4-5,-7 3 0,-7-1 0,-14 7-81,1 1 0,9-3 0,4 2-56,4 2 0,-16-4 1,3 1 26,-5 3 0,13 1-128,8 2 1,12 0-1,1 2 123,-10 3 1,-8-3-1,-16 3 165,1-3 1,20-2-156,10 0 1,6 0 0,-3 0-1,-15 0 37,-8 0 0,-6 2 0,-5 1 48,0 2 0,14 6 87,8-6 1,4 7 99,0-1 1,-1 3-96,-4 1 1,-5 1 0,0-2-3,-9-3 0,14 2 1,2-4-59,-2 0 1,-1 5-106,-10-4 1,1 11-4,10 6 1,-3 2 48,-2 3 1,-1 1 167,1 4 0,-5-4-172,0 3 0,-1-1 7,6 2 1,-5-4-53,-1 4 1,-1-6-53,2-5 0,3 4-1,-3-4 0,1-1-43,-1 1 0,1-7-6,-6 2 0,-1 4 64,-5 1 1,-5-2 68,0 2 0,-7-5 3,2 6 1,1 4-28,-1 6 0,-1 1-90,-4-1 0,-1 5-97,1 10 0,-8-1 24,-3 6 1,-3 1 29,-3 5 0,1-5 7,0-1 0,-2-1 1,-2 5-93,-1 2 0,-1-12-117,6 12 1,-2-2 150,-4 12 0,2-3-25,-6-7 1,-1-7 27,-5-4 1,0-8-574,0-2-276,0-14 218,7 8 459,-5-18 662,5-3-215,-21-42 1,1 2 44,-13-27 0,0 6 195,-5-1 0,-1 0-70,1 0 1,-1 5-305,1 0-135,6 14-492,-4-2 490,18 22 1,-13 16 277,13 19 0,-4-1-178,9 10 1,1-9-88,5 9 1,4-10 31,6 11 0,-3-5-203,14 9 221,-7-13 531,9 16-175,-8-11 695,-6 0-610,-2-10-1357,-7-16 492,0-42 0,4 7 0,6-24 0,2 15 0,15 11 0,6 0 246,9-6 0,-4 8 0,0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08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27720 9714 12408,'-32'-32'-97,"8"8"0,1-13 287,7 0 1,6 2 1,-1-6 0,6 13 3,-5-14 0,6 7-30,-1-12 0,3-2-74,2-9 1,0-3 44,0 3 1,0-3-180,0-2 1,5 6 70,1-1 0,6 0 116,-2-4 1,4 4 23,2 0 1,-4 1-22,4-6 1,-4 0-76,9 0 1,-3 0-57,-3 0 1,8 2 24,3 4 1,-1-1 76,1 11 1,0-2 87,5 12 0,-6-6-1,-4 1 1,2-6 60,-2-4 0,7-11-96,-2-10 1,3 3-134,3 2 1,-8 8 16,-3 3 0,2 6-32,-2-1 0,2 3-23,-2 2 0,3-2-9,8-4 0,-1 1 0,0-4 3,1 4 0,1 5 1,2-7-7,2 5 0,-4 1 17,-2 7 1,-3-5 0,9-8 86,-4 7 1,-5 8 48,4-2 1,3-3-14,12-9 1,0 3-24,0-8 0,0 6-65,0-6 1,1 6-105,-1-6 1,5 9 109,1 2 0,-1 7 115,-5 8 1,-7 6 67,-3 0 755,-4 7-776,6-11 1,1 13-213,7-4 0,-10 10-26,-1 6 1,-9 2-41,9-3 0,3 5-384,13-5 0,-8 5 105,3 1 365,-10 0 38,8 7 0,-5 3-10,7 11 0,-15-7-16,-1 7 0,-5-5 0,16 10 0,-5-7 12,5 2 0,0 2 5,5-2 0,0 7-13,0-2 0,1-2-47,-1 2 0,-5-5 19,0 6 1,-7-6 76,1 5 1,-8 2 88,-2 8 1,-10-6-8,5 7 1,-5-11-42,10 11 0,-10-13 18,5 7 1,-6 4-30,12 7 1,-8 4-30,2 1 0,-9 5-41,-2 1 1,-6 1-29,1-2 0,2-3-44,-2 4 0,9-5 9,2 0 1,2-1 104,8 0 0,-2-3-14,2 3 1,4-4-1,-4 10 1,-1-4-34,1-2 0,-5 5 41,5 1 1,-12 6 204,2-1 0,-11 10 71,0 5 1,-12 4-134,-8 1 0,-6 6-205,-5 0 0,-2-4 0,8-11-138,6-12 0,-5 10 0,7-5 0,0-4-28,-2-6 0,2-4 0,-1-1 0,3 0-8,-2 0 1,-4 5 119,-5 11 1,-2 0 0,-5 14 161,2-7 1,0-14 0,-4 5-111,4-5 1,1-7-132,4-2 0,-8-3 11,-8 8 1,0-5-75,6-5 1,-7-4-273,-4-6 0,-4-1 215,-1 1 1,0-6 105,0 0 0,-2 0 82,-4 6 0,4-1 94,-3 1 1,5-6 60,5 0-303,4-14 1,4 7-155,-2-13 158,9-8 0,-16-7 126,6-7 0,4 4 72,-4-3 1,13 6 45,-8-12 0,10 0-18,-5-11 0,3-1-13,-2-3 0,1-5-16,4-6 1,4-2 90,-4-3 0,3-2-80,3-4 0,-1-3 9,0 3 1,6-1-44,-1 1 1,8-1 91,-2 7 1,3-1 37,2 6 1,0 0-25,0 0 0,0 0 156,0 0 0,12-8-234,4-2 0,5 3 7,0 1 0,-4 4-24,4 2 0,-9 5-20,-1 0-67,-8 14 95,4-22 0,-14 15 7,-3-18 1,-6 17 0,-5 4 1,2 8 17,-7-8 0,10 15-10,-5-9-57,7 17-102,-16-19 54,-1 25 1,-2-11 0,-11 28 68,7 7 1,11 1 1,5 4 1,5 2-6,-10 9 1,7 3 39,-2 7 1,-2 1 36,2-1 1,0-5 24,6 0 0,-1-11-57,0 6 1,6-11 36,-1 11 0,-4-1 77,-6 11 0,0 6 10,5-1 1,-5 1 19,0-6 0,0 5-20,5 0 1,2 3-127,4-3 1,-2 9-1,6 5-55,3-4 0,1-5 0,2-6 10,0 1 0,0-3-1,0-2 1,5 9 21,1 12 1,4 0 25,-5-5 1,6 2 32,-6 3 1,0-3-90,-5 3 1,-1-4-8,-5-1 1,3 0-125,-8 0 1,-6-7-79,-9-4 0,5-10 113,-6-5 1,10-9-53,-14-2 0,-4 0 39,-7 6 1,-9-1-221,-1 1 0,-1-3 134,6-3 0,0 1-344,0-12 41,7 5 76,-6-12 297,6 1 23,-7 5 1,5-14 142,0 0 1,16-4-156,-6-11 0,11 1-10,-15-12 1,9 5 2,-9-6 1,6-6 32,-7-9 1,9 9 55,2 2 207,7 3 30,-18-4-146,11 8-35,-19-6 0,11 4 0,-2-11 1,13 9-2,2-3 0,11 1-77,-11-6 1,12 4-58,-7-10 0,6 13 42,-1-19 0,4 1 36,7-16 1,0 0-30,0 1 1,0-1 71,0 0 0,2-7-83,3-3 0,-1-6 0,4 0-10,-1 6 0,0 2-170,-1 8 0,-3 0 1,8-14-204,1 7 0,-2 14 489,6-7 0,3 4 0,13-4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09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19387 4763 12387,'-37'-14'69,"0"1"0,-5 5 0,-7 1 0,-8 5 0,-3 5 53,3 8 1,9 10 0,10 5 0,1 4 0,-1 3 0,-1 4 0,-1 6 0,2 6 122,-1 3 1,3 8 0,3-3 0,-2 5-1,-2 0 1,0 7 0,8 2 0,1 3-1,1 1 1,8 8 0,-2-6 0,4 2-1,1 3 1,7-2 0,4-5 0,3-1-1,2 1 1,4-5 0,4-2 0,10-5-1,5-6 1,15 6 0,11-7 0,5-5-1,6-4 1,8-5 0,7-14 0,9-6-124,-38-13 1,2-2 0,1-3 0,2-3 0,2 2 0,2-2 0,-1-2 0,0-2-230,2-1 0,0-2 0,0-3 0,0-1 0,-3-1 0,-1-1 0,-2 0 0,1 0-16,0-2 0,-1 0 0,-5-1 0,-1 0 0,2-1 0,-1-1 0,-2-1 0,-2-1-74,38-23 0,-39 21 1,0-2-1,28-22 0,-3-2-49,-6-7 0,-6-6 0,-10-4 0,-3-3 75,-1-1 1,-2-10-1,-6 1 1,-1 0 154,-4 0 1,-3-7 0,-8 9 0,-1 2 260,-3 1 1,-4 1 0,-9 6 0,-5 4-1,-9 0 1,-8 1 0,-15 3 0,-4 4-70,-3 5 0,-18 2 0,-1 4 1,-12 6-249,36 18 0,-2 2 0,-4 3 0,-2 2-1,1 0 1,-2 1 0,-1 1 0,-2 2-18,-3 1 0,0 2 1,-1 0-1,0 1 1,1 3-1,-1 2 1,-1 0-1,0 1-22,1 1 0,-1 2 1,-4 4-1,0 1 1,7 2-1,0 2 0,0 2 1,0 1 20,1 2 0,1 2 0,1 2 0,1 3 0,3 0 0,2 2 0,2 0 0,1 3-32,0 2 0,2 2 0,3 0 0,4 3 0,7 1 0,2 2 0,1 1 0,2 1-369,3 2 0,2 2 492,0 7 0,4 2 0,5-2 0,2 2 0,0 7 0,2 1 0,0 3 0,2 0 0,1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10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15660 7010 11879,'-31'-31'327,"6"13"1,11 25 0,16 30-83,12 21 1,7 1 0,7 16 0,-2-5-1,2-2 1,-5 4 0,0-6 0,-2-3 81,0-2 1,-1 2 0,-2-9-584,3 2-728,-11-12 802,11 1 1,-28-52-1,-1-16 1,-10-13 41,-1-10 1,-4-10 0,1-3-1,-1 1 245,0 2 0,-3-1 1,3 4-1,0 3-129,1 1 0,-4 2 1007,5-1-656,0 8 1,15 19 0,15 23-83,21 21 1,8 8 0,15 9 0,-4 1-342,-2-1 0,10-2 1,3 2-1,-1-5-130,2 0 1,-1-2 0,-1-5-1,-1-3-102,1-3 0,-5-8 0,0-8-164,1-5 0,6-4 364,7-8 1,-17-16-1,-22-22 154,-20-7 1,-21-4 0,-16 8 0,-5-6 91,-4-3 0,-12-7 1,-2-2-1,23 34 1,-1 1-55,-3-3 0,-1 1 0,0 0 1,0 0-1,1 0 0,1-1 1,0 0-1,1 1-46,1 2 0,0 0 0,-25-33 1,8 2-1,5-1-69,4 6 0,11 9-933,5 5 860,10 10 1,11-1-1,9 15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11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16116 5250 11796,'-36'17'0,"9"15"1,13 13-1,20 21 245,4 4 1,6 5 0,6-15 0,8 6-106,5 7 0,-12-32 1,1 1-1,0 1 1,-1 1-1,3 0 1,1 1-19,3 0 1,1 1 0,1 1 0,1 0 0,-2-4 0,1 0 0,-1-1 0,0-1-1,1-1 1,-1 1 0,1 4 0,-1 1 0,0-6 0,1-2 0,0-1 0,1 0 73,1-3 1,0 0-1,29 22 1,3-4 0,-5-5-421,-1-5 1,4-4-1,-6-8 1,3-4-105,2-5 0,-5-5 0,-2-6-656,-2-4 984,5-5 0,-12-1 0,-3 0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12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16855 5155 11840,'-28'4'491,"7"17"1,9 12-10,17 9 0,6-7-788,10 2 0,10-9 11,11-2 0,10-16 75,6-5 0,-2-12 76,2-13 0,-15-14-33,-1-13 1,-21-9 128,-10-12 1,-23 11 183,-15-1 0,-15 13 0,-10 11 127,1 13 1,-3 16-1,0 7-11,-2 12 1,11 17 0,3 15-647,12 4 0,6 1-98,18 1 0,10-6 277,12 11 1,6-13 0,10-6-1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13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17437 6099 11813,'-18'-18'491,"4"32"1,23 9-1,7 24 1,15-7-1,17-3 1,0-9-165,10-18 1,-4-6 0,0-17-643,-6-13 0,-17-12 1,-3-13 74,-9-1 1,-7 3 0,-15 5-3,-8 1 0,-4 1 1,-20 14 167,-9 7 0,-5 2 0,0 13 0,-3 5-34,-6 4 0,1 14 0,-1 13-216,4 5 0,12 9-660,21-2 904,10 10 0,39-10 1,16 3-1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14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17122 4574 11788,'0'-47'354,"11"0"0,5 12-425,10 3 1,2 6 119,8 0 1,-11 5 349,6 10 24,-13 4 1,24 27 67,-11 6 1,11 17-247,0 10 1,7-4 0,0 7 0,-5-9-30,-4-5 1,3-2 0,-1 5 0,4 2-36,1 8 1,0-1-1,0 3 1,0 3-405,1 1 1,-3-4 0,-1-1 0,-2 0 141,1 0 0,-2-5 1,-1 3-1,-2-3-84,-3-4 1,-2 7 0,-1-10-328,-1-1 0,1 13 0,-1 7 0,-8 2 343,-8-8 1,-2-1 332,-13-4 1,-13-15-290,-18 0 1,-9-2-38,-13 1 0,5 1-350,-5-5 0,8-8 334,-2-3 1,10-11 0,-9-3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15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16462 5313 11816,'-35'17'983,"4"4"0,17-3-108,0 18-1028,14-10 0,3 13 48,8-8 1,-1 2 96,11 4 0,11 9 0,1 11-25,0 6 1,4 0-1,-9-14 1,5 1-88,4 3 1,6 10-1,-1-2 1,2 0-21,-2 0 0,7 4 1,-4-8-1,2 3 6,4-3 0,3-3 0,-5-8 1,-4-4-37,1-6 1,8 5-1,5-3-322,3-3 0,-7-4-492,-7-10 880,-5-3 104,4 5 0,-10-25 0,-11-14 0,-3 0 0,0-20 0,1 11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16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17641 3128 11846,'-26'-21'983,"0"0"0,-7 14 0,-7 7 0,-8 10-735,8 13-211,9 0 1,10 3 2,10 11 1,8 3-71,13 7 0,15 14 0,15 2 19,0-4 1,0-4 0,-3-19 0,3 4 1,0 1 0,6 4 1,-4-3-1,3 3-3,2 2 1,0 2 0,1 2 0,-3 1-82,-3-1 0,3-2 0,-4-2 0,-1-2 41,-4-3 0,3 2 0,-2-6 1,-3 1-214,0-1 1,-1-1 45,4-6 1,3-1 164,7-4 1,-5-10-36,0-11 0,1-12-178,10-8 0,-3-8-225,8-9 0,0 3 342,5 3 0,-14 3 1,-4 7-1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17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17940 2562 11830,'0'35'450,"11"-4"1,15 4 40,10 7 1,8-3-560,-2-3 0,-4-8-916,-1-2 778,-18-6 0,2 2 0,-12-6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18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18506 3505 11811,'4'49'491,"6"3"1,4-15-1,17 0 1,8-15-100,19-1 1,1-12-529,14-9 0,-10-17-217,-5-20 1,-14-8 24,-24-13 0,-21 0 0,-25 15 333,-13 13 1,-12 7 0,-6 18 200,-6 2 1,-2 9-144,13 10 1,5 12-556,0 9 0,26 5 432,26-6 1,11-13 0,22-9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19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18569 2090 11836,'-40'14'983,"15"0"-492,15 18 1,6-8-1,4 13 1,16-4-124,10 4 1,13-4-491,13-17 1,4-15-8,7-21 1,-9-19 0,-9-17-320,-11 0 0,-10 0 363,-8 4 1,-11-2 337,-10-4 1,-13 23-225,-18 14 1,-18 20 0,-11 9-144,0 17 1,9 10 0,16 1-1,3 8-214,8 7 0,1-2 0,12 5-164,7 0 0,11 19 285,14 11 1,3-18 0,19-13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20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19339 2703 11779,'-33'-15'983,"14"15"-492,24 10 1,7 13-1,20 14 1,5 1-897,15 4 1,-3-4-580,3-6 799,-10-15 1,4-3 0,-6-14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21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19104 1713 11797,'-28'-38'491,"17"-4"1,13 7-1,24-2 1,2 4-338,9-14 0,-2 9-319,7-10 625,-22 26 31,15-6 1,-24 42-1,10 7 1,3 22-247,3 20 1,13-2 0,2 0 0,-2-12-221,0-10 1,-5-6 0,7-2 0,0 3-157,-2 2 0,5-3 1,-3 4-1,4-2-8,1 2 1,0-4 0,0 7 0,0 0-101,1 2 0,-3 5 0,-1-10 1,-4-2-60,-2-2 0,4 4 0,-3 3 33,1 5 1,-7-6 86,-2 8 0,-8-3 181,-12 3 1,-13-12-125,-14-4 1,-22-3-208,-20 3 0,-1-1 0,-6-2-164,6-2 0,10-10 253,2 5 0,6-14 0,10 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22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19481 1085 11832,'-46'-18'983,"5"-3"-492,16 11 1,27-17-165,24 12 1,16-3 0,14 8-83,5 5 1,-3 10 0,6 7 0,-4 9-1,-1 10 1,7 3 0,4 11 0,0 6-214,-35-24 0,0 2 0,5 7 1,0 3-1,0-4 0,-1 1 0,1 3 1,0 1-156,1 3 0,-1 1 0,-4-2 0,-1 0 0,0 1 0,-1 0 0,-2-2 0,0 1 0,0 0 0,-1 0 0,-2 3 0,-2-1 0,-1-2 0,-1 0 0,-3-1 0,-1 0-41,16 39 0,-18-38 0,-1 0 0,-1 0 0,-1 0 0,12 40-164,-4-1 0,-10-5 0,-9 0 328,-3-3 0,-7-7 0,0 6 0,1 3 0,3 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23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18207 7167 12537,'0'-36'983,"0"-1"0,0 14 0,7-13-517,-5 11-300,12 8 1,-12 8-5,3 25 1,-5 6-1,-3 24-71,-3 3 0,-6 7 0,2 1-67,-4 6 1,-2 7 0,0-12 0,2 1-106,4-1 0,1-4 0,5-7 0,-1 0-36,2 0 0,1-1-43,2 6 1,0-7-825,0 13 0,0-21 738,0-15 0,-14-29 0,-3-10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24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18144 7497 12346,'11'35'491,"10"-3"1,12-4-165,19 3 1,11 1 0,7-3-83,-3-3 1,-6-3 0,-14-5 0,0 1-1,0 2 1,6 0 0,-1-6 0,1 1-1,1 0 1,0 0 0,5 1 0,-1 2-1,1 2 1,2 0 0,2-3 0,0 1-3,0 2 1,0 5 0,-2-3 0,-1-1-94,-3 1 1,4 5 0,4-2 0,-4 2-73,0-2 1,0 4 0,4-4 0,0 2-55,-2-2 1,8 2 0,-6-5 0,1 0 19,-1 0 1,5-1-1,-9-3 1,2 2-174,3-1 1,-5-3 0,-5 1 0,-2 1 105,-3 2 1,3 0 0,-1-6 0,-3 1 9,-1 0 1,2 8-1,3 4-52,4 2 1,-8 5-1,-13-9 24,-4 4 0,9 6 0,2 1 0,-2-2 5,-2-2 0,2-7 0,-4-1 58,2-2 1,13 3 0,4-5 0,-2-2 194,-5-2 1,8-1 0,5 0-191,3-1 0,-1-4 0,-18-2 1,0-1-23,0 1 0,4-2-170,7 9 1,-2 1-1,10 11-20,-1-2 0,-18-12 0,9 4-10,1 1 1,-8-3 0,9 3 97,-7-7 0,15 9 0,4-3 20,-2-1 0,-10 4 0,-15-9 117,6 8 1,-5-3 110,8 4 1,-5-2 35,11 2 1,-6-3-274,6 3 1,-5-4 109,4-1 1,-6 5-66,1 0 0,-1 0-103,1-6 0,-1-4 123,7-1 0,-18-1 2,2 2 1,-9-6-88,9-10 0,-12-1-386,1-9 0,-15-1 0,-1-16 0,-11 1 0,-4-16 0,-9-6 0,-12-15 0,-3-2 0,-8-3 0,8 3 0,3 7 0,10 13 1475,6 3 0,3 10-492,2-2 1,0 27-165,0 17 1,9 29 0,3 29-83,2 3 1,4 6 0,-13-11 0,-1 5-1,-3 2 1,-2 16 0,-5-11 0,-4 4-1,-4-2 1,-7 0 0,0-7 0,2-1-414,1-3 0,3-1 1,-1 2 167,0 3 0,-7 11 0,11-36 0,0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25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21195 10311 12175,'-9'-47'0,"-7"0"983,7 20 0,-12-8-492,20 32 1,6-1-247,11 25 1,6 21 0,-6 16 0,-5-4-1,-3-3 1,-6 1 0,3 4 0,-1 2-1,1 1 1,-3 0 0,5-8 0,0 1 81,3-1 1,4-2 0,4-2-1,3 0 1,8 9 0,10-3 163,1-10 1,23-3-602,15-8 0,-33-18 1,0-2-1,-1-6 1,1-3-137,33-3 0,-10-7 0,-20-11 0,-1-3 0,0-5 0,-5-5 0,-2-4 0,-2-4 58,-3-1 1,-1-7 0,-3-5 0,-1 1 383,-4 2 0,-2-3 1,-4-2 130,1-2 1,0-5 0,-7-2 163,-4 7 1,-3 0 95,-7 4-353,-7 6-539,-2 15 1,-6 31-188,-1 21 0,0 14 246,0 12 0,1-14 0,-1-3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26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20723 10327 12175,'7'-48'983,"23"15"-492,17 7 1,19 7-820,13 3 0,1 2 0,2 2 242,-8 1 1,-25 1 0,3-6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27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21949 10264 12175,'25'-33'491,"6"6"1,9 10-1,6 6 1,-8 4-984,4 7 0,2 2 431,14 3 1,-4 4 0,-7 7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28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23883 4055 12175,'-17'-33'983,"-4"3"-492,12 15 1,-10 9-1,-7 12 1,3 11-229,-14 20 0,8 10 1,-6 9-158,7 0 0,3 8 0,8-1 31,1 4 1,-1 2 0,10-14 0,0 0 53,0 5 1,1 1-1,6 2 1,0-2-98,0-3 1,0 6-1,2-4 1,3-1-76,6 2 1,-2-7 0,3 0-241,5 0 1,11 4 0,11 1-26,1-8 0,17-14 0,8-6 0,-2-10 124,0-9 1,3-6 0,4-13 0,2-9-125,3-9 0,0-4 0,0-4 0,-3-2 0,-2-2 0,-9-5 0,-9 2 0,-3-4 142,-2-5 0,-12-3 0,-5 1 0,-7-1 220,-9 1 1,-6-10-1,-8-3 1,-1-5 128,-5 0 1,-2-3 0,-10 4 0,-3 0-2,-5-4 1,-9 1 0,-5 8 0,-2 2 0,-2 3 1,-12 9 0,2 9 0,-9 1-1,-5 5 1,-9 14 0,4 10 0,1 6-1,-1 4 1,0 2 0,8 3 0,0 8-297,4 6 0,3 7 0,-1 12 1,5 8-196,5 4 0,-5 17 0,12 3 0,3 8 0,21-36 0,2 0 0,2 3 0,1 1 105,0-2 1,0 1-1,-3 11 1,-1 1-1,-3 4 1,0-1-1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29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27892 10012 12240,'-6'-47'426,"-3"0"65,0 0 1,2-4-247,7-6 1,2-5 0,1-9 0,4 4-1,2 1 1,-4-2 0,6-2 0,1-5-106,2-2 0,-3 30 1,1 0-1,0 1 1,2 1-1,0-3 1,0 0-228,-1 0 1,0 0-1,4-8 1,1 0-1,-2 4 1,1-1-1,2 0 1,1 0 102,1-3 1,1 0 0,1 2-1,0 0 1,0 2 0,1 1 0,-1 2-1,1 2 49,-1 0 1,1 1-1,2-4 1,1 1-1,-1 3 1,2 3-1,-1 0 1,0 2 83,0 2 0,0 1 0,24-30 1,-8 8-1,-1 3-114,2-3 0,1 6 0,3 0 0,-1 2-38,0-1 0,5-4 0,2 4 0,2 3 51,4 1 1,-1 3 0,1 3 0,-3 2 8,3 3 0,-6 8 0,-2 9 99,-3 4 0,5 3-8,4 3 1,-9 8-41,-2 13 1,-10 17 0,-1 16-20,-2 3 1,-8 8-1,-2-5-46,-1 7 1,-2-4-1,-5-10-105,-1 2 1,13 22 0,0 9 33,-5 4 0,0-1 0,-13-10 0,2 6 29,-1 3 1,-4 6 0,-7 3 0,0 1-66,0-41 1,0-1-1,0 1 1,0 1 0,-1 0-1,0 0 1,0 0 0,-1 0-60,-1 0 0,0 1 0,-2 0 0,0 1 0,2 0 0,1-2 0,-1-2 0,0 0-123,-4 37 0,6-9 0,-5-14 0,5-3-738,1-2 738,0-1 0,-7 8 0,-2 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430"/>
    </inkml:context>
    <inkml:brush xml:id="br0">
      <inkml:brushProperty name="height" value="0.053" units="cm"/>
      <inkml:brushProperty name="color" value="#FF0000"/>
    </inkml:brush>
  </inkml:definitions>
  <inkml:trace contextRef="#ctx0" brushRef="#br0">19591 5171 8530,'0'-10'-2138,"0"-1"3643,0-1-640,0 5 0,-2 0-228,-3 7 1,1 0-161,-6 0 1,5 0-1,-6 0-61,-1 0 0,3 5 0,-1 0-7,-2-1 1,3 3 0,-2 0-118,-1 2 1,-2-6 0,-2 4 0,2 0-46,4 4 1,-4-4 0,3 0 67,-2 0 1,-3-4-1,0 6 75,0-2 1,1 3-148,-1-4 0,0 4 1,2-3-1,2 0-33,1 0 0,3 5 0,-4-1 1,3 3-209,2 1 0,-5 1 1,3 0-1,-2-1-4,1 1 1,5 5 0,-4 0 0,0 0-7,0 2 0,6-6 0,-4 6 0,2-2 51,-1 0 0,-4 2 1,5-2-1,1 3-3,3 0 0,-5 6 1,1-5-1,2 1-14,1 0 0,-3-7 0,-1 4 0,3-2-37,1 0 0,4-2 1,1-7-1,4-1-8,2 1 1,-4 5-1,4 1 1,0-4 10,-1 0 1,1 0 0,3 3 0,-1 1-12,1-3 0,-3 10 0,1-9 0,3 1 12,1 1 0,3-3 0,2 1 41,2 0 0,0-2 0,-5-2 0,1-2 55,4 3 1,-1-6 0,6 0 0,0-2-14,-2 0 1,4 0 0,-5-3-1,2 1-170,2 3 0,-2-1 0,-1-5 0,-1 0 9,-4 0 1,-1 0 0,-2 0 0,-1 0-128,1 0 1,0 0 0,-1 0 0,1-2 47,0-3 0,0 1 0,-1-4 0,1-1 110,0 0 1,-1-1 0,1-6 0,0 0-9,0 1 0,-1-6 1,1-2-1,0-1-23,0-4 0,-1-2 1,1-2-1,-2 1-8,-4 0 1,4-1-1,-5 1 1,0-1-7,-4 1 1,2-4-1,-2 0 1,-1 4 219,-2 1 1,3-7-1,0 8 1,-1-1 59,-3 0 0,-1-7 0,0 8 0,-1-1 0,-5 0 0,3-3 1,-6 7-1,0-2-35,1 2 1,2-2 0,-2 5 0,-1 1-63,0-1 0,0-3 0,-3 5 0,2 1 22,-2 3 1,-1 1 0,1 2 0,2 2-10,-3 2 0,-1 4 0,-1-2 0,-1-1 0,0 0 0,-1 6 0,-2-3 1,-2 3 102,1-2 1,-2 3 0,-1-3 0,-2 3 89,-2 2 1,2 0-1,1 0 1,1 0-53,4 0 0,-4 0 0,0 0 0,1 0 6,-1 0 1,2 2 0,3 1-1,-1 4-62,-2 2 0,0-4 0,6 4 0,-1 0-249,0-1 1,-5 5 0,0 6 0,0 4-5,-2 1 0,6 0 0,-6 4 0,2 0-4,0 5 0,0-1 0,6 6 0,-1-1-732,0 0 0,1 1 0,-1-3 0,2 3 561,3 3 0,-1-6 1,5 3-1,0-1 503,0-1 0,2 6 0,5-5 0,0 0-37,0 1 0,2-5 0,3 4 0,5-2-149,4 1 0,2-4 1,2 1-1,2-5-58,7 0 0,-1 0 0,4 0 0,3-4 5,0-1 1,4-2 0,-2-7 0,-2-2-273,2-1 1,5-3 0,-3 3 0,-2-6-109,-2-3 1,3-2 0,1-2 0,-2-1-83,-2-3 0,-1-11 1,-1 1-1,1-3 89,-1-4 0,-1-1 1,-1-9-1,-1-4 129,0-5 1,4-9-1,-10-1 1,1 1 62,0 2 0,3-5 0,-5-2 0,-2-1 65,-1-1 1,-10 6 0,-1-4-1,-1 0 501,-1 0 1,-2 5 0,-8-1 0,-5 5-202,-4 5 1,-7-2 0,-4 8-1,-3 3-559,-5 5 0,-9 12 1,-1 11-1,-6 6-2979,-4 10 3336,-13 6 0,8 22 0,-12 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569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17657 7827 11770,'-31'32'0,"6"5"0,4 10 0,5-5 245,6 21 1,-2 1 0,6 9 0,3-11 245,1-10 1,4 4-1,3 7 1,6-7-576,10 1 1,7-22 4,14-14 0,-4-30 0,11-24-118,-4-16 1,-3-12 0,-10 5 0,-1-1-132,1-3 0,-8-8 0,-5 11 118,-7 2 1,-1-9 379,-11-4 1,-11 1 8,-15 4 1,-12 23 147,-9 19 1,-6 28 0,-3 21-1,9 11 1,14 10 0,12-7-1,4 3 1,-3 18 0,5 1-1,6-1 1,0 7 0,6 0-258,4-5 1,8-4-563,12 2 0,5-11 0,11-10 0,5-18 164,10-18 0,-4-27 0,-1-13-164,-9-7 0,-12-14 447,-5 3 1,-5-16 483,-6-16 1,-4 0-22,-12 6 1,-9 10-154,-11 10 1,-6 13-10,-5 18 0,4 17-159,-3 20 1,2 29 0,5 25-103,2 1 1,6 1 0,11-13-1,5-3 20,3-1 1,2-5-508,0 3 0,9-3 0,6 8 0,10-24 0,12-12 0,-9-14 311,3-13 1,-3-13 232,3-18 0,-6-11 147,-4-4 1,-11-4 50,-4-2 0,-6 7-249,-6 3 0,-6 20 19,-14 12 1,0 23 0,-11 22 9,4 17 1,1 18-1,4 4 50,7 3 0,2-1 0,14-14-252,1 6 1,4-11-236,6 6 1,11-17 12,15-9 1,-4-14 232,8-22 0,-8-15 0,4-17 1,-10-3 109,-4-2 0,-4-4 1,-4-3 84,-4-4 0,-5-1 175,-1 7 1,-14-4-113,-7-7 0,-8 11 326,-8 10 0,9 21-178,-3 26 1,4 18 0,3 19 0,6 3-133,6 2 0,9 0 0,-3 2-296,5 4 1,11 8-310,11 7 0,5-11 164,16-15 0,-1-22 0,0-31 82,-4-19 0,-11-12 0,-5-6 0,-5-3 197,-6-1 1,-1-6-1,-7 2 136,-2-5 0,-7 12 0,-19-5-41,-11 7 1,-12 17 0,-10 18-204,-9 8 0,-9 24 0,7 23 1,34-14-1,2 3 157,-1 5 0,0 3 0,0 5 0,2 3 0,2 3 0,-1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570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29559 3269 12652,'-54'-29'-984,"-4"2"894,-10-2 1,-5 11-1,-13-1 1,40 12 0,-2 2-1,-3 1 1,-1 1 0,-3 0-1,0 1 1,-3-1-1,0 0 212,-2 1 1,0 1 0,1 0 0,1 2 0,-1 1 0,1 1 0,1 2 0,0 1-98,2 0 0,0 2 0,-4 2 0,-1 2 0,4 1 0,1 0 0,-3 3 1,0 0-7,0 2 1,-1 1 0,-1 0 0,0 2 0,1 2 0,1 3 0,-2-1 0,1 2-14,-2 1 0,0 2 0,-2 2 0,2 2 0,-2 1 0,1 0 1,2 0-1,0 0-2,2-1 0,1 2 0,1 1 0,2 1 0,1-2 1,1 1-1,2 0 0,2 1-4,2-1 0,1-1 0,5 2 1,1 0-1,5-4 0,2 1 1,2 0-1,2 0 21,-19 35 0,11-7 1,15-5-1,12 1 167,11 2 0,20 6 1,17-3-1,13-3-145,-19-30 0,2-1 1,1 1-1,2-2 0,6 1 1,3-1-1,0 0 0,2 0-16,1 1 1,3-1-1,4-1 1,1-2-1,3 2 1,0-2-1,2 0 1,0-1-22,-1-1 1,2-1-1,5 2 1,2-1-1,-4-4 1,0-1-1,2-1 1,0 0-11,1-1 1,0-1 0,3 1 0,1-2 0,-4-5 0,1-3 0,1 0 0,1-1-6,2-2 1,0 0 0,3-1 0,0-2-1,-4-4 1,0-1 0,0-2 0,-1-2 4,-1-1 1,-1-1-1,7-6 1,0-2-1,-3 1 1,0-1-1,2-1 1,0-2-22,1 0 1,-1-1 0,2-6-1,0 0 1,-5 2 0,0-1-1,-1-1 1,-1-1-63,-3 0 0,0 0 0,4-4 0,-1 0 0,-8 2 0,-2-1 1,-2 0-1,-1-1 17,-4 1 0,0 0 0,-1-2 0,0 0 0,-5-1 0,-2 0 0,-4 0 0,-2 0 47,-2 1 1,-3-2 0,-4-1 0,-3-1 0,-2 1 0,-3-1 0,-2-2 0,-2-1 53,-3 0 1,-3-1-1,9-42 1,-14 3-1,-11-1 31,-12-1 0,-1 38 0,-5 2 0,-4 1 1,-4 2-1,-3 0 0,-3 2-13,-5-2 1,-2 3-1,-8-1 1,-4 2 0,-5 3-1,-3 2 1,-3-1-1,-3 1-56,-3 1 1,-3 2 0,17 8 0,-2 1 0,-1 2 0,-26-2 0,-3 2 0,25 5-1,-2 1 1,-1 0-142,-2 1 0,-2 1 0,-1 1 1,-8 1-1,-3 2 0,2 1 148,1 1 0,1 1 0,-1 2 0,-4 0 0,0 1 0,1 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571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5016 12999 12810,'56'-6'0,"0"-1"0,0 0-132,1 0 1,6-3 0,-9 5 0,1 1-11,-1 2 0,9 2 0,-2 0 0,2 0 107,3 0 0,7 6 1,1 1-1,1 0 35,-2 0 0,11 3 0,-2-3 0,6 0 20,-44-4 0,1 1 1,-1 1-1,1 1 1,2-3-1,2-1 1,0 0-1,0 1 46,0 1 0,1-1 0,3-2 0,-1 0 0,0 1 1,-1 1-1,2-2 0,1 0-23,1-1 0,1 0 0,4 0 0,-1 2 0,0-1 0,-1 1 1,2 1-1,-1-1-14,2 0 0,0 0 0,-2 2 0,-1 0 0,2 2 1,-1-1-1,1 1 0,1 0-130,1-1 0,2 1 1,0 1-1,1 0 0,-2-2 1,0 0-1,0 2 0,-1 0 5,1 1 1,0 0 0,1 0 0,0 0 0,0-1 0,1 0 0,1-1 0,-1 0 62,0-1 0,-1 0 0,-1-2 0,0-1 1,-1 3-1,0-1 0,0 0 0,0-1 67,2-1 0,0 0 1,0 1-1,1 1 0,-3-2 1,0 1-1,-1-1 1,-1 1 84,-3 1 0,1-1 0,4-2 0,0 0 0,0 2 0,0 1 0,0-1 1,0-1-18,-1 0 1,0 1 0,-1 2 0,1 1 0,1-2-1,2-1 1,-2 0 0,1 1-91,0-1 1,0 1 0,2 1-1,1 0 1,0-2 0,1-1 0,-1 1-1,1 0-45,-1 0 0,0 1 1,3-3-1,0-1 1,0 3-1,-1 0 1,1-2-1,1-1 10,1 0 0,0 0 0,-1 3 0,0 0 0,0-1 0,1 1 0,0-1 0,0-1 25,0 1 1,1-2 0,4 0 0,0-2 0,-6 1 0,0-1-1,0-1 1,-1 1 34,1 0 1,0 0 0,7-2 0,0-1-1,-2 0 1,0 0 0,2-1 0,0 0 8,0 1 0,1-1 0,4-2 1,-1-1-1,-2 2 0,-1 0 1,1-1-1,-1 0-30,0-1 0,0-1 1,6 0-1,0 1 0,-7 1 1,-1 0-1,4 0 1,-1-1-19,0-2 0,1 1 0,5 1 1,0 0-1,-5-1 0,0-1 0,0 2 1,-1 1-6,0 0 0,0 0 1,1-2-1,0-1 1,-3 0-1,-2 1 0,0 0 1,-1 1-13,-1 0 0,1 0 0,5 1 0,1 1 1,-6-2-1,0 0 0,0 0 0,1-1 8,-3 0 0,1-1 0,0 0 0,0 1 0,-4 1 0,-1 1 0,-1-2 0,0 0 1,1 0 0,0-1 0,0 0 0,-1 0 0,-3 0 0,-1 1 0,0-2 0,0-1 9,-2 1 0,-1 0 0,0-1 1,-2 1-1,-6 3 0,-2-1 0,0-1 1,-1-1 10,-1 0 1,0 0-1,3 0 1,-2 0-1,-6-1 1,0-1 0,35-8 66,-4-1 1,-13 6 0,-9-4 43,-3 3 0,2-5-140,-4-3 1,-21-3-186,-26-3 1,-16 9 0,-22 6 0,-7 5 34,-6-1 0,-19-1 1,-2-1-1,-5-1 117,-5 0 1,36 6 0,0-1 0,-1 0 0,-1 0 0,-1-1 0,-1 1 66,-4 0 0,0-1 0,-5-1 0,1 0 0,-1 2 0,0-1 0,1 0 0,-1 0 58,1-2 0,-1 0 0,-5-1 0,-1 0 1,-1-1-1,-1-1 0,-2 0 0,-1-1 1,-1 0 0,0 0 0,-6-1 0,-1 1 1,3 2-1,-1 0 0,-2 1 0,-1-1-53,-4 0 1,0 1-1,1-1 1,0 0-1,-2 0 1,0 1-1,0-1 1,-1 0-12,0 0 1,-1 1 0,26 4 0,0 1 0,0-1-1,-1 1 1,0-1 0,-1 1 0,0-1 0,0 1-1,-1-1-29,0 1 1,0 0 0,1-1 0,-1 1 0,1-1-1,0 1 1,-2-1 0,1 1 0,-1-1 0,0 1-1,0-1 1,0 1 13,-1-1 1,0 0-1,-1 1 1,-4 1 0,-2 1-1,1-1 1,4 1 0,0 0-1,0 0 1,-1 0 0,0 0-1,0 1 21,1 0 1,1 1 0,-2 0 0,-5-1 0,-2 0 0,1 0 0,3 1 0,0 0 0,0 0 0,-1 1 0,-1 1 0,0-1-12,0 1 0,-1-1 0,1 0 0,-4 1 0,0 0 0,0 0 0,2 0 0,0 0 0,0 0 0,0 1 0,-1 0 0,1 0-11,0 1 0,0 0 0,0-1 1,-3 0-1,-2-1 0,2 1 1,3 1-1,1 0 0,0 0 1,-1 1-1,2 0 0,-1 0-16,0 0 1,1 1 0,0-1 0,0-1 0,0 0-1,0-1 1,3 1 0,0-1 0,1 0 0,-1-1-1,1 1 1,0-1-36,-1 0 0,1 1 1,0 0-1,-1 1 1,1 0-1,0 0 1,4-1-1,1 0 1,1-1-1,-1 0 1,0 1-1,0-1 30,-2 2 0,0-1 0,0 0 0,1-2 1,1 0-1,-1 1 0,0 0 0,1 2 0,-1-1 1,3 0-1,-1-1 0,1 0 19,3 1 1,0-1-1,-1 1 1,-3 1-1,-1 2 1,1-2-1,2 0 1,1 0-1,-1 0 1,-1 0-1,1 0 1,-1 0 35,0 1 1,0-1 0,1 0 0,-27-1 0,1 1 0,-1 1 0,0 2 0,2-1 0,2 2 60,2 0 1,0 1 0,-6 0 0,1 1 0,6 2 0,1 2 0,2-2 0,-1 2-18,3 0 0,0 1 0,-1 1 0,1 1 0,6-1 1,2-1-1,-1 2 0,1 1-75,1 0 0,0 0 1,2 1-1,0 1 1,3 1-1,0 1 1,2 0-1,0 0-45,1-1 1,1 1 0,-1 2 0,3 1 0,7-1 0,1 0 0,3 0 0,0-1 16,1 0 1,0-1 0,-38 16-1,7 1 1,5 2-79,6 2 0,4-1 1,11-2-1,0 2 113,2 6 1,5-2 0,14 2 19,2 2 1,7 20 0,0 6-10,6-2 0,13-5 0,11-16 0,5 1-1,5-1 1,10 0-1,11-2 1,3-3-15,3-5 1,11 1 0,6 1 0,4-1-60,7 1 1,0-3-1,8-6 1,-39-16-1,1 0 31,3 0 1,2-2-1,9-2 1,2-1-1,0 1 1,2 0-1,4-3 1,2-2 8,3-2 1,2-1 0,8 2-1,0-1 1,-2 0 0,1-1 0,1 0-1,1 0 2,5-1 1,1-1 0,-30 0 0,1 0-1,1-1 1,3 0 0,0 0 0,1-1 0,1 1-1,0-1 1,1 0-17,2 1 1,-1 0 0,2-1-1,6 1 1,1 0 0,-1 0-1,-3 0 1,-1 0 0,0 0-1,2-1 1,0 0 0,1 0 32,0 1 0,1-1 0,0 2 0,3 0 0,0 2 0,0-1 0,-3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11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18522 12653 12623,'-25'-39'906,"8"4"-415,6-6 1,11 11-1,6-2 1,6 10-700,19-4 0,-1 13 154,12 3 1,-2 26-1,2 13-206,-5 13 0,-9 7 146,-2 19 1,-14 7 0,-6-30 0,-1-1 17,-2 35 1,-10-11 0,-5-19-151,-7 3 1,-6 1 0,-6 1-739,-1-7 0,8-17 900,-6-1 1,13-55-1,-6-10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12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19104 12511 12422,'-11'-36'491,"-10"10"1,0 13-165,-16 24 1,8 11 0,-8 19-1,4 4 1,8 2 0,6 13 163,7-1 1,5 2-1,7-3 1,10 3-820,11 7 0,14-14 0,16-21-164,0-10 0,-2-2 246,13-11 0,-2-10 0,10-1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13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19607 12134 12483,'-9'11'983,"5"20"-738,8 16 1,-1 18 0,6 1 0,0 6-83,0 3 1,-7-30 0,-1 1 0,6 39 0,-4-40 0,-1 1-38,1 3 0,0 0 1,4 38-1,-6-41 0,1-1 1,5 39-373,2-6 0,0 3 0,3-15 0,-4-5-738,-1-7 738,6-5 0,-5 12 0,8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14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20078 12480 12623,'2'-33'491,"14"7"1,10 8-1,21 8 1,4 3-1,12 7 1,-7 8-460,-4 8 1,-14 21 0,-11 13-148,-15 5 0,-9-7 1,-4-6-1,-5 2 442,-4 1 1,-4 3 0,-4-1-1,-2 0 1,-8 11 0,-6 1 163,5 0 1,8-12 370,0 1-977,10-19 1,15-10-378,17-24 0,1 0 0,20-16 0,-3 7 0,13-7 0,4 11-492,2 4 738,-18 5 0,4 8 0,-20 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15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20188 12904 12623,'48'-22'983,"6"4"-656,5 6 1,0 8 0,-11-1-652,-1 3 324,0 2 0,-7 7 0,-1 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16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22374 12354 12182,'-47'-24'491,"20"8"1,29 16-1,35 11 1,15-4-1,16-2 1,4-2-1,7 2 1,-8 6-403,-3 10 0,-24 14-417,-12 17 0,-31 13 0,-18 13 330,-16-4 1,-15-11 0,8-18-1,-2 4 243,0 0 1,1-2 0,-5-3 0,4-4 245,5-2 1,3 2 491,-3 2-656,18-7 1,24 7 0,37-21-83,15-10 1,13-17 0,-10-8 0,3-5 81,-1 0 1,5-4 0,-9 2-820,3 2 0,12-2-492,0 5 738,-6-3 0,-27 24 0,-10-3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17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22201 12810 12623,'63'-10'245,"0"-1"1,8 8 0,-6-4 0,10 1-50,7 1 1,-37 0-1,1 0 1,41-1 0,-1 3 130,-7 1 1,-3 2 0,-9 2-83,-6 3 1,-5 4 0,-9 7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52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18427 7922 12810,'18'17'491,"10"18"1,-4-16-1,18 18 1,-2-9-1,2-2 1,-5-12-4,5 2 1,9-11-332,12 0 1,3-5-1,4-3-15,-7-2 0,5-8 0,2 5 0,-7-3-43,-6 1 1,3 1 0,-3-3 0,3 3 19,-3 2 0,3-3 0,-6 3 0,2 0 0,3 0 0,2-4 0,4 4 0,1 0-7,2 0 1,6-5 0,-3 3 0,3-1-20,1-1 1,11 6 0,-8-4-1,3 2-54,-1 4 0,-3-1 1,-2 1-1,-4-2-74,-1 1 1,-1 2 0,-7 1-1,1-3 152,0-1 1,5-2 0,0 3-1,-1-3-68,-3-1 0,-2 4 1,-1-1-1,0 1-37,4-1 1,-4 3-1,-5-3 1,-2 3-119,-4 2 1,-1-5 0,-2 0-89,1 2 0,13 1 186,7 2 0,0 0 38,0 0 0,-3 0 84,-2 0 1,0 0 181,0 0 1,5 0-345,0 0 1,-2-5-5,-8-1 0,1-4 93,-6 5 0,4-1 36,-4 6 1,-1-1 25,-5-5 0,-5 5-130,0-5 0,-5-1-64,5 2 24,-7 0 183,10-2 12,-5-2-860,-7-14 315,-3-8 0,-16-9 84,-3-7 0,-4 8 118,-7-3 1,-7 13 345,-4-18 0,-3 17 41,-2-12 1,-5 4 19,0-10 1,-1-1 298,1-3 1,2 14-466,-8-4 1,6 14-250,-5-9 0,5 13-128,-5-8 0,-2 11-141,-9 0 0,-3 6 151,-7 4 1,-5-1 208,-1 7 0,-6-2 113,1 1 0,-10 3 0,-2-8 60,4-1 0,5 3 1,12 1-1,-2-1-71,-1 0 0,-13 1 0,2-5 0,-1 3-140,-1-2 1,-3 5 0,-2 0 0,0 1 63,0 1 0,-3-5 0,3 4 0,0 3-17,0 1 0,2 2 0,5 0 0,0 0 78,0 0 1,2 0 0,0 0 0,2 2 75,-1 3 0,-4-3 0,6 3 0,-3-1 29,-2 1 0,2-3 1,0 3-1,-1-3 31,-2-2 1,-1 0-1,4 1 1,2 3 153,-1 1 1,-8 0 0,9-5 0,1 2-18,2 3 1,4-3 0,5 3-227,-1-3 0,-13 0-235,-7 3 0,0-1 72,0 6 0,3-1-54,2 1 1,-5 9 119,0-3 0,-5 3 124,5-3 0,-6-5 146,6-1 0,7-5-85,9 6 1,8-8 35,2 3 1,5 1-67,-5-2 1,11 2-50,-6-2 0,6 5-150,-11 11 1,5-1 146,-5 6 0,11-10 65,-6 4 0,11-9 414,-11 10 150,14-14-450,-20 21 1,13-9-54,-7 18 1,6-8-148,10 8 1,9-4-1,-4 14 0,11-13 34,0 8 1,5-4-38,5 9 1,9-5 47,7 0 0,5-5 15,-5 5 0,7-2-126,-2 2 1,4-4-53,1-7 0,4-6 2,7-4 0,10-11 1,17-4-114,-1-5 0,3-6 1,-13-2-1,3-2-86,2-3 0,5 0 0,4 0 82,5 1 0,-2 8 0,10-4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53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24261 14775 12002,'-18'8'327,"11"8"1,18 58 0,3 4-206,-6-34 1,-1 1 0,-1 9 0,-1 2 0,-1 4 0,0 1 0,1 5 0,-1 2-1,1 4 1,-1 3 0,-1 9 0,-1 1 0,2-1 0,1 0 0,-1 1 0,1-1-33,-1-1 1,0-1 0,-1-3 0,0-1 0,2-8-1,0-1 1,0-2 0,1-1-114,-2 0 1,0-1-1,3-4 1,-1-1 0,-3-5-1,1 0 1,0-6-1,0-1-239,9 38 0,1-6 0,1-15-230,1-4 0,7-3-492,3-1 984,11-16 0,3-27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54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24276 14665 11983,'-49'-23'491,"7"-3"1,34 5-449,23 5 1,31 7 0,25 9 0,-2 0 152,-1 0 1,10-1-1,6-5 1,-38 2 0,1-2-75,3-1 1,1 0 0,6-1 0,1-1 0,-1-1 0,0-1 0,1-2 0,1-1-1,-1 0 1,1-1 0,7-1 0,-1 0 0,-5 1 0,-1 1 0,1-1 0,0 2-133,-1-1 0,-1 1 0,3 3 0,-1 1 0,0-1 0,-1 1 0,-2 2 0,-1 2-73,0 2 0,-2 1 1,-1 0-1,-1 0 0,-3 0 1,-2 1-1,1-2 0,-1 0-81,-3 1 0,1 1 0,2 2 0,-2 1 0,30 4 0,-1-3-82,-3-1 0,1 3 0,-7 0 0,-6-1 34,-3-2 1,-2-2 567,-1 0-110,-5 0-246,0 13 0,6 21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55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27484 14665 11900,'-7'-42'25,"-4"3"1,-10 18 957,-5-5-1044,10 11 0,11 22 1,19 31 124,5 21 0,-7-16 0,-1 2 1,-2 1-1,-1 2 0,2 7 1,-2 2-7,-1 3 1,0 2 0,-1 11 0,0 2-1,2 3 1,0 0 0,-1 0 0,0 1-40,-2 0 1,0-1 0,2 2 0,0-1 0,-2-5 0,1-1-1,0-4 1,2-2-91,0-3 0,-1 0 1,-1 0-1,-1-1 0,0-9 1,0-1-1,1-2 0,-1 1 60,-1-3 1,1-1-1,1 3 1,0 0 0,-3-6-1,-1 0 1,1 0-1,-1 0-59,5 42 0,-5 0 0,3-8 1,-1-9 21,1-9 1,-3-2 0,3-6-445,-3-3 0,0 6-492,3 2 984,-3-11 0,-1-5 0,-11-7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56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24512 18060 11869,'-37'-11'-984,"1"1"664,13-1 769,0-18 0,27 4 42,17-6 1,1 6-165,20 10 1,6-1 0,16 0-83,-1 0 1,2 2 0,-11 2 0,2 2-1,3-2 1,9-2 0,7-2 0,8-2-124,-39 8 1,1-1 0,3 0 0,1 0 0,4-3 0,-1 0 0,2 1 0,1 0-1,0-1 1,1 0 0,9 0 0,0 0 0,-3 0 0,0 0 0,3 1 0,1 1-1,0 1 1,1 0 0,7-3 0,0 1 0,-5 3 0,0-1 0,1 2 0,0-1-81,1 1 1,1 1 0,3 0 0,0 2 0,-5-1 0,-2 2 0,0 0 0,-1 1-166,-2 0 0,-1 1 0,2-2 0,-1-1 0,-5 3 0,-1 1 0,-2 0 0,-1 1-18,0 0 1,-1 0-1,-3 1 1,0 0-1,-5 0 1,-1 0-1,43 0-187,-5 0 0,-13-5 0,-6-1-164,-5 3 0,1-4-492,2 2 0,-11-8 984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57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24135 14633 11929,'14'-47'217,"7"0"1,12 2 0,5 1 0,3 2 27,2-2 1,4-3 0,6-5 0,4-6-55,5-3 0,0-2 0,1 0 1,0 2-115,0 4 0,-28 23 0,0 1 0,1 2 1,0-1-1,0 0 0,1 0-86,0-1 1,-1 1 0,31-24 0,1 2 0,-5 3-125,-6 4 0,-2-2 0,-8 13 1,-2 1-360,-3 2 0,-2 6 0,-3 1 0,3 7 283,7-2 1,-7 4 0,-1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58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28223 13234 11846,'8'-33'134,"-15"14"0,-14 24-5,-7 14 1,-3 9 0,-2 7 0,-4 6-2,-5 6 0,-5 16 1,-4-1-1,-3 5-7,27-33 0,-2 2 0,-1 1 0,-1 1 0,-2 3 1,0 0-1,1-2 0,-1 0-137,0 0 0,0-1 0,0 2 1,-1-1-1,3-4 0,0 0 0,0-1 1,0 0-313,-26 30 0,3-6 0,8-16-656,4-5 738,4-4 0,20-9 0,4-1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59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25471 13282 12000,'47'0'983,"1"0"-738,-1 0 1,12-7 0,7-4 0,10-3-167,9-2 1,-40 9 0,1 0 0,3 1 0,0 0-1,1 1 1,-1 0-65,1-1 0,0 0 0,7-1 0,1 0 0,-4-1 0,-1 2 0,3-1 0,1 1-11,2 1 1,-1 0 0,5 1 0,0-1 0,-1-1 0,-1 0 0,0 1 0,0 1-13,1 1 0,0-1 1,-1-1-1,0 0 0,1 2 1,0 0-1,-1 2 1,-1-1 68,-2 0 0,1 2 1,3 3-1,0 1 0,-7 1 1,0 1-1,0 0 0,0 0-165,-2-1 1,1 0 0,-2 5 0,0 0 0,-3-3 0,-2 0 0,-2 0 0,0 0-3,37 5 1,-2-3 105,-12 1 0,-5-3 0,-5-7 0,1 0 0,2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60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28223 13203 11886,'-28'-33'718,"-4"7"-692,18 13 1,-5 17 116,24 17 1,8 22-1,4 22 1,-3 3-61,0 2 1,5 16-1,-8-42 1,-1 1-1,0 4 1,-1 1-36,1 6 0,-2 2 0,-1 7 1,0 2-1,-1 6 0,0 1 1,-1 2-1,-1 0-40,-1 1 1,1 0 0,-1 7-1,1-1 1,-3-6 0,1-2-1,1 2 1,1 0-72,0-3 0,1 1 0,0 2 0,0-1 0,3-6 1,0-2-1,0-3 0,0-2-59,-1-4 0,2-1 0,1-5 0,1-2 1,0-4-1,0-1 0,1-1 0,-1-1-124,12 42 0,-2-1 0,-6-17 0,1-1-145,0-3 391,0-8 0,-4 0 0,0-7 0,0-2 0,-1-3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61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27845 17463 11854,'-26'0'132,"0"-13"37,21-13 1,8-5 0,13-22-169,8 3 1,4-10 0,2 11 0,0-3 22,3-2 1,7-13-1,-1-2 1,-1-8-30,0-2 1,-14 34 0,0-1 0,-3 5-1,1 0 1,0 0 0,0 0-30,1-1 0,-1 0 0,22-35 1,-2 4-1,-5 2-212,-4 4 0,-2-1 0,-1 12 0,-4 0-738,-5 4 974,-3 3 1,-3 9 0,1 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62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24622 17667 11806,'12'-35'-492,"4"3"0,3 3 249,13-8 1,-1-3 242,1-7 0,-8 7 0,-1 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63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24968 17274 11806,'26'-28'491,"0"-3"1,-5 1-456,6-12 0,-6 10-528,5-4 0,2 6-492,8-7 928,-9 18 0,9-9 0,-11 11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64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25330 16897 11806,'0'-42'-17,"10"0"1,6 5 16,10-5 0,-7 7 0,4-3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65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25896 16268 11820,'-56'7'0,"2"2"0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66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25455 13329 11830,'-8'-26'-492,"29"46"0,0 19 98,21 34 0,-14-1 394,-7-4 0,-4 4 0,-1-6 0,-1 0 0,-6-12 0,-4 4 491,-3-7 1,-2 10-1,0 7 1,0 12-169,0 4 0,7-7-815,4-9 0,10-3-492,5-2 854,3-8 1,-4-7 0,-2-10-1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67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25864 15388 11830,'0'42'491,"0"0"1,7 6-921,4 10 0,4-4-555,6-1 853,-10-18 1,24-6 0,-9-13-1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68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25927 16142 11830,'7'40'-179,"9"-1"1,8-15-1,8-1 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69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26084 16472 11813,'7'-38'17,"14"6"0,11 13-994,15 9 977,4 6 0,18-10 0,3 6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70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26886 16347 11813,'42'0'65,"0"0"1,0-7-66,5-4 0,-7 4 0,-1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71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27798 16221 11781,'47'9'983,"-5"-2"-1285,0-7 1,-16 0 301,6 0 0,-8-7 0,15-2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72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28396 16221 11781,'36'-16'983,"1"0"-738,0 1 1,-4-1 0,-3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6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24213 14382 8018,'0'-11'0,"0"1"0,0-2 1202,0-2 0,2 5-651,3 4 1,-1 3 0,6 4-1183,3 3 1,-5-3-1,3 5 1,1-2 630,2 0 0,2 7 0,-1-3 0</inkml:trace>
  <inkml:trace contextRef="#ctx0" brushRef="#br0" timeOffset="1">24449 14476 8424,'2'16'1539,"3"0"1,-1-8 0,4-1-911,-1 0-2578,6-5 1949,-5 5 0,1 0 0,-2 2 0</inkml:trace>
  <inkml:trace contextRef="#ctx0" brushRef="#br0" timeOffset="2">24355 14916 8018,'-16'0'2999,"0"7"-1251,8-5 0,2 3-4310,12-10 1,-5 1 2561,5-6 0,-5-1 0,-1-4 0</inkml:trace>
  <inkml:trace contextRef="#ctx0" brushRef="#br0" timeOffset="3">24135 14822 7862,'-11'-9'378,"3"2"0,1 0 1239,3-3 1,1 1-1,-1-1-1502,-1-3 0,0-1 1,5-1-1974,0-1 1,0 0 0,0 0 1857,0 1 0,-7-1 0,-2 0 0</inkml:trace>
  <inkml:trace contextRef="#ctx0" brushRef="#br0" timeOffset="4">24056 14555 7911,'-9'-2'1685,"4"-3"0,5 1 0,5-5 0,6 3-1907,3 2 1,7-3 221,0 2 0,0 0 0,-6 5 0</inkml:trace>
  <inkml:trace contextRef="#ctx0" brushRef="#br0" timeOffset="5">25534 13282 8018,'-9'-9'472,"2"2"-472,7 14 0,-7 2 0,-1 6 0</inkml:trace>
  <inkml:trace contextRef="#ctx0" brushRef="#br0" timeOffset="6">25487 13502 8018,'-5'10'2334,"-1"1"0,3-8-2133,8 2 1,9-3-1,9-4 1,0-1-925,-1-2 0,-1-8 0,-5 3 0,0-4-3053,-1-2 3776,-6 7 0,5-5 0,-5 6 0</inkml:trace>
  <inkml:trace contextRef="#ctx0" brushRef="#br0" timeOffset="7">25660 13313 7834,'-23'-14'211,"-3"4"0,-2-3 0,0 6 0,2-1 1075,-2-5 1,5 5-1,2-3 1,4-1-1496,1-2 1,0 3-1,2 1 1,2 0-1160,2 1 0,6-5 1368,-1 3 0,10-3 0,4-1 0</inkml:trace>
  <inkml:trace contextRef="#ctx0" brushRef="#br0" timeOffset="8">25550 13109 8433,'9'15'2949,"-4"-6"-63,-10-4-3024,3-3 1,-3-2 0,10 0-1874,5 0 2011,4 0 0,2-7 0,0-2 0</inkml:trace>
  <inkml:trace contextRef="#ctx0" brushRef="#br0" timeOffset="9">28176 12999 8018,'-16'0'0,"-2"0"0,-1 0 0,-2 0 0,2 1 0,3 5 0,4 2 1269,1 1 1,6 0 0,-3-4-618,1 6 0,10-4 0,11-2-1387,5-3 1,2-2-1,-5 0 1,0 0-1296,-1 0 1,1 0 2029,0 0 0,-7 6 0,-6 5 0,-6 3 0,-4 2 0,-6-1 0,3 1 0,-2 0 0,3-6 0,0 1 0,0 1 252,1 2 0,-3 2 0,-5-2 1321,1-4 0,4 2 598,1-6-1977,6 6 1,4-5-1,11 3 1,3-4-345,1-5 0,1 5 0,0 1 1,0-1-793,-1 1 0,1 4 1,-2-4-1,-2 2 30,-1 3 1,-3 2 0,3 2 911,-6-1 0,-1-4 0,1-2 0,5-3 0,-1 0 0,2-8-31,1-3 1,-5-4 665,-2-7 0,-3 6 1,-4 1 1642,-3 2 1,1 2-542,-6 5-1670,6 0 0,-3-2-1580,7-3 0,6 1 1,-1-6 1512,-2-2 0,-1-2 0,-2-2 0</inkml:trace>
  <inkml:trace contextRef="#ctx0" brushRef="#br0" timeOffset="10">27138 14350 8301,'-2'-7'-487,"-1"6"0,11-6 0,1 1-437,0 1 924,-6 0 0,18 5 0,-3 0 0</inkml:trace>
  <inkml:trace contextRef="#ctx0" brushRef="#br0" timeOffset="11">27405 14460 6805,'0'16'1553,"0"-5"0,2-3-965,3-1 0,-1-1-1037,6-6 0,1 0 227,4 0 0,-6-2 1,-4-3 221,-3-6 0,-9-3 0,-2-2 0</inkml:trace>
  <inkml:trace contextRef="#ctx0" brushRef="#br0" timeOffset="12">27248 14209 8018,'-16'0'1009,"0"-7"1,9-2 0,7-5-1257,9 4 0,3-4 0,1 5 1,-5-1 246,-1-1 0,6 1 0,-5-6 0</inkml:trace>
  <inkml:trace contextRef="#ctx0" brushRef="#br0" timeOffset="13">27342 14303 7879,'-2'28'14,"-3"-5"0,-4-7 1262,1-2 0,1 0-2705,7 1 1429,0 1 0,0 0 0,0-1 0</inkml:trace>
  <inkml:trace contextRef="#ctx0" brushRef="#br0" timeOffset="14">24528 17588 8343,'-7'-7'524,"7"-3"0,7 8 0,7 0 1,-2 1-1055,-1-3 0,-3 6 1,3 8-2233,-6 4 2762,-3 2 0,-2-7 0,0-2 0</inkml:trace>
  <inkml:trace contextRef="#ctx0" brushRef="#br0" timeOffset="15">24591 17934 8018,'0'16'1052,"-7"-1"0,-4-1-663,-3-3 0,6-2-389,2-4 1,6-3 0,6 1-1,4-5-935,4-3 0,-4-2 935,1 2 0,-1-4 0,6-7 0</inkml:trace>
  <inkml:trace contextRef="#ctx0" brushRef="#br0" timeOffset="16">24811 17918 8018,'0'23'-304,"-7"-7"1,-4 1 0,-3-5 1855,-1 1 1,4-5 1363,1 3-2979,6-8 0,-3-3 0,7-10-599,0-4 0,0-2 0,-2 0 0,-1 1 662,-2-1 0,-14 0 0,1 1 0</inkml:trace>
  <inkml:trace contextRef="#ctx0" brushRef="#br0" timeOffset="17">24339 17824 8018,'-16'0'0,"1"0"1878,-1 0 1,2 7-1732,4 3 1,10-1 0,12-2-979,7-5 1,-2 1-1,6-8 1,-2 3-1975,0 2 2805,7 0 0,-3-14 0,6-3 0</inkml:trace>
  <inkml:trace contextRef="#ctx0" brushRef="#br0" timeOffset="18">27499 17148 7895,'-7'-9'7,"-3"4"0,-2 2 1721,1-3 1,6 5-1447,10-5 1,-1 10 0,6 1-2297,2-1 0,1-1 2014,-3 2 0,-3 4 0,-7 7 0</inkml:trace>
  <inkml:trace contextRef="#ctx0" brushRef="#br0" timeOffset="19">27531 17384 7911,'-2'24'1183,"-3"-3"-549,3-3 0,2-9 0,11-4-673,3-3 0,1-2 0,1 0-3268,0 0 3307,-8 0 0,-1 0 0,-7 0 0</inkml:trace>
  <inkml:trace contextRef="#ctx0" brushRef="#br0" timeOffset="20">27735 17478 7911,'9'11'0,"-4"-1"0,-3 2 2853,-2-5-2955,0 0 0,5-8-3186,0-5 3288,1-9 0,1-17 0,1-8 0</inkml:trace>
  <inkml:trace contextRef="#ctx0" brushRef="#br0" timeOffset="21">28411 16111 7066,'0'-9'-3,"0"0"0,2 6 5309,3-2-4650,-3-1 0,7 6-2892,-4 0-1457,-3-7 3693,5 6 0,0-6 0,2 7 0</inkml:trace>
  <inkml:trace contextRef="#ctx0" brushRef="#br0" timeOffset="22">28521 16299 8018,'-10'16'518,"1"0"2847,2 0-2903,2-1 1,7-6-1358,3-4 0,-2-5 0,6-5-653,-2-5 1,-2-4 1547,-5-2 0,-7 0 0,-1 0 0</inkml:trace>
  <inkml:trace contextRef="#ctx0" brushRef="#br0" timeOffset="23">28286 16221 8302,'-16'-2'0,"0"-1"3235,0-3-2887,1 1 0,8 5 1,7 0-1207,8 0 1,13-2 0,6-1-1,2-2 468,3 1 1,-6-3 389,0 2 0,0 0 0,6 5 0</inkml:trace>
  <inkml:trace contextRef="#ctx0" brushRef="#br0" timeOffset="24">25786 16347 8018,'15'0'987,"-4"0"-987,-1 0 0,-6-7 0,3-2 0</inkml:trace>
  <inkml:trace contextRef="#ctx0" brushRef="#br0" timeOffset="25">25927 16425 7904,'-7'9'2234,"-2"-2"273,-6-7-5859,6 0 3352,2 0 0,7-7 0,0-2 0</inkml:trace>
  <inkml:trace contextRef="#ctx0" brushRef="#br0" timeOffset="26">26021 16299 8018,'-20'2'305,"-1"3"0,-6-3 0,6 3 0,2-1 7599,2 1-10436,8-3 0,5 5 2532,15-7 0,-1-7 0,13-2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7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13899 2405 8018,'0'-16'590,"-7"0"0,-1 2 0,-8 4-99,0 5 0,2 10 0,4 7 0,4 7 53,5 8 1,8 9 0,3 8-1,4 7-421,2 6 1,7 11-1,3 6 1,2 2-214,-2 3 0,-11-36 0,0 0 0,9 39 1,2-9-390,0-3 1,-6-12 0,1-11-1,-4-9-455,-1-5 1,0-13 0,-1-6-112,1-6 0,-7-11 1045,-4-13 0,-3-7 0,-2-8 0</inkml:trace>
  <inkml:trace contextRef="#ctx0" brushRef="#br0" timeOffset="1">13286 2232 8018,'-33'-9'0,"0"2"1164,1 0 0,-1 5 0,12-3 6,2 3 1,8 1-882,6-4 0,12 1 0,11-5 0,11 1-89,12-1 1,13 4-1,9-4 1,10 0-187,9 0 0,5 6 0,-40 0 1,1 1-1,-1 0 0,0 2-125,0-1 0,0 2 0,3 2 1,0 1-1,0 1 0,0 2 0,-1 2 1,-1 1-145,1 3 1,-2 1 0,-3 0 0,-2 3 0,38 20 0,-6 5-288,-4 3 1,-33-19 0,-1 2 0,30 31 0,-4 6-39,-8 3 1,-7 6 0,-7-3 0,-8 4 468,-10 6 1,-11 1 0,-6-2 0,-5-1 204,-5-6 0,-13-1 0,-13-20 0,-9-3 150,-6-6 1,-15-4 0,-9-9 0,-12-6-92,36-15 1,-2-2-1,-2-2 1,0-1 0,-4-4-1,0-2 1,1 0 0,1-1-90,1-2 0,1-1 1,-1-3-1,2-3 1,-28-12-1,11-3-970,10 1 0,16 2 0,8-2 906,10 5 0,4 3 0,2 2 0</inkml:trace>
  <inkml:trace contextRef="#ctx0" brushRef="#br0" timeOffset="2">15126 3442 8018,'1'-9'0,"5"4"0,6 2 0,5-1 0,6-3 0,2-1 134,2-5 1,8 1-1,2 0 1,0 0-39,1-6 0,1 1 0,3-9 0,-6-2-70,-3-2 1,-3-2 0,-4-1 0,-5 0-288,-3 2 1,-9-10 0,-4 10 0,-3-2-69,-2 0 1,-7 3-1,-6 4 1,-4 5 225,-4 3 0,-5 4 0,3 4 0,-2 6 222,-2 8 0,2 12 0,1 10 0,1 4 297,4 1 1,1 13-1,4 5 1,4 3 300,5 2 0,3 14 0,4-1 0,3 1-738,5 5 1,4-5-1,4 2 1,1-2-314,2 0 1,5 0 0,-3-8 0,0-6 109,-1-7 1,-1-10-1,-7-1 1,-2-4-2410,-1-6 2633,-8-3 0,-3-16 0,-10-7 0,-18-7 0,-5-9 0</inkml:trace>
  <inkml:trace contextRef="#ctx0" brushRef="#br0" timeOffset="3">15110 3599 8721,'16'11'0,"1"-1"1118,4 3 1,16-5-1,13 1 1,10-2-1072,10-3 1,5-10 0,5-4 0,4-6-405,-39 6 0,-1-1 1,42-8-1,-4-6-211,-7 3 0,-12 8 0,-9 7 0</inkml:trace>
  <inkml:trace contextRef="#ctx0" brushRef="#br0" timeOffset="4">16352 2578 8018,'-9'0'440,"15"0"0,11 0 0,4 0 247,2 0 0,5 0 1,0-2-1,5-2-572,3-1 0,6 0 0,-3 3 0,-1-1-553,1-2 1,3-1-1,-4 6 1,0 0 253,1 0 0,-4 0 0,-7 2 0,-4 2 97,-1 1 0,-7 7 0,-8-2 99,-1 4 0,-1 7 0,-6 0 0,-4-1 51,-6-3 1,-3 4-1,-13 2 1,-2 1-101,-1 4 0,-5 0 0,-1 0 0,-1-4-286,1-1 0,2 3 0,3-5 0,4 0-457,5 2 1,5-11 0,4 2 779,1-5 0,8 3 0,-4-3 0</inkml:trace>
  <inkml:trace contextRef="#ctx0" brushRef="#br0" timeOffset="5">16541 3332 8018,'1'-10'411,"5"-1"1,6-3-128,7-5 1,6 2 0,8-8 0,2 1-527,1-3 1,12-6 0,-5 7 0,1-4-1909,1-1 2150,-6 7 0,-1-6 0,-6 5 0</inkml:trace>
  <inkml:trace contextRef="#ctx0" brushRef="#br0" timeOffset="6">17704 2468 8018,'-9'-16'950,"-5"7"-473,4 4 1,3 5-1,2 5-311,3 6 0,4 10 0,1 3 0,4 4 0,2 2-48,3 3 0,-3 7 0,1-1 0,1 1-195,-2 3 0,5 1 0,-6-2 1,3-5-439,-1-4 0,1-9 1,5-3 135,-1-3 1,1-10 0,0-6 0,-2-9 150,-4-9 1,4-10-1,-5 0 1,1-4 189,1-1 0,-6 1 1,4 2-1,-2 2 13,-4-2 1,1 4 0,-1-1 0,3 3 196,-3 2 1,-1 8 0,-2 2 223,0-3 0,5 8-267,0 5 1,6 7 0,-4 11 0,0 1 5,0 2 1,3 10 0,-3-3 0,2 0-89,3 2 0,2-7 0,2-1 0,0-3-30,-1-3 0,1 2 0,0-13 0,-1-2-213,1-1 0,0-4 1,0-5-37,-1-8 0,1-1 1,0-7-1,-2 1-61,-4-5 0,4-2 1,-5-3-1,0 2 166,-4 4 1,2-2-1,-2 7 1,-1 0 242,-3-1 0,-1 4 602,0-3 0,0 13-281,0 8 1,0 14 0,0 12-1,0 3-235,0 3 1,2-1 0,3 1 0,6-1-299,3 1 1,2-3 0,1-1 0,2-3-191,2-3 1,5-1 0,-3-7 0,2-3-817,3-6 1,-1-3 1101,0-2 0,2-7 0,-4-2 0</inkml:trace>
  <inkml:trace contextRef="#ctx0" brushRef="#br0" timeOffset="7">19119 2578 8018,'0'-9'0,"-2"4"0,-1 10 772,-2 5 0,0 4 0,5 2-238,0 0 0,0-6 0,0 1-109,0 1 0,0 2 1,1 0-482,4-4 1,-1-3 0,6-7-404,3 0 0,-5-1 0,1-5 0,0-4-111,0-4 0,-6-2 0,2 1 0,-3-1 162,-2 0 0,0-5 0,-2 0 0,-3 4 264,-5 5 1,-10-1 0,-2 8 0,-3 2 752,-3 1 1,-1 2 0,-3 2 0,1 5-138,-1 8 0,3 3 0,1 8 1,3 0 28,2-1 1,3 3 0,6-6 0,3 1-277,6 0 0,3 3 1,2-5-1,2-2-564,3-2 1,6-1-1,9-2 1,5-2-164,-1-1 1,11-8-1,-3 3 1,1-5-134,0-1 0,-3-7 0,-2-3 1,-2-4 188,2-2 1,-5 0-1,-2 1 1,-4-1 432,-1 0 1,-2 1 0,-4-1 0,-3 2 390,0 3 340,-5-3 0,5 14-370,-7 0 0,5 7 0,2 9 1,2 2 25,3 3 0,2-4 0,2 4 0,0-4-666,-1-1 1,8-2 0,3-3 0,4-4-432,1 0 1,6-6 0,2 5 0,-1-5 405,0-1 1,-3-7 0,-8-3 316,-6-4 0,3-9 0,0-1 0</inkml:trace>
  <inkml:trace contextRef="#ctx0" brushRef="#br0" timeOffset="8">19748 2311 8018,'7'17'1128,"4"4"0,1 3-858,-2 1 0,4 3 0,-1-6 0,4 3-69,4 3 1,0-4 0,-5 3 0,1-1-203,4-2 1,2-1 0,5-6 0,-2 1-664,2-2 0,0 3 0,0-9 0,-2 2-135,2-1 0,-5 1 1,-2-5 798,-4 2 0,-1 1 0,0 6 0</inkml:trace>
  <inkml:trace contextRef="#ctx0" brushRef="#br0" timeOffset="9">20173 2358 8018,'-25'7'340,"1"1"1,5 8-1,-2 2 1,1 1-1,3 5 1,1 4-141,0 5 1,1 13-1,-1-3 1,0 3-1360,1 4 1,-5-4 1158,5 1 0,-12 0 0,10-7 0</inkml:trace>
  <inkml:trace contextRef="#ctx0" brushRef="#br0" timeOffset="10">18648 3458 8018,'0'17'159,"0"4"1,0-1 0,0 6 0,1 2 0,5 3 0,2 4 0,3 3 0,-1 1-15,2-1 1,-3-1 0,0-7-1,-2-4-86,-4-5 1,4 2-1070,-1-3 1,-3-7 1009,-8-13 0,-4-7 0,-7-9 0</inkml:trace>
  <inkml:trace contextRef="#ctx0" brushRef="#br0" timeOffset="11">18129 3395 8601,'7'-9'269,"7"2"1,8 2 475,10 0 0,15-6 0,4 4 0,6-1-572,8-5 0,12 1 1,0 0-1,1 2-755,4-3 0,4 1 0,-6 2 0,-6 4 582,-8 5 0,-6 15 0,-13 3 0</inkml:trace>
  <inkml:trace contextRef="#ctx0" brushRef="#br0" timeOffset="12">21163 2028 8789,'0'15'0,"0"1"0,0 1 12,0 4 1,0-1 403,0 6 1,0 7 0,0 9 0,0 3 0,0 3 0,0 0-204,0 5 1,0-4 0,2 3 0,3-5-215,6-5 1,1 0 0,2-9-1,0-5 35,3-3 1,10-1-1,-1-6 1,3-4-131,3 0 1,5-7 0,1-2 0,2-4-58,4-1 1,6 0-1,3 0 1,-4-1-109,-6-4 0,3 1 0,-6-5 0,0 2-110,-3 4 1,-6-4 0,-4 2 0,-6-1-717,-4-1 1087,-8 6 0,-9-6 0,-9 7 0</inkml:trace>
  <inkml:trace contextRef="#ctx0" brushRef="#br0" timeOffset="13">21163 2468 8018,'7'-9'0,"5"4"0,8 3 227,6 2 1,5-5 0,6 0 0,3 1-83,0 2 1,11 2 0,-2 0 0,2 0-452,-3 0 0,7-5 0,-13 0 0,-6 1-1292,-6 3 1598,-7 1 0,-15-7 0,-1-2 0</inkml:trace>
  <inkml:trace contextRef="#ctx0" brushRef="#br0" timeOffset="14">20990 2090 8018,'-15'-15'440,"6"-1"1,-3 0 0,8 2 0,6 2 0,7 2-1,5-1 1,3 1-209,4-1 1,10 6 0,11-4 0,5 2-71,6 4 0,3-4 0,8 2 1,3-1-587,1-1 0,5 4 1,-3-6-1,-2 2 424,-3 4 0,-6-6 0,-11 0 0</inkml:trace>
  <inkml:trace contextRef="#ctx0" brushRef="#br0" timeOffset="15">22846 2028 8018,'0'15'0,"0"3"0,0 3 0,0 5 0,0 4 0,0 3 0,0 5 0,1 8 426,4 4 0,2 8 0,6-6 0,-3-1-643,2-2 1,-3-9-1,0-3 1,0-6-1391,-1-5 1607,-4-3 0,10-7 0,-5-1 0</inkml:trace>
  <inkml:trace contextRef="#ctx0" brushRef="#br0" timeOffset="16">22421 1918 8018,'-7'-9'1190,"-3"4"0,4 3 0,8 2-1000,12 0 1,10 0 0,15 0 0,6 0-154,6 0 1,14 0 0,1 0-1,6 0-366,3 0 0,3 0 0,-10 0 0,-5 0 329,-8 0 0,-10 0 0,-14 0 0</inkml:trace>
  <inkml:trace contextRef="#ctx0" brushRef="#br0" timeOffset="17">23364 2531 8018,'7'-9'285,"2"-3"1,7 5-1,1-2 1,2-3 0,4-2-1,2-2 61,3 0 1,7-1-1,3-2 1,0-2-439,1 1 0,-1-2 1,-3 1-1,2 2-74,-2 1 1,-7 2 0,-4 1 0,-1-1-76,-4 0 0,-3 6 0,-4 1-574,-1 2 1,-8 0 1266,2 2 0,-5 1 906,-5-6 0,2 5-305,-8-6 1,2 1-603,-1-6 0,-2 0-419,6 0 1,1 1-1,5-1-187,0 0 0,-2 1 0,-1-1 0,-2 0-100,1 0 1,-3 1-1,-1-1 1,-3 0 82,-1 1 1,-11 1 0,4 1 0,-6 5 123,-3 1 1,-10-4 0,7 6 0,-3 3 332,1 6 1,-2 10 0,0 8-1,4 5 133,1 6 1,2 7 0,11 11-1,-1 3-165,4 2 1,9 13 0,2 10 0,6 1-383,8 1 0,8-6 0,3-2 0,1-5-110,0-1 1,5 1-1,-2-14 1,2 0-395,-2 0 1,2 2 0,-7-7 0,-2-4-164,-1 1 0,-4-6 0,-4 0 796,-4-1 0,-5-3 0,-1-4 0</inkml:trace>
  <inkml:trace contextRef="#ctx0" brushRef="#br0" timeOffset="18">23207 2782 7906,'-16'0'123,"4"0"0,7 0 0,12 0 0,10 0 928,10 0 1,9-5 0,6-2 0,5 0-1493,6 0 1,-3 0-1,6 3 1,-1-1-2339,-5 2 2779,-1-6 0,-9 7 0,-1-5 0</inkml:trace>
  <inkml:trace contextRef="#ctx0" brushRef="#br0" timeOffset="19">25094 2468 8018,'-7'-9'0,"7"4"0,9 3 190,5 2 0,8 0 1,6 0 405,7 0 0,7 0 0,9 0 0,3 0 0,-2 0-524,-3 0 1,2 0 0,-11 0 0,-1 0-73,-8 0 0,-7 0 0,-8 0 0</inkml:trace>
  <inkml:trace contextRef="#ctx0" brushRef="#br0" timeOffset="20">26273 1870 8018,'0'16'0,"0"0"220,0 0 1,0 1 0,2 4 0,1 7 405,3 7 1,4 3 0,-3 9 0,2 1-454,3 0 1,-3 8 0,1-10 0,1 3 48,-3-4 1,5 1 0,-6-8 0,1-1-621,5-4 0,-5 2 0,5-11 1,2 1-128,4-4 0,9-6 0,-1-2 0,4-5 85,6-1 1,3-2 0,7-5-1,0 0 129,0 0 0,1-1 0,-1-3 0,0-3 311,0-1 0,-1 2 0,-5-4 0,5 6 0,-6-3 0</inkml:trace>
  <inkml:trace contextRef="#ctx0" brushRef="#br0" timeOffset="21">26320 2326 8018,'-9'-15'160,"2"4"1,9 2-1,3 1 160,6-1 0,15 0 0,7-3 0,6 1-245,4-1 1,5 0 0,4 0 0,4 3-419,0 2 1,0-3 0,-6 4-1,1 1-151,-5-2 494,1 5 0,-21-12 0,4 6 0</inkml:trace>
  <inkml:trace contextRef="#ctx0" brushRef="#br0" timeOffset="22">26100 1886 8018,'0'-21'0,"0"0"0,2 2 712,3 2 1,16 1-1,14-2 1,7-1-642,7-2 1,17 0 0,2 6 0,4-1-180,7 0 1,4 2-1,-2 4 1,-6 6-1529,-3 8 1064,-4 4 0,-5 15 0,-1 2 1</inkml:trace>
  <inkml:trace contextRef="#ctx0" brushRef="#br0" timeOffset="23">27751 2122 8018,'-16'0'0,"1"0"0,4 0 3156,1 0-2597,6 0 1,-1-2 0,10-1-674,6-3 1,8-1 0,3 2 0,3-5-237,3-4 1,2-4 0,3-3 0,2-3-11,1-1 0,1-4 0,-7 3 0,-2-4 18,-2-2 1,-7 3 0,0 3 0,-6 3 370,-8 0 1,-5 6 0,-5-3 413,-6 8 1,-3 5 0,-3 7 0,-4 0 178,-5 0 0,1 7 0,1 5 1,-1 8-149,1 6 1,4 5-1,0 6 1,2 7-412,2 6 0,8 6 0,2 9 0,5 1-332,1 2 1,7 0 0,5-5 0,7 0-409,7 0 1,-1-2 0,-1-5 0,-1-7 6,-4-5 0,2-10 1,-3 3-1,-5-5-170,1-6 0,-7-4 840,-1-6 0,-12-7 0,-2-2 0,-8-7 0</inkml:trace>
  <inkml:trace contextRef="#ctx0" brushRef="#br0" timeOffset="24">27609 2531 8018,'-24'-16'196,"7"7"1,8 2 2618,2 0-2767,2 5 0,17-5 1,5 7-1,6 0-13,5 0 1,7-5 0,3 0 0,3 0-297,2-2 0,6 5 1,0-5-1,-4 2-200,1 0 1,-2-6 0,-3 6 0,-6 0 39,-7-2 1,-5 5 420,-7-3 0,-1 3 0,1 2 0</inkml:trace>
  <inkml:trace contextRef="#ctx0" brushRef="#br0" timeOffset="25">23553 1996 8018,'-16'-2'382,"1"-3"1,13-2 667,7-3 1,7-3-135,4 8-739,-7 0 1,-9 12 0,-11 5 0,-4 6-56,-6 3 0,-6 12 0,-8 0 0,-3 4 75,-2 1 0,5 9 0,-4-3 0,5-2 84,2-2 0,4 0 1,12-7-171,1-3 0,9-11 0,12-1-497,13-6 0,11-10 0,6-2 0,6-9-27,4-5 0,1-7 0,0-2 0,0 1 175,0-1 1,-1 2-1,-4 5 1,-7 2-297,-7 4 0,-6 3 738,-6 7 1,-14 7 0,-9 5 0,-11 7 434,-8 7 0,-4 4 0,-3 2 0,-2-3-67,-1-3 0,-1 8 0,5-6 0,3-2-184,3-2 1,3 1 0,9-8-1,3-3-155,6 0 0,5-2 0,5-1-637,6-6 0,10-3 0,7-2 1,5-2-801,4-3 0,1-4 0,-3-7 0,2 2 719,-2 4 0,-4-2 0,-5 6 0,-5 3 506,-3 1 1,-10 4 0,-6 3 238,-11 6 1,-8 13-1,-16 6 1,-2 1 577,-2 4 1,-10 5 0,5-3 0,4-4 25,3-5 1,5 5-1,4-7 1,7-3-673,6-4 0,10-8 0,12-2-493,6-2 1,19-2 0,4-7-1,9-5-161,6-9 0,9 1 1,-2-6-1,-1 3-951,2 3 1,-13 6 0,-8 4 0,-12 5 1228,-13 5 1,-6 11 0,-12 11 0,-8 8 1050,-10 7 1,-19 7 0,-9 2 0,-3-4-433,-3-2 0,10 1 0,8-13 0,6-5 1890,5-4 1,7-4-3100,13-10 0,22-5 1,21-13-1,8-12 774,8-9 0,2-6 0,8 3 0</inkml:trace>
  <inkml:trace contextRef="#ctx0" brushRef="#br0" timeOffset="26">28348 1556 8018,'-7'9'939,"4"5"-701,-8-4 0,6 2 0,-5-1 197,-2-6 1,5-1 0,0-1 259,0 2 1,3 1-583,-6-6 0,6-7 0,-1-4-211,3-3 0,4 4 0,3-1 5,6-1 1,3 0 0,1 1 0,1 6-328,0 3 0,-1 2 1,1 2 175,0 3 0,-2-1 0,-2 6 1,-3 3 167,-2 1 1,-2-4-1,-5 0 1,0 3 67,0 1 1,-7 0 0,-3-2 0,-4-3 165,-2-2 0,-5 3 0,0-5 0,0-1 676,-2-2 0,6-2 1,-4 0-731,3 0 0,10-2 1,2-3-1,5-6-650,1-3 1,1 0 0,5 4 0,4 4-1218,4 5 0,4-5 1763,3 1 0,3 14 0,7 8 0</inkml:trace>
  <inkml:trace contextRef="#ctx0" brushRef="#br0" timeOffset="27">28883 1666 8018,'0'-16'502,"-2"8"0,-3 2 0,-5 5 0,-3 4-146,3 8 1,-8 1-1,4 16 1,-1 5-125,-5 7 0,1 13 0,4 6 0,-1 4-27,0 0 0,7 13 0,4-6 0,3 2-422,2 0 0,13-6 0,4-7 1,6-5-246,5-5 0,7-5 0,3-14 1,1-4 191,-1-5 0,-3 0 270,-9-5 0,4 3 0,-6-11 0</inkml:trace>
  <inkml:trace contextRef="#ctx0" brushRef="#br0" timeOffset="28">29402 1996 8018,'-16'0'1298,"7"2"0,4 3-805,3 6 1,2 3 0,0 1 0,2 3-258,3 3 0,-3 3 0,5 9 1,-2 2-320,1 2 0,4 5 1,-5-5-1,1-3-54,1 0 0,-4-5 0,6-2-3696,-2-6 3833,-2-4 0,-5-8 0,0-2 0</inkml:trace>
  <inkml:trace contextRef="#ctx0" brushRef="#br0" timeOffset="29">28883 1996 8018,'-24'0'0,"3"0"1581,3 0 0,11 0 0,9 0-1134,12 0 0,10-2 0,13-1 0,7-4-909,6-2 1,11 0 0,9-3 0,2 4 134,3 1 1,2 1 0,0 6 0,-6-1-1673,-8-5 1999,-7 5 0,-16-6 0,-1 7 0</inkml:trace>
  <inkml:trace contextRef="#ctx0" brushRef="#br0" timeOffset="30">29826 1635 8018,'0'-16'521,"2"4"244,3 6 0,6 10 1,10 17-1,5 5-366,4 4 1,8 13 0,2 8 0,2 7-463,0 6 1,-7 11 0,-2 6 0,-19-37-1,-3 1-213,-2 0 1,-3 2 0,-2 8 0,-4 0 0,0-2 0,-4-1-1,-3 2 1,-3 1 34,-3-1 1,-4-2 0,-6-4 0,-3-2 0,2-3 0,-1 0 0</inkml:trace>
  <inkml:trace contextRef="#ctx0" brushRef="#br0" timeOffset="31">21399 5375 8264,'-2'-13'173,"-3"2"1,-4 8-1,1 6 1,2 9 1153,5 7 1,1 8-1,0 8 1,0 3-979,0 2 0,1 2 0,3 7 0,3 0-440,2-2 1,1 7 0,6-12 0,-2-3-429,-4-5 1,8-2 0,-6-2 0,0-4-988,2-5 1,0-9-1867,2-2 3372,-7-13 0,-9 1 0,-9-14 0</inkml:trace>
  <inkml:trace contextRef="#ctx0" brushRef="#br0" timeOffset="32">20802 5407 8330,'0'-16'635,"1"0"1,6 3 0,7 0 334,5 3 1,11-1-1,2-4 1,10 1-277,8 3 0,6-3 1,9 4-1,1-4-553,2-2 1,2 6 0,-2 1 0,2 0-652,-3 0 0,-1 4 0,-14-4 0,-3 2-1075,-5 4 1,-6 1-1,-8 2 1585,-4 0 0,-3-7 0,-7-2 0</inkml:trace>
  <inkml:trace contextRef="#ctx0" brushRef="#br0" timeOffset="33">22107 4951 10210,'10'2'1602,"-1"3"-386,-2 6 0,-2-3 0,-3 1 487,3-2-1196,-3-2-851,5-5 0,-9-1 0,-3-5 182,-6-4 0,3 1 0,-1-1 0,0-1-230,0 2 0,4 1 154,-5 2 1,6 3-114,-1-8 0,5 8 188,5-2 0,4 3 1,7 2-1,-1 0-122,1 0 1,0 2 0,-1 3 84,1 5 1,-5 3-1,-3-1 1,-1-2 55,-3 3 0,-2-5 0,-4 3 334,-3 1 1,-4-5-1,-7-2-68,0-3 1,1-2 0,-1 0-227,0 0 1,6-5-1,1-2 1,2-2 140,4-3 0,3 3-37,5-1 0,11-1 0,8-5 0</inkml:trace>
  <inkml:trace contextRef="#ctx0" brushRef="#br0" timeOffset="34">22578 5423 8018,'-10'-6'0,"1"-1"0,4-1 938,7-5 1,5 6 0,10 2-1,2 3-722,2 2 0,7-5 0,-2 0 0,2 2-449,-2 1 0,2 2 0,-5 0 0,0 0 452,0 0 0,-8 0-219,-4 0 0,-1 7 0,6 1 0</inkml:trace>
  <inkml:trace contextRef="#ctx0" brushRef="#br0" timeOffset="35">22484 5674 8018,'-11'9'1322,"1"-4"1,13-3 0,4-4 0,11-3-716,8-6 0,11 3 1,6-3-1,5-3-208,-1-5 0,7 3 0,-10-1 0,-1 5-893,3-1 1,-10 6-1,-4 2 1,-9 2 493,-6-3 0,-1 5 0,-1-6 0</inkml:trace>
  <inkml:trace contextRef="#ctx0" brushRef="#br0" timeOffset="36">24119 5328 8018,'-16'0'0,"1"0"0,1-1 0,1-3 2416,3-1 0,8-2-1627,2 2 0,12 1 0,13-5 1,1 1-646,2-1 0,12-2 1,-5-6-1,5-2-286,2-2 1,-7-5 0,2 5 0,-4 0 17,-1-2 0,-8 0 0,-3-5 0,-5 4-347,-6 1 0,-3 1 0,-7 2 0,0-1 490,0 2 0,-7 2 0,-3 3 0,-6 1 377,-5 3 0,2 7 1,-7-3-1,-1 6 78,3 6 0,-6 2 1,6 8-1,-1 1-51,4 4 1,4 2-1,1 7 1,2-1-336,4 5 1,3 8 0,8 1 0,3 6-304,1 4 0,7 1 1,-1-4-1,3 4-493,2 2 0,-2-5 0,-2 3 1,-2-1-48,2-1 0,-3-5 0,0-7 0,-2-1 314,-4-4 0,4-4 0,-1-3 1,-3-4-957,-1-1 0,-4-9-279,-3-9 1676,-4-3 0,-14-2 0,-1 0 0</inkml:trace>
  <inkml:trace contextRef="#ctx0" brushRef="#br0" timeOffset="37">24025 5658 8400,'-7'-5'2040,"7"-2"1,10-2-1539,9-3 0,8-2 0,9-1 1,6-1-685,4 0 1,1 0 0,-2 1 0,-1-1-976,-2 0 0,-4-5 1157,-1 0 0,0-7 0,-13 4 0</inkml:trace>
  <inkml:trace contextRef="#ctx0" brushRef="#br0" timeOffset="38">24764 4637 8987,'-9'10'7043,"4"1"-7566,3-1 166,2-1 1,0-4-186,0-10 0,-5-4 383,-1-7 0,1 1 1,5-1 220,0 0 0,2 8-150,3 2 1,-1 5-216,6 1 0,-1 1 1,3 5 155,-1 4 0,-8 4 1,2 2 173,-3-1 0,-7-4 0,-2-2 0,0-1 56,0 1 0,-5 0 0,1 1-567,-3-4 0,4 1-900,-1-2 1,10-5 1383,1-5 0,7-15 0,8 3 0</inkml:trace>
  <inkml:trace contextRef="#ctx0" brushRef="#br0" timeOffset="39">25015 4511 8018,'16'0'2676,"0"2"1,-1 3-1913,1 5 1,7 6-1,3 7 1,2 7-496,-2 5 0,4 20 1,-6 8-1,-1 11-275,-7 6 1,-9-31 0,0 0 0,0 38 0,-4-42-1,1-1-263,3 42 1,-2-1 0,-5-1 0,-2-2-1131,-3-1 0,-5-6 0,-11-4 1,-6-6-281,-2-4 0,-5-5 1679,-2-14 0,-11 3 0,-9-5 0</inkml:trace>
  <inkml:trace contextRef="#ctx0" brushRef="#br0" timeOffset="40">23805 4652 7889,'-16'6'248,"0"-1"1,0 16 0,1 5 0,-1 14 539,0 11 1,1 12-1,-1 12 1,0 7-618,8-38 1,0 1-1,3 1 1,2 1-1,0 0 1,2 0 0,1-1-1,2 0 19,0-1 1,1 0 0,5 3 0,2 0 0,-2-4 0,1 1 0,14 40-427,5-3 1,1-15 0,5-6 0,1-7-198,1-9 1,6-4 0,-5-12 0,-2-3 432,-2-5 0,5-3 0,3-2 0</inkml:trace>
  <inkml:trace contextRef="#ctx0" brushRef="#br0" timeOffset="41">25455 4150 8479,'-8'20'0,"3"3"0,3 2 0,2 4 0,2 4 1437,3 4 0,-2 5 0,8-4 0,1 1-881,2-1 0,2 8-556,-1-10 0,8 12 0,2-15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3.9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5818 11175 9694,'-11'-1'-55,"4"-3"0,6 1 1,8 3-1,7 5 0,7 2-125,5 0 1,10 3 0,6-4-1,4-3 186,1-1 1,11-2-1,3 0 1,2 0 7,3 0 0,13 0 1,3-2-1,3-3 70,1-6 0,-36 7 1,1 0-1,-4-1 1,1 1-1,3-1 0,1 1-78,0 0 1,0-1 0,3 3-1,-1-1 1,-1-2 0,0 0-1,4-1 1,0 1 45,3 1 1,0-1-1,0-1 1,-1-1-1,1 2 1,1 1-1,-1-1 1,0 1 29,-1 1 0,1 1 1,5-2-1,1 1 0,-1-1 1,1 1-1,3-1 1,0 1-59,2-1 1,0 1-1,0 0 1,1 1-1,0 1 1,1 2-1,-1-1 1,1 0 49,2 0 1,2 0-1,6 0 1,2 0 0,-4 0-1,0 0 1,3 0-1,0 0-31,-1 0 0,2 0 0,-25 0 0,1 0 0,1 0 0,0 0 1,0 0-1,1 0 0,2 0 0,0 0 0,1 0-115,0 0 1,1 0-1,0 0 1,4-1 0,-1 1-1,1-1 1,-2 0-1,0 0 1,1-1 0,1 0-1,1 0 1,0-1 83,1 1 1,1-1 0,0 0 0,5 0-1,-1 0 1,1 0 0,0-1 0,1 0-1,-1 0 1,1 0 0,0 1 0,1-1-139,0 1 0,-1-1 0,2-1 0,4-1 0,1 0 0,0-1 0,0 0 1,1 0-1,-1 0 0,-20 2 0,0 0 0,-1 0 0,1 1 143,1-1 1,-1 1 0,0-1-1,0 1 1,1 0 0,0 0-1,-1 0 1,1 0 0,1 1-1,1-1 1,-1 0 0,1 0-1,0 0 1,1 0 0,0 0-1,0 0 1,1 0 1,1 0-1,0 0 1,1 0-1,3 0 1,1 0 0,0 1-1,0-1 1,-5 0-1,0 0 1,0 0-1,-1 0 1,0 0 0,0 1-1,0-1 1,-1 1-3,-1 0 1,0 1 0,0-1-1,1 0 1,7 0 0,1 0 0,0 0-1,0 0 1,-5 1 0,0 1 0,0 0-1,1 0 1,0 0 0,1-1-1,0 1 1,1 0-87,0-1 0,0 0 1,0 0-1,1 1 0,0 0 1,1 1-1,0 0 1,-1-1-1,-2 0 0,-1-1 1,0 1-1,0 0 0,-1 0 1,1 1-1,0-1 1,0 1 75,0 0 1,0 0 0,1 0 0,0 0 0,3 1 0,2 0-1,-1 1 1,-1-1 0,-3 1 0,-2 0 0,1-1 0,-1 1-1,1 0 1,-1 0 0,0-1 0,0 1-12,-2 0 1,0-1 0,-1 1 0,2 0 0,6 1 0,1 0 0,0 0 0,-1 0 0,-4 0 0,-1 0-1,-1-1 1,1 1 0,0 0 0,1 0 0,0 0 0,-1 0-16,1 0 0,0-1 0,-1 1 0,1 0 0,1 0 0,0 1 0,-1-1 0,0 1 0,-3-2 0,0 1 0,-1-1 1,1 1-1,-1 0 0,-1 0 0,1 0 0,0 0-2,-1 0 1,-1-1 0,1 1 0,0 0 0,4 0 0,0 1 0,0-1 0,0 1 0,-6-2 0,0 1 0,-1-1 0,0 1 0,2 0 0,0 1 0,-1-1 0,1 1-41,-2 0 0,0 0 0,0 0 0,1 0 0,1 0 0,1-1 0,-1 1 0,0-1 1,-1 0-1,-1 0 0,-1 0 0,1 0 0,20 1 0,-1-1 0,1 1 65,1-1 1,-1 2 0,0-1 0,-4 0-1,-2 0 1,1 0 0,1 0 0,0 0 0,-1 0-1,-1 0 1,-2-1 0,1 1 8,-3 0 1,0 0 0,1 0 0,3 0 0,0 1 0,-2 0 0,-7 0 0,-1 0 0,-1 1 0,1-1 0,0 0 0,-1 0-9,-3 1 0,0-1 1,1 0-1,4 0 0,0 0 1,-1 1-1,-7-1 0,-2 0 1,1 1-1,0-2 0,0 1 1,0-1-2,1 0 0,0-1 0,0 1 0,24 3 0,-2 0 1,-2-3-1,-2 1 0,-3 0 0,-2 0 86,-3 0 1,0 1-1,2-2 1,-1 0-1,-8 2 1,-2-1-1,0-2 1,-2 1-84,-5 0 0,-1-1 1,0-2-1,-2 0 0,-5 1 1,-2 1-1,39 0 435,-6 3 0,-10-5 1,-13 4-1,-8-3-465,-6-2 1,-11 5-1,-8 2 54,-3 2 1,-8 2-1,-10 4 1,-11 3-2000,-14 3 1969,-17 10 0,-11 9 0,-5 8 0</inkml:trace>
  <inkml:trace contextRef="#ctx0" brushRef="#br0" timeOffset="1">6305 8378 19824,'-2'-14'-1405,"-1"0"1,-4 1 0,0-1 920,0 2 1586,2 7 1,5 5-1,0 14 1,0 9-985,0 8 0,0 13 1,0 5-1,0 12-391,0 10 0,0 13 1,0-37-1,0 2 1,0 5-1,0 1 231,-1 4 1,2 2 0,1 5-1,1-1 1,0-5 0,-1 1 0,1 0-1,0 2 70,0 0 0,1-1 0,-1-2 0,0-1 0,3-1 0,1-1 0,-2-3 0,0-1-346,1-6 0,0 0 0,0 3 1,1 0-1,5 28 0,-2-6-346,3-9 1,-1 1 0,0-8-1,-3-7 89,-2-9 0,0-3 0,-4-6 0,3-6-394,-3-6 0,-1-3 0,-4-2 398,-3-4 0,3-4 1,-3-13 579,3-9 1,-5-7 0,-2-8 0</inkml:trace>
  <inkml:trace contextRef="#ctx0" brushRef="#br0" timeOffset="2">7186 8488 19824,'5'-20'-6344,"0"5"5434,-1 1 0,3 5 0,0 0 3588,1 2 1,-2 2-1,2 7-1547,-1 3 0,0-1 0,-3 6 0,3 0-757,2-1 1,-4 12-1,4 0 1,-2 7-112,-4 3 0,1 4 0,-1 6 1,2 9-201,-1 10 0,-1 2 1,1 15-1,3 9-216,-3-39 0,0 2 0,-1 0 0,0 2 0,2 7 0,0 2 0,1-1 0,0-1-47,1-1 0,0 2 0,1 10 0,0 1 0,0-6 0,0 0 1,0-1-1,0-1-191,-1 0 1,1-1-1,2-3 1,1-1 0,0-5-1,-1-1 1,0-5 0,-1-1-1457,9 40 1,-2-16 0,-1-12 0,1-8-2001,0-7 3847,0-4 0,-8-13 0,-1-2 0</inkml:trace>
  <inkml:trace contextRef="#ctx0" brushRef="#br0" timeOffset="3">15424 8519 7742,'-15'0'734,"4"0"1,1 0-349,-3 0 1,1 7 0,0 4 0,2 2 20,-3 3 1,5 7 0,-1 7 0,2 8-279,3 9 1,-3 11 0,2-1 0,3 6-184,6 5 0,-1 13 0,2-35 0,1 2 1,0 4-1,0 1-116,1 3 0,0 1 0,1 2 0,0 1 0,-1 4 0,0 1 0,-1 0 1,0 0-92,0-3 0,-2 1 0,-1 4 0,-2-3 0,2-10 0,-1-1 0,-1-2 0,0-1-118,-1-4 0,0-1 1,0 28-1,0-8 1,2-9 248,3-7 0,-3-6 1,3-13-1,-3-4-12,-2-5 142,0-10 0,0-4 0</inkml:trace>
  <inkml:trace contextRef="#ctx0" brushRef="#br0" timeOffset="4">15990 8488 7720,'-8'0'450,"1"1"0,7 5 0,0 4 1,0 6-1,1 7 0,3 8 177,1 9 0,7 11 0,-1 6 0,3 8-613,2 10 0,-11-29 0,0 2 0,0 2 0,1 0 0,-1 2 0,0 1-15,-1-1 0,1 1 1,1 6-1,0 0 0,-2-2 1,-1 0-1,1 0 0,1-1-110,1 1 0,0 0 0,-2-6 1,1-1-1,-1 2 0,0-1 0,5 36-1058,0-8 1,0-9 0,3-16 1168,-2-7 0,1-10 0,5 1 0</inkml:trace>
  <inkml:trace contextRef="#ctx0" brushRef="#br0" timeOffset="5">21399 8598 7687,'-7'-25'-57,"-2"4"0,-1 6 0,-1 4 0,1 4 928,1 0 1,-5 5 88,4-3 0,-3 5-624,3 5 1,3 1-1,7 8 1,0 6-192,0 8 0,0 4 0,2 15 0,3 9-64,5 9 0,4 18 0,-6-34 0,-2 0 1,1 4-1,-1 1-74,-1 4 0,0 1 0,0 2 0,1 0 0,0 2 1,2 1-1,-2 2 0,0 1-198,0 4 1,-2 0 0,-2-3 0,0 0 0,0 1 0,1 0 0,-1-5 0,-1-2-79,2-8 0,0 0 1,-2 0-1,-1-2 0,6 36 1,-5-10-472,-1-11 0,2-6 0,3-11 740,6-4 0,1-6 0,-1-9 0,-4 1 0</inkml:trace>
  <inkml:trace contextRef="#ctx0" brushRef="#br0" timeOffset="6">23679 8535 7716,'0'-16'0,"2"2"0,3 4 618,5 4 1,-3 6 0,0 7 0,-2 7-63,1 6 1,1 14 0,-4 5 0,2 10-266,-1 8 0,3 6 0,0 7 0,0 7-233,0 5 1,-2-31-1,0 1 1,-1 1 0,-1 1-1,1 2 1,1 1-23,1 2 0,0-1 0,-1 1 0,-1-1 0,1-2 0,1 0 0,-1 1 0,2-1-473,0 2 0,0-2 0,0-5 0,0-1 0,-1 2 0,0-1 0,-1-4 0,0-3-370,8 35 0,-5-4 0,1-12 0,-2-7-639,-3-6 1446,-3-10 0,-1-8 0,0-9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0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5283 4087 7716,'9'-7'501,"-2"3"0,-9-5 2474,-3 2-2695,3 2 0,-5 7 1,7 3 493,0 6 1,0-3-723,0 3-437,0-8 0,0 3 108,0-12 1,-1 3 0,-5-6 44,-4 2 1,-2 0 0,-1 5 0,3 1 233,-2 2 0,-1 15 0,1 2 0,2 3 198,-3 1 0,1 6 0,0 0 0,3 4 88,2-1 0,2 9 0,5-8 0,0 1 81,0 0 0,0 4 0,2-2-374,3-6 1,4-10 0,6-10-1,1-2-390,0-3 0,5-3 1,2-2-1,-1-5-56,1-4 1,3-4 0,-5-3 0,0-3-6,2-1 1,-6 0 0,4 6 0,-5-1 133,-5 0 0,-3 6 0,-4-1 692,1-1-82,0 5 1,-10 7-1,-2 11 1,0 3 323,0 1 1,2 8-1,5 3-187,0 4 0,0 1 0,2 1 0,3-3-247,5-2 1,6-6 0,3-7 0,2-2-471,-2 0 0,6-3 1,1-15-1,2-2-120,-2-1 1,7-12 0,-5-3 0,-1-11 128,-3-7 1,-5-7 0,-7 9-1,-3 0-261,-2 3 0,-2-2 0,-8-1 486,-8-5 1,1 15 0,-13 0 0,1 13 476,-5 7 0,-2 6 0,-3 1 0,1 6 76,-1 8 0,3 9 0,1 7 0,3 2-204,2 3 0,8 1 0,6 2 1,2 0-683,4-5 0,3-1 0,7-8 0,8-2-222,10-1 1,4-9-1,3-4 1,1-3-655,4-2 0,1-2 1267,4-3 0,-3-11 0,-8-9 0</inkml:trace>
  <inkml:trace contextRef="#ctx0" brushRef="#br0" timeOffset="1">5944 4197 7716,'0'-25'201,"0"4"1590,0 4-1218,0 8 0,0 9 1,0 11-1,0 3-243,0 1 0,0 8 0,0 3 1,1 4-196,5 1 0,-5-1 1,6 0-1,-1-1-149,-1 4 0,2 1 0,-2-6 0,4-4-253,0-1 0,3-2 0,-5-7 1,1-4-341,5-5 0,1-5 0,0-5 0,-2-7 178,-2-7 0,1-4 0,3-5 0,-2 2 253,-1-2 1,-8 0-1,4 0 1,-2 4 121,0 1 1,1-3-1,-6 5 990,0 2-96,7 1 0,0 11 0,5 7-494,-2 9 1,-1 5 0,3 3 0,-1 2-172,1 2 1,2 6 0,2-5-1,0 1-422,-1 0 1,-1-2 0,-2-6 0,-1 1-396,1 0 0,2-2 1,2-4 59,0-4 1,-1-5 0,1-2 187,0-5 0,-2-2 0,-2-8 0,-3-2 394,-2-3 0,3 4 0,-5-6 0,1 2 0,1 0 0,-6-1 0,6 2 0,-1-1-197,-1 2 0,0 2 0,-5 1 1039,0 0 424,7 1 0,-5 8-862,3 7 1,-3 7-1,0 8 1,1 1-29,2 0 0,2 7 0,-1 1 0,2 2-438,1 0 1,5 1-1,-4 4 1,4 0-74,2 1 1,0 3 0,0-2-1,-1-5-48,1-4 0,0-3 1,-1-5-1,1-2-67,0-4 1,0-4 0,-2-17 162,-4-15 1,2 0-1,-6-18 1,-3 4 13,-1-2 0,3-3 0,0-2 0,-1 1 81,-2 4 0,-2-1 0,0 4 0,0 2-31,0 4 1,0-3-1,0 8-115,0-2 0,0 2-242,0 12 0,0 9 0,0 7 0,0 11 380,0 8 0,-7 5 0,-2 8 0</inkml:trace>
  <inkml:trace contextRef="#ctx0" brushRef="#br0" timeOffset="2">7154 4370 7716,'-15'0'0,"-1"0"2225,0 0-1305,7 0 0,20 0 1,10 0-755,0 0 1,5 0 0,0-4 0,2-5-501,-2-6 1,4-6-1,-6 0 1,1-4-54,-4 1 0,0-6 0,-4 4-474,-3-4 0,-8-5 0,-1 4 763,-3 6 0,-9 13 1,-6 7-1,-4 3 243,-4 2 1,-5 7 0,3 5 0,0 8 5,1 6 0,-5 5 0,8 4 0,3 2 392,4-2 0,3 8 1,-1 1-1,5-2-394,3-2 0,5-8 0,6-6 1,9-2-585,4-5 1,5 1 0,6-15 0,2-3 135,1-6 1,8-5-1,-2-8 1,2-2-2033,-2-2 2331,-4-7 0,-6 3 0,-1-6 0</inkml:trace>
  <inkml:trace contextRef="#ctx0" brushRef="#br0" timeOffset="3">7689 4055 7716,'-9'-16'1774,"0"9"-1457,4 7 1,3 4-1,-3 10 1,3 3 100,2 1 1,7 8 0,4 4 0,3 6-231,2 5 1,1-1-1,2 3 1,4-2-446,1-3 0,1-3 0,5-7 1,-2-4-445,-1-1 1,7-7 0,-10-7-1,1-3-284,-4-2 0,-4-9 0,-3-6 985,-4-3 0,4-8 0,-5-3 0</inkml:trace>
  <inkml:trace contextRef="#ctx0" brushRef="#br0" timeOffset="4">7956 4039 7716,'-16'9'311,"-1"5"0,-2 7 799,-2 4 1,0 6 0,5 9 0,2 4-662,4 5 1,-4 7 0,1-2 0,-4 0-671,-4 0 0,0 2 1,4-5-1,-1-4-917,2-2 1,-3 2 1137,9-10 0,-4 7 0,-2-4 0</inkml:trace>
  <inkml:trace contextRef="#ctx0" brushRef="#br0" timeOffset="5">8271 3678 7716,'-16'0'317,"0"9"1,2 5 878,4 5 0,-3 16 0,6 5 0,-1 14-688,-5 14 1,7 2 0,0 3-1,5 1-802,1-3 1,12 4 0,5-8-1,8-6-127,8-7 0,4-7 1,6-3-1,-1-6-306,2-4 0,-4 6 727,2 2 0,-7-21 0,3 14 0</inkml:trace>
  <inkml:trace contextRef="#ctx0" brushRef="#br0" timeOffset="6">8695 4322 7716,'-9'-8'0,"-3"-1"0,5 5 0,0-3 0,0-1 1206,4-4 0,1 3 0,4-2-797,3-1 0,2 3 0,7-1 1,0-4-367,3-5 0,4-4 0,-1-7 0,2 1-71,3-5 0,-6-6 0,2 2 0,-4-2-413,-1-4 0,-2 4 0,-4 0 0,-4 1 86,-5 4 1,-1 4 0,-1 5 0,-5 5 314,-4 3 1,-4 10-1,-2 2 1,-1 6 267,-4 6 0,2 9 0,-6 13 0,1 9 427,-1 10 0,6 11 0,-2 10 1,4-2-178,1 0 0,7 15 0,4-13 0,3-2-414,2-5 0,7 1 1,4-8-1,3-4-502,1-8 1,6-12 0,2-7 0,2-2-94,2-2 0,1-12 0,0 3 0,-1-6 53,1-4 1,-6-12-1,-1-4 1,-3-3-103,-3-4 1,-6 4-1,-4-8 393,-3 0 1,-9 0-1,-3 5 1,-6 6 545,-5 2 1,-2 5 0,-5 0 0,4 3 95,1 2 0,-3 4 0,5 7 0,2 7-112,1 5 0,4 7 0,4-3 0,5 0-197,3-1 1,2-1 0,0-5 0,3 0-698,8 0 0,1-8 1,16-2-1,3-5-201,4-1 0,4-12 0,-4-5 0,1-4 752,-1-2 0,6-5 0,-1 4 0</inkml:trace>
  <inkml:trace contextRef="#ctx0" brushRef="#br0" timeOffset="7">9230 4150 7716,'-7'-14'1500,"-4"5"-993,-3 9 1,4 2 0,1 10 0,2 3-54,4 5 0,-1 2 1,1-1-1,-3 6-286,3 2 1,1 3-1,4 1 1,1 2-225,3 1 1,6-4 0,-4-8 0,5 1-48,2-1 0,-2-6 0,8-3 0,-4-6-306,-1-2 1,1-5 0,3 3-1,0-5-399,0-5 0,-5-4 0,-2-7 0,-3 1 524,2-1 1,-5 0 0,-1 1 0,-5-1 263,-1 0 0,-1 2 1,-3 2-1,-3 3 237,-2 2 0,-6-3 1,-6 5-1,1 1 200,3 2 1,1 2 0,1 2 379,-1 3 0,2-1 1,3 6-516,6 2 0,3-3 0,4 0 0,3 0-450,6-1 1,5-4-1,3 1 1,4-5-108,1-5 0,0-4 1,4-7-1,-3-1-455,-2-4 0,3-2 0,-5-5 0,-2 4 260,-2 1 0,-3-5 1,-1 4-1,-5-1 745,-1 4 1,-1-1 2040,-6 1-1493,0 0 0,-6 19 0,1 7 0,0 9-271,-2 7 1,5 4 0,-3 8 0,3 2-333,2 1 1,0 3-1,2-6 1,3 0-567,6-3 0,3-9 0,1-2 0,3-7-463,3-6 1,-4-5-1,6-1 1,-2-1-2195,0-5 3003,0 5 0,-5-13 0,-1 5 0</inkml:trace>
  <inkml:trace contextRef="#ctx0" brushRef="#br0" timeOffset="8">9701 4291 7716,'7'-9'0,"-5"-5"0,5 4 0,-2-4 0,2 0 329,2 3 1,-4 4-1,6 7 296,1 0 0,-5 2 0,0 5 0,-2 7-385,0 5 0,1 11 1,-6 0-1,1 6-94,5 5 0,-5-7 0,5 1 0,-5-5 56,-1-4 1,0-7-1,2 1-523,3-8 0,4-7 0,7-10-74,0-6 0,-1-11 1,1-8-1,0-5-28,-1 0 0,1-3 0,0 1 0,0 4-125,-1 5 1,-4 0-1,-2 7 251,-2 2 752,5 8 1,-10 17 0,3 11 0,-2 6 46,3 5 0,-3 0 0,6 0 0,-1-2-194,1 2 0,2-2 0,4-2 0,1-6-158,0-4 1,0 2-1,-1-11 1,1-2-728,0-1 0,-1-2 1,1 0-1,0 0-472,0 0 1,-6-2-1,1-3 1049,1-5 0,-5-4 0,0-2 0</inkml:trace>
  <inkml:trace contextRef="#ctx0" brushRef="#br0" timeOffset="9">10425 4432 7716,'8'0'381,"1"0"1,-5 2 0,3 2 1174,1 1 0,1 2 0,3-4-1101,-1 3 1,-3 1 0,5-4-947,-3 2 0,-6-1-1341,1-9 1,-3 1 1831,-2-6 0,-7-1 0,-2-5 0</inkml:trace>
  <inkml:trace contextRef="#ctx0" brushRef="#br0" timeOffset="10">10503 3662 7716,'0'-8'1072,"2"1"1,3 10-1,6 6 1,4 8 0,6 8-522,6 8 1,1 5-1,1 11 1,-1 2 40,0 1 0,11 13 0,-8-1 0,0 3-661,-3-3 1,0 8 0,-7-9-1,-3 2-632,-6-1 0,-5-1 0,-11 0 0,-6 2-1097,-11 3 1,-9-4 1797,-6 4 0,-12-3 0,-7-2 0</inkml:trace>
  <inkml:trace contextRef="#ctx0" brushRef="#br0" timeOffset="11">16824 3049 7716,'-16'0'710,"-5"2"0,-2 3 0,1 4 588,-1 0 1,-5 10 0,2-3-1,-2 1-989,2 1 0,-4-3 0,5 1 0,1 0-405,3-1 0,4 6 1,3 0-1,1-3-415,3-6 1,6 2-1,-1-4-69,3 4 1,9 0-1,4-3 1,5-4 141,5 0 1,3-5 0,9 3-1,2-3 238,2-2 1,5 0 0,-4 0 0,1 0-147,-1 0 0,-3 0 0,-7 0 0,-4 1-240,-1 5 1,-4 2-1,-6 8 586,-3 0 0,-6 6 0,3 3 0</inkml:trace>
  <inkml:trace contextRef="#ctx0" brushRef="#br0" timeOffset="12">16446 3647 7979,'-8'15'773,"2"1"0,12-2 1,8-2-1,12-3-113,16-2 0,7-2 1,14-5-1,8-2-582,10-3 1,-3-4 0,3-6 0,-12 1-3503,-9 3 3424,-3-3 0,-30 6 0,2-8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0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9607 676 7717,'-7'-18'0,"-2"4"0,-6 14 0,-1 0 0,0 2 0,-1 7 0,-1 8 0,2 8 0,-3 5 0,9-4 0,-4 12 695,-2 11 0,2 7 1,2 10-1,1 4 45,-1 3 0,5 13 0,2-4 0,3 4-630,2-1 0,1-38 0,0-1 0,4 32 0,6 1-189,3-4 1,8-7 0,5-8 0,4-3-293,6 3 0,3-10 1,9-3-1,1-10-125,3-7 1,6 13 0,-1-15 0,1 2 175,-1-9 1,1-5 0,-5-11 0,2-3 52,4-6 0,-8-8 0,-1-16 0,-6-14 318,-1-12 0,-20 16 1,-3-3-1,-3-1 1,-2-1-1,-1-1 1,-1-1 19,2-1 1,-2-1-1,-2-2 1,-1-1 0,-1-2-1,-1-1 1,-2-1 0,0 0 1,-1-2 0,-2 2 0,-2 5 0,0 2 0,0 0 1,-1 1-1,-4-41-25,-8 3 1,-10 4 0,-5 17 0,-4 2-15,-1 3 1,-11 0-1,-3 9 1,-4 9 145,-7 10 1,-9 1-1,-5 18 1,0 4 51,1 4 1,-10 12 0,4 8 0,1 14-246,3 15 1,6 3-1,11 10 1,10 4-3150,9 3 2676,8 3 0,11 0 0,0 3 1</inkml:trace>
  <inkml:trace contextRef="#ctx0" brushRef="#br0" timeOffset="1">16085 707 7820,'-16'0'0,"0"6"0,1 2 0,-1 4 0,0 6 0,0 1 0,1 4 0,-1 5 407,0 7 1,1 3 232,-1 4 1,2 9-1,3-2 1,6 5-1,3 7 1,2 4-247,0 3 0,7 15 1,6-2-1,4-3-59,4 1 1,12-2 0,-1 0 0,3-4-817,3-5 0,0-5 0,6-7 0,-4-9-167,-1-9 1,10 1 0,0-4 0,1-7 251,-1-11 1,7-3 0,-7-9 0,3-3 346,3-5 0,2-20 0,-4-14 0,-4-6 84,-6-5 1,1-11-1,-7-6 1,-3-6-114,0-9 1,-12 3-1,-4-7 1,-8 2-25,-3-4 1,-4 41 0,-2-1-1,-8-34 1,-7 3-22,-5 0 0,-16 2 0,-4 2 1,-8 5 192,-5 3 1,20 33 0,-1 1-1,-32-28 1,-3 7 390,-2 10 0,-3 10 0,1 11 0,-1 13-131,-2 9 0,-4 22 1,11 14-1,4 8-252,4 7 0,9 10 0,15 9 0,10 3-2812,6 1 2239,12 12 1,8 0 0,4-35 0,0-1 0</inkml:trace>
  <inkml:trace contextRef="#ctx0" brushRef="#br0" timeOffset="2">20912 754 7795,'-32'7'0,"-1"4"0,-2 5 0,-2 3 0,2 4 0,2 1 88,2 4 1,-1 7 0,1 5 0,-1 4 682,1 5 1,5 8-1,1 6 1,3 7-571,2 3 1,5 15-1,4-19 1,6 5-212,3 3 1,9 0 0,5 3-1,8 2-122,6 2 0,4-7 0,4-8 0,7-2 42,6-4 0,10 1 0,3-13 0,5-6 62,3-6 1,12-10-1,0-6 1,8-7-31,-41-8 0,2-2 1,-2-3-1,0-1 1,5-1-1,1-2 0,0-2 1,1-3 71,0 0 0,2-2 0,5-4 0,0-4 0,-6 1 0,0-1 0,1-1 0,0-1-93,0 0 1,0-2 0,-3-3 0,0-1 0,-2-4 0,-1-2 0,-3 0 0,-1 1 29,-2 0 0,-1 0 0,-2-3 0,-1-1 0,-4 3 0,-2-1 0,27-32 49,-5-3 1,-11 0-1,-8-1 1,-8-4 171,-8-8 0,-7-3 1,-14 0-1,-3-4 32,-1 42 0,-3-1 0,-3-5 0,-4 1 1,-6 2-1,-4 1 0,0 0 0,-2 0-92,-2-1 1,-2 1-1,-6-3 1,-3 2-1,-2 3 1,-2 2-1,-2 0 1,-3 2-112,-1 2 0,-1 3 0,-1 4 0,-1 4 0,-5 3 0,-2 5 0,-2 3 0,-2 4-48,-4 3 1,-2 5-1,-2 7 1,-1 5-1,1 2 1,0 4-1,2 3 1,0 3-169,3 2 1,1 3-1,0 8 1,1 4-1,6 0 1,3 1 0,0 4-1,1 2 215,3 3 0,1 2 0,3 2 0,1 3 0,4 0 0,0 2 0,4-3 0,0 0 0</inkml:trace>
  <inkml:trace contextRef="#ctx0" brushRef="#br0" timeOffset="3">6117 7167 10529,'15'0'0,"1"0"-518,0 0 0,5 0 862,0 0 0,5-1 0,-2-3 0,4-1 1,5 0-1,2-1 193,4 1 1,5-5-1,6 3-316,1-2 0,-4 4 0,11-6 1,1 1-1,2-1 76,2 1 1,5 5 0,4-6 0,3-1-128,5-2 1,8-2 0,-3 0-1,1 1-121,-1-1 0,-40 8 1,0 0-1,38-7 1,0 1-112,-3 3 0,7-3 0,1 4 0,-3-3 66,-40 8 1,-1 0 0,40-7 0,3 5-1,-1 0-58,-2 0 0,-38 4 1,1 1-1,31 2 1,3-2 57,-1-3 0,-3 3 0,-2-3 0,-4 3 45,-1 2 1,4 0 0,-8 0 0,-3-2 49,-4-3 1,-8 1 0,1-4 0,-3-1 41,-1 0 1,-8 0 0,-4-3 0,-2 3-47,-3 2 0,-1-3 1,-4 3-1,-5 0 76,-4 0 1,-1-3 0,0 4 259,0 3 0,-6-4-114,1 2-85,-8-1-2414,4 6 216,0 0 0,-4 0-1775,8 0 3741,-8 0 0,11 14 0,-5 4 0</inkml:trace>
  <inkml:trace contextRef="#ctx0" brushRef="#br0" timeOffset="4">10739 7073 8585,'16'-7'475,"5"5"0,1-5 0,3 2-232,3 0 0,9-2 1,6 3-1,8-1-184,7 2 0,8-4 0,6 1 0,4 1-105,10-2 0,-39 6 0,2 0 0,2-1 0,1-1 0,1 2 0,1 0-19,1 1 1,2 0 0,2 0 0,0 0 0,0 0-1,-1 0 1,2 0 0,-1 0-55,2 0 0,0 0 0,4 0 0,0 0 1,1 0-1,0 0 0,1 0 0,-1 0 145,0 1 0,1-2 0,2-1 1,0-1-1,-1 0 0,0-1 0,2 1 1,0-1-17,1 1 0,0-1 1,-4-1-1,0 0 0,0 2 1,-1 1-1,-1-1 0,1 0-24,-1 0 0,1-1 0,2 3 0,0 1 0,-2-3 0,-1 0 0,-1 2 0,0 1-46,-3-1 0,0 2 1,2-1-1,0 0 1,-3 0-1,-1 0 1,-2 0-1,-1 0-50,-1 0 1,0 0 0,0 0 0,0 0 0,-3 0-1,-1 0 1,2 0 0,-1 0 89,1 0 1,1 0 0,-1 0-1,0 0 1,-4 0 0,0 0-1,0 0 1,0 0 132,-3 0 0,1 0 1,-1 0-1,0 0 1,38 0-1,-4 0-13,-5 0 0,-5 0 0,-7 0 1,-2 0 229,-3 0 0,1-6 0,-6 1 0,-3 2-435,-1 1 0,-1 2 1,-1 0-1,0 0-96,0 0 0,4-2 1,-2-1-1,-4-3 118,0 3 1,-4 1 0,-1 0 0,-3-1 271,-8-2 1,3-1 0,-8 5 0,2-3 61,1-1 0,-8 0 0,2 5 1,-4-2 86,-1-3 1,0 3-1855,-1-3 414,1 3 0,-7 4 1102,-4 3 0,-17 4 0,-6 6 0</inkml:trace>
  <inkml:trace contextRef="#ctx0" brushRef="#br0" timeOffset="5">16273 6004 7844,'-14'21'0,"4"0"0,-4 14 0,5 2 0,-1 6 0,1 6 0,2 4 0,4 4 0,1 3 171,2-3 0,10 6 0,4-9-164,4-5 1,3-5 0,10-2-1,2-7 1,2-7-6,2-7 1,12-6-1,0-2 1,3-5 8,2-1 0,4-1 0,-4-8 1,0-5-211,0-9 0,-1-1 1,-6-11-1,-2-2 175,-3 0 0,2-20 0,-9 4 1,-5-1 110,-8 0 0,-6-7 1,-5 5-1,-6-3 70,-3-3 1,-11 8 0,-7 5-1,-8-1 105,-6-3 0,-10 1 0,-6 3 1,-6 3-83,-4 1 0,0 17 0,-3 2 1,1 10-466,-1 11 1,-2 7 0,-1 12 0,5 7 284,4 6 0,-3 21 0,1 9 0</inkml:trace>
  <inkml:trace contextRef="#ctx0" brushRef="#br0" timeOffset="6">20346 5957 7782,'-7'-16'14,"3"2"0,-5 2 1,2 2-1,2-3 1,0-1-1,0-1 0,1-1 460,2 0 1,2 1-1,0-1-542,0 0 0,2 6 151,3-1 0,-1 15 1,5 3-1,-2 12 39,-4 12 1,-1 13-1,-2 12 1,0 5 0,0 9 0,0 5 1,0 7-1,0 4-33,0 3 1,1-44 0,0 0 0,2 34 0,2-7-158,-1-4 1,3 0-1,-2-16 1,0-3-34,2-5 0,-3-13 1,5-10-1,-1-3-56,1-3 1,-4-8-603,6-7 0,-8-12 1,2-12 757,-3-6 0,-2 2 0,0-10 0</inkml:trace>
  <inkml:trace contextRef="#ctx0" brushRef="#br0" timeOffset="7">20330 5973 7782,'-5'-16'0,"-1"0"363,3 1 0,1-1 0,4-2-221,3-3 1,4 9-1,8-3 1,4 2-104,6 5 0,4-1 0,4 5 0,3-1-78,3 2 1,6-4-1,7 1 1,2 3 23,3 1 1,2-3 0,2 0 0,0-1-269,0-1 0,0 0 0,0-5 0,-2 4 68,-3 1 1,1-4-1,-7 6 1,-1 0 156,-2-2 1,-7 5 0,-2-3 0,-2 3 14,-3 2 0,-3 2 0,-4 1 0,-4 2 98,-1-1 0,-2 3 0,-7 0 0,-2 0 214,-1 0 0,-3 5 0,5-3 1,-5 1-149,-1 1 1,6-1-1,-3 6-31,4 0 0,-4-1 0,-1 1 0,0 0-23,0-1 0,-4 1 0,4 2 0,-1 1-13,1 2 0,-4 5 1,4-3-1,-2 1 4,-3 4 0,3 2 1,-2 1-1,-2 1-4,-1-1 0,3 6 0,1 1 0,-1 1-56,2-1 1,-4 6 0,6-2-1,0 3-189,-1 2 0,1 0 0,3-1 0,-1-4 27,1-6 1,0 3 0,1-3-1,-5-2-1167,-1-6 1331,6-6 0,-5 1 0,8 1 0</inkml:trace>
  <inkml:trace contextRef="#ctx0" brushRef="#br0" timeOffset="8">20204 6869 7696,'16'0'0,"7"0"0,3 0 0,10 0 1,8 1-1,7 3 0,10 1 1,7-1 426,5-3 0,11-1 1,-7 0-1,2 0-460,3 0 1,5 0-1,-3 0 1,-2 0-202,-1 0 1,-5 0-1,1 0 1,-2 0-81,0 0 1,4 0 0,-11 0 0,-3 0 313,-6 0 0,2 0 0,-5 0 0</inkml:trace>
  <inkml:trace contextRef="#ctx0" brushRef="#br0" timeOffset="9">22877 6539 7748,'-2'-9'-714,"-3"5"1,-4 8 1240,0 6 1,3 4 0,6 6 0,0 4-286,0 7 1,1 18 0,3 4 0,3 6-369,1 4 0,-2 5 0,2 2 0,1 0 132,0 0 1,-4 1 0,6-6 0,1-6-213,2-3 1,0-10-1,-2-10 1,-1-4-437,1-6 0,-4-9 642,3-6 0,-1-22 0,6 1 0</inkml:trace>
  <inkml:trace contextRef="#ctx0" brushRef="#br0" timeOffset="10">22924 6491 7743,'-16'-8'804,"1"-1"-420,-1 4 1,7 1-321,4-6 1,5 5 0,5-4 0,7 2 63,8 3 0,2-3 0,8 2 0,0 0-340,3-2 1,9 3 0,2-4 0,4-1 18,5 0 1,6 6-1,1-4 1,6 1 64,7 1 0,3-5 0,0 5 0,0 1 10,-1 2 0,9-3 1,-9 0-1,0 1-17,2 3 0,-7-5 1,-2 1-1,-5 2 95,-6 1 0,-3 2 0,-8 0 0,-3 0 140,-1 0 0,-7 0 0,0 0 0,-5 0 85,-4 0 0,-7 0 0,2 0 0,-3 2 315,-2 3 1,-1-3-238,1 3 0,-7-2 0,-2 1-58,0 1 1,-6 2-1,5-2-208,-5 6 1,-1-3-1,0 3 1,-1 1 17,-5 2 0,5 7 0,-6 2 1,1 1 34,1 4 1,0 7 0,3 5-1,-1 4-66,-3 5 1,1 7 0,5-2 0,0 2-85,0 3 1,0 2 0,0 2-1,0 0-42,0 0 1,5-7 0,2-2 0,0-3-127,0-4 1,0-2 0,-3-12 0,3-1-22,2-8 1,-6-5 288,2-3 0,4 0 0,0 0 0</inkml:trace>
  <inkml:trace contextRef="#ctx0" brushRef="#br0" timeOffset="11">23097 7623 7905,'18'5'0,"3"1"0,8-3 0,10-1 234,8-2 0,21 0 0,4 0 0,3-2-286,2-3 1,8-4 0,-4-5 0,1 4-43,-2 4 1,7-1 0,-8 2 0,0 2-303,-4 1 1,0 2 0,-7 2 395,-2 3 0,-8 4 0,-4 6 0</inkml:trace>
  <inkml:trace contextRef="#ctx0" brushRef="#br0" timeOffset="12">14340 13580 8049,'15'-9'-161,"3"4"1,3 3 0,7 2 0,5 0 0,7 0 0,5 0 225,10 0 0,4 0-5,4 0 0,15 0 0,5 0 1,2 0-1,-38 0 0,1 0 1,1 0-1,1 0 54,1 0 0,1 0 1,5 0-1,0 0 0,-1 0 1,1 0-1,3 0 1,1 0-145,2 0 1,1 0 0,7 0 0,0 0 0,1 0 0,1 0 0,2 0 0,0 0 114,1 0 0,2 0 0,8 0 0,1 0 0,-1 0 0,1 0 0,-27 0 0,2 0 0,-1 0-129,2 1 1,0-1-1,0-1 1,2 0 0,1-1-1,0 0 1,2 0-1,-1 0 1,1-1 0,0 1-1,1 0 1,0-1 91,2 1 1,1 0 0,0-1 0,3 1 0,1-1 0,0 1 0,-3 1 0,0 0 0,-1 0 0,1-1 0,0-1 0,0 1-25,-1-1 1,1 0-1,0 0 1,2 2 0,0 0-1,0 0 1,-1-2 0,-2 1-1,1 0 1,0 0 0,-1 0-1,1 0-16,0 1 1,0-1 0,0 0-1,1-1 1,0-1 0,-1 1 0,-1 1-1,-1 0 1,0 0 0,-1 1-1,0-1 1,1 0-14,1 0 1,0-1 0,1 1 0,0 1 0,1 1 0,-1-1 0,-3 0-1,-1-1 1,0 0 0,-2 1 0,0 1 0,0-1-9,-3 2 0,-1-1 0,2-1 0,3 0 1,2-1-1,-2 0 0,-5 0 0,-1 1 0,0-1 1,0 1-1,1-1 0,-1 1-32,-1 1 0,0-1 0,-2 1 1,24 2-1,-1 1 0,-3 0 1,-1-1-1,-4 1 0,0-1-7,-1 2 0,-1-1 0,1-2 1,-1 0-1,-8 2 0,-2-1 0,-3 0 1,-1 0-29,-3 1 0,-2-1 0,-2-1 1,-2 0-1,-4 2 0,-1-1 0,38 0 25,-7-2 1,-8 0 0,-13 0 0,-9-2-19,-5-3 1,-8 3-1,-8-3-165,-1 3 238,-2 2 0,-5-7 0,-1-2 0</inkml:trace>
  <inkml:trace contextRef="#ctx0" brushRef="#br0" timeOffset="13">4293 10720 7881,'-7'-9'0,"-2"12"0,-7 8 432,1-4 1,4-4 1295,1-3-1490,6-7 0,-3 4 0,7-9 1,0-8-1,2-6 0,3-7 100,6-2 1,3 2 0,3-14 0,2-7-372,2-6 0,0-6 0,-3-4 1,1-2-237,2-4 0,0-7 1,-5 14-1,-3-1 68,-2 0 0,-4 9 0,-7 10 0,0 9 357,0 11 0,-2 8 0,-3 13 0,-6 8 135,-2 11 1,-10 15 0,-2 21-1,-1 11-63,0 12 0,7 13 0,7-37 0,1 1 1,1 1-1,1 0 55,1 2 0,0 0 0,-1 3 0,1 0 0,2 34 0,3-3-216,1-8 1,4-1 0,3-8-1,6-11-483,3-5 0,1-11 0,1-5 0,1-5 297,4-2 1,-3-17-1,5 7 1,-1-11-553,5-5 1,-3 0 0,0 0 0,1-3 39,-1-8 1,-4 1 0,2-11 412,1 3 1,-6-3 0,3 0 0,-8 0 217,-7-1 0,-1 11 0,-1-3 500,2 0 0,1 13 0,-6-5-157,0 13 1,0 2 0,0 5 0,0 7 98,0 9 1,0 5 0,0-4-1,0-1-380,0-4 1,7 11 0,3-9 0,4-6 88,2 1 1,0-16-1,1 0 1,2-9-766,2-1 1,5-13-1,-5-5 1,-1-5 211,-3 0 0,-3-20 1,-2 3-1,-3-1 206,-2 2 1,-2 7-1,-5 4 1,-2-4 313,-3 3 0,-9 1 0,-8 5 0,-3 8 214,-3 2 1,-2 11 0,1-9 0,1 7 66,2 9 0,6 7 0,-1 13 0,4 6-92,1 2 0,7 10 1,4-10-1,3 1-112,2 2 1,7-6 0,4 2 0,5-13-678,5-14 0,3 3 0,9-5 0,0 0-179,-1-3 1,8-8 0,-8-10-1,1-3 12,0-1 1,-3-8 0,-2 5-1,-4 4 195,-1 4 0,-4 0 0,-7 7 645,-1-1 0,-8 0 358,2 9 1,-3 5 0,-2 2 148,0 12 0,0 2 1,0 6-1,0-1-125,0 0 0,5 11 0,2-4 0,2-2-370,3-2 0,2 4 1,2-5-1,2-2-431,2-5 1,0-11-1,6 0 1,2-7-237,2-8 1,-1 6 0,-1-13 0,-3-2 40,-3-8 1,-1-11 0,-7 10 0,-1-3 160,-3-11 1,-6 5 0,-1 4 0,-5 3 516,-3 7 1,-12-1 0,-1 5-1,-3 3 345,-2 4 0,-5 3 0,4-1 0,-2 4 32,0 5 1,1 13-1,-1 5 1,7 4-242,6 2 0,1 10 1,7-3-1,2 1-62,1 2 1,4-1 0,3 8 0,7-3-791,7 3 1,6-7-1,8 2 1,2-2-315,1-5 1,13 9-1,-1-4 1,0 5 60,1 6 0,-3 0 1,-3 1-1,-2 1 462,-3 2 1,-8 8 0,-11-3-1,-7-1 562,-7 2 1,-3-1-1,-5 1 1,-6-7-78,-7-2 0,-10-4 0,0-3 0,-4-3 104,-1-5 0,-6-15 0,0-1 0,2-5-152,2-6 0,-2-8 1,4-9-1,6-10-869,6-13 1,10-10 0,4-5 0,7-1-1201,8-3 1884,1-7 0,26 8 0,-4-8 0</inkml:trace>
  <inkml:trace contextRef="#ctx0" brushRef="#br0" timeOffset="14">6274 10547 7731,'-11'-25'107,"1"4"1,5 11 42,-6 5 1,8 17 0,-3 10 0,6 12 845,6 8 0,2 17 1,8 9-1,0 11-922,-9-35 1,2 1-1,11 40 1,-8-36-1,-1 0 1,0-1-1,1 0-105,-1-2 0,1-1 0,1 4 0,0 0 0,-2-4 1,1-1-1,10 40-35,1-8 1,-2-9-1,-5-15 1,-1-10-1546,1-7 1,-5-5 856,-1-4 1,-8-14 0,-2-17-1,-9-14 754,-5-9 0,-2-18 0,-1-6 0,-4-7 0,-5-4 0,1-9 0,-1 1 0,0 2 0,1 1 0,-4-9 0,4 2 0,-1 0 155,0-2 1,1 1 0,-1 1-1,7 5 455,7 7 1,3 12 0,5 4 0,-1 10-61,2 9 1,3-3 0,5 8 0,5 6-241,4 1 0,9 4 1,5 1-1,5 6-236,4 3 0,1 4 1,-3 3-1,4 6-539,1 3 1,0 8-1,2 3 1,-5 3-6,-4 3 1,-9-1 0,-3 10 0,-5-1 498,-5-4 0,-4 3 0,-9-1 0,-5-2 147,-9-2 0,-7-4 1,-10-4-1,-3-8 532,-6-4 0,-2-5 0,-1 3 0,1-6-900,0-3 1,-3-11 0,12-5-1,5-7-2075,8-3 2267,11-10 0,11-13 0,9-9 0</inkml:trace>
  <inkml:trace contextRef="#ctx0" brushRef="#br0" timeOffset="15">6871 10531 7731,'0'9'1406,"0"-2"1,7-14-1,4-4-1129,3-3 1,7 0 0,0 2 0,-2 3-642,-2 2 1,-1-3-1,0 5 1,-1 1-1155,1 2 1,-5 2 0,-3 2 1517,-1 3 0,-1 11 0,-6 9 0</inkml:trace>
  <inkml:trace contextRef="#ctx0" brushRef="#br0" timeOffset="16">6950 10704 7731,'-7'10'1160,"-4"1"1674,-3 1-2476,-1 9 1,13-11 0,7 1-1,9-8-308,7-3 1,4 0-1,6-1 1,0-5-4238,1-4 4187,-1-4 0,1 5 0,-1 2 0</inkml:trace>
  <inkml:trace contextRef="#ctx0" brushRef="#br0" timeOffset="17">23632 9525 7952,'7'-16'0,"-6"1"0,6-1 0,-1 0 0,-1 0 0,0 1 0,-5-1 0,0 0 0,0 1 0,0-6 0,0 0 0,-2 1-24,-3 3 1,-2-4-1,-5-2 1,0 1 726,-6-1 1,1 2 0,-9 3 0,-2-1-377,-2-2 0,-9 0 0,-2 6 0,-7-1-284,-4 0 0,-7 6 0,-10-1 0,0 1-131,-8 1 0,-11 0 0,44 7 0,-1 1 0,-1-2 0,0 1-17,-1 0 0,-1 0 0,-4 1 0,-1 0 0,0 1 0,0 0 1,1 0-1,1 0 27,2 0 1,0 0-1,-3 1 1,1 0-1,3 1 1,0 1-1,-2 1 1,0 1 109,0-1 0,-1 1 1,-2 2-1,1 1 0,2-1 1,1 0-1,0 3 0,1 0 145,3-1 0,0 1 0,-2 1 0,1 1 1,2-1-1,1 0 0,-43 14 104,7 3 1,3 3 0,6 6-1,2 5-275,3 3 0,-5 7 1,12 3-1,4-1-169,4 0 0,9 4 1,5-6-1,3-1 42,1-3 0,8 3 0,4 0 0,6-2-22,4 1 0,6 6 0,-1-3 1,3-3 92,2-1 0,13-2 0,4 0 0,8-1 94,8-4 0,5 1 0,13-6 0,5-2-31,7-2 0,15-7 1,4-1-1,-38-13 1,0-1 54,1-1 1,1-1-1,7-1 1,2 0-1,-3-2 1,1 0 0,2-2-1,0 0-37,1 0 1,0-1 0,1 3 0,1-1-1,0-2 1,1-1 0,0 0 0,1 0-17,1-1 1,0-1 0,-2 1 0,-1-2 0,1 1 0,-1 0-1,0 0 1,-1 0-28,1 1 1,0-2 0,3-2 0,0-1 0,-1 0 0,1 0 0,0-1 0,0-1-88,-1 1 1,0 0-1,-2 1 1,0-1-1,-4-1 1,0 0-1,-1 1 1,-1-1 39,-2 0 0,1 0 1,4-1-1,0 0 1,-6 0-1,0 0 1,1 1-1,0 0 14,-3 1 1,0-1-1,-1 2 1,-1-2-1,37-10 1,-3 1 64,-3-1 0,-2 0 1,-11-1-1,-2-3 56,-4-1 0,-2-1 0,-10 3 0,-3-4-31,-5-2 0,-1 1 0,-2-4 0,-7 2 179,-2-2 0,1-2 0,-7-1 0,-3-1-78,-4 1 0,-8-6 0,1 0 1,-3 1 17,-2-3 1,-2 1-1,-5-4 1,-7 4-200,-5-1 1,-14 1-1,-2-6 1,-7 4-26,-7 2 0,-14-6 1,-2 4-1,-5 0 44,-5 3 1,32 17 0,-1 1 0,-3 1-1,0 0 1,-2 0 0,0 1 41,-2 0 0,-1 1 1,-6 0-1,0 2 0,3 0 1,0 0-1,0 2 1,0 0-147,2 0 0,0 1 0,-3 0 0,0 1 0,2 2 0,1 0 0,2 1 0,-1 0-211,3 2 0,1 0 0,-3-2 1,0 2-1,5 1 0,1 1 1,-42-4-507,5 0 0,2 1 837,11 6 0,-4 0 0,8 0 0,9 0 0,9 0 0</inkml:trace>
  <inkml:trace contextRef="#ctx0" brushRef="#br0" timeOffset="18">21603 9635 7596,'-15'2'0,"1"3"-40,3 5 1,-3 4 0,2 4-1,-5 3-143,-4 5 0,0 4 0,5 1 1,0 1 542,0-1 1,6 1 0,1 1 0,2 2-64,4 1 1,3 6 0,5-5 0,5-2-166,4-2 1,7 2 0,4-2-1,3-5-38,5-4 0,9 3 0,0-8 0,3-3-169,2-4 1,1-9-1,-1 3 1,0-5-93,0-1 0,-1 0 0,-5-1 0,-6-5 6,-7-4 1,0-11-1,-7-5 1,-1-4-64,-3-1 1,-3-6 0,-4-2 0,-4-1 92,-5-3 1,-1-1-1,-1 0 1,-6 2 84,-9-1 1,-5 4-1,-9 3 1,-1 2 75,-8 3 0,-4 1 1,-6 4-1,-2 7 31,-1 7 1,-6 5 0,4 7-1,0 0-31,0 0 0,6 7 1,8 3-1,4 4-360,6 2 1,5 5 329,10 0 0,-1 7 0,0-4 0</inkml:trace>
  <inkml:trace contextRef="#ctx0" brushRef="#br0" timeOffset="19">22468 9792 7912,'-16'-16'0,"1"1"0,-1 1 0,2 2 0,2 3 263,1 2 0,1 0 0,-6 3-154,0-1 1,8 2-1,1 8 1,1 5 30,1 4 1,-5 4 0,4 3-1,1 5-8,-2 4 0,5 1 0,-3 2 0,3 4-69,2 5 0,0-2 0,0 0 0,0-1 6,0-4 0,7 3 1,4-1-1,5-4-143,5-5 1,3 0 0,9-7 0,2-2-66,2-2 1,7-6-1,-2-2 1,3-2-26,2-4 1,4-6-1,-2-6 1,-6-3-65,-2-6 0,-7-6 0,-6-1 0,-3-1 38,-2-2 1,-4-12 0,-9 5-1,-4-5 56,-5-2 1,-2 2-1,-6-6 1,-9 3 144,-9-1 1,-6-3-1,-6 8 1,-3 1 115,0 0 0,-6 3 0,6 7 0,-2 5-19,0 6 0,9-3 0,0 12-190,5-1 0,11 4 82,1 10 0,0 11 0,7 8 0</inkml:trace>
  <inkml:trace contextRef="#ctx0" brushRef="#br0" timeOffset="20">23081 9619 8024,'0'16'0,"0"0"0,0 1 0,0 4 0,0 5 0,-1 11 101,-5 5 0,5 9 0,-5 3 0,5 2 0,1 3 0,0 2 55,0 2 1,0-2 0,0-3 0,0-8-192,0-6 1,5 0 0,2-9 0,0-6 149,0-6-1,3-5-760,-4-3 1,4-8 0,-5-9-726,-1-12 1371,-2-8 0,-16-17 0,-4-1 0</inkml:trace>
  <inkml:trace contextRef="#ctx0" brushRef="#br0" timeOffset="21">22987 9604 8514,'16'-7'115,"-1"3"1,3-5 0,1 1-47,2-1 1,7 4 0,-2-4-1,6 0 86,4 0 1,-1 4 0,7-3 0,2-1-328,1 0 1,3 4-1,-3-4 1,-1 0 13,-2 1 0,-8 4 0,3-1 0,-4 3 101,-1 2 1,-2 2-1,-4 3 1,-5 6 43,-4 3 1,-3 7 0,-2 1-1,-3 4 12,-2 8 1,0 2 0,-3 8 0,1-4 220,-2-1 1,-1 4 0,0 1-1,1 3-33,3 0 1,1 2 0,-4-12 0,2-2-146,-1-2 1,3 2 0,-2-2 0,-2-3-177,-1-1 1,-2-1 0,0 0-1,0-3-293,0-3 0,0 5 0,-2-6 0,-1-2-153,-2-2 0,-8-3 580,3-3 0,-4-4 0,-2-7 0</inkml:trace>
  <inkml:trace contextRef="#ctx0" brushRef="#br0" timeOffset="22">23191 10405 8250,'0'-16'849,"0"6"1,2 1-683,3 2 1,4-3-1,9 3 1,3-2-56,5-3 0,10 3 1,6-1-1,4-1-332,1 2 1,12 2 0,3 7 0,-1 0-643,-2 0 0,-5 0 0,0 2 862,-6 3 0,-5 4 0,4 7 0</inkml:trace>
  <inkml:trace contextRef="#ctx0" brushRef="#br0" timeOffset="23">16934 16111 8006,'0'-16'0,"0"6"1674,0-1 0,2 9-1292,3 2 1,-2 7-1,8 11 1,-1 3-156,-1 5 0,3 16 0,-5 7 1,0 7-342,0 8 1,-2 4-1,-3 9 1,2-3-545,1-5 0,0 7 1,-5-14-1,0 0 74,0-7 0,5-7 0,1-27 1,-1 1-301,2-3 1,-5-6 883,3-19 0,-3-9 0,-2-10 0</inkml:trace>
  <inkml:trace contextRef="#ctx0" brushRef="#br0" timeOffset="24">16824 16158 8006,'-2'-19'684,"-3"3"0,5-3 1,0 8-1,8-3-515,6-1 0,2-1 0,3-2 0,6-1-112,6-2 1,6-5 0,0 7 0,5 1-100,3 1 1,7-8 0,3-9 0,-1 4-203,0 7 0,-2 6 1,-5 3-1,1 3-56,-1 6 1,-7 10 0,-3 7 0,-6 8 229,-5 6 0,-3 5 1,-9 8-1,-2 4 157,-1 3 1,-8 10 0,2-11 0,-1 1 93,1-3 0,-3 3 1,3 2-1,-3-2-140,-2-1 1,0 1 0,0 6-1,0 4-193,0 2 0,2 6 0,1-18 0,2-1-302,-1 0 1,-2 4 0,-2-8 0,0 0-1031,0 1 1484,0-7 0,0-3 0,0-10 0</inkml:trace>
  <inkml:trace contextRef="#ctx0" brushRef="#br0" timeOffset="25">17091 16944 8006,'2'-9'1095,"3"4"1,11 3 0,12 4 0,7 0-580,7-2 0,10 3 1,7-10-1,8 0-581,6-3 1,6 1-1,3 0 1,0 2-3817,-5 4 3881,-6 1 0,-8 2 0,0 0 0</inkml:trace>
  <inkml:trace contextRef="#ctx0" brushRef="#br0" timeOffset="26">21210 16739 8006,'-15'0'0,"1"2"0,1 5 0,5 9 0,1 8 364,3 6 1,2 3-1,2 6 1,0 4 442,0 3 1,2 10 0,3-7 0,6 3-1120,3 2 0,0 2 1,-2-7-1,-1-9-334,1-10 1,-5 6 0,0-16-232,0-5 1,-5-6 0,1-14 876,-6-6 0,-6-10 0,-7-3 0,0-8 0</inkml:trace>
  <inkml:trace contextRef="#ctx0" brushRef="#br0" timeOffset="27">21053 16755 7873,'0'-29'-11,"0"2"0,0 5 1,0 6-1,0 0 441,0 0 1,0 6 0,2 0-1,3-1-177,6 2 0,4-5 0,5 4 0,2-2-35,3 1 1,1-1 0,7 5 0,2 0-221,2 0 1,10-4 0,-3 6 0,-1 2-215,3 1 1,-3 4-1,1 3 1,-2 5 51,2 4 1,-6 2 0,-1 0 0,-6 1 34,-5 4 1,-3-2 0,-7 8 0,0 1 98,-1 1 1,-1 8 0,-3 0 0,-4-1 185,0 3 0,-6-1 0,6 6 0,-1-2-112,-1 1 0,7 3 0,-1-1 0,1-1-186,-2-2 1,8-2 0,-6 2-1,0-7-180,2-7 0,0 5 0,0-7-131,-3-3 1,-4-4 452,-7-3 0,-7-14 0,-2-4 0</inkml:trace>
  <inkml:trace contextRef="#ctx0" brushRef="#br0" timeOffset="28">21179 17368 8437,'2'19'0,"3"-3"765,5-7 0,10-4 1,4-1-1,6 1-665,8-2 1,8 4-1,6-1 1,6-6-81,3-9 0,7 5 1,2-10-1,0 2-561,0-4 0,3-3 0,-5 3 0,-5 3 541,-9 2 0,-1-10 0,-13 4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282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13931 15089 12600,'-49'-38'82,"7"-2"409,21-8 1,12 15-375,25 7 1,26 9 0,22 6 0,1 8-77,3 6 0,6 8 0,11 11 1,-41-8-1,0 2-47,1 1 1,2 1-1,6 4 1,1 1 0,-4 0-1,1 1 1,4 3 0,0 1-7,2-1 1,1 1 0,7 5 0,1-1 0,0-2-1,-1-1 1,2 1 0,1-2 5,2 1 1,1-2 0,9-1 0,1-1 0,2-3-1,0-1 1,3 0 0,1-2-24,-27-5 1,1-2 0,0 1 0,1-1 0,0 1 0,1-1 0,2-1-1,1-1 1,0 0 0,2 0 0,1 0 0,0 0 27,2-1 0,0-1 1,0 1-1,4 0 0,1 1 1,-1-1-1,-2-2 1,0 0-1,1 0 0,0-1 1,1 1-1,-1-1 17,2 0 0,1-1 0,-1 1 1,4 1-1,0 0 0,0 0 1,-2 1-1,0-1 0,0 1 1,-1 0-1,1-1 0,-1 1-9,-1-1 1,1 1-1,-1-1 1,2 2-1,-1 1 1,0-1-1,-3 0 1,-2 0-1,1 0 1,-2 0-1,0 1 1,0 0 19,-3 0 0,-1 1 0,0 0 0,5 1 0,-1 1 0,0 0 0,-8 1 0,-1 0 0,0 0 0,0 1 1,0 0-1,0 0-41,0 1 1,-1-1-1,-2 2 1,21 7-1,-3 2 1,-3-1 0,-3 1-1,-4-2 1,-3 1-48,-1 0 1,-2 0 0,0 0 0,-3-1 0,-5-2 0,-3 0 0,-3-2 0,-1 0-40,34 19 0,-5-4 0,-12-7 0,-7-4 20,-5-1 1,-2-2-316,3-6 395,-10-6 0,-4 5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283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13711 17494 13109,'28'-54'-68,"5"7"1,5 10 99,6 9 0,15-2 1,13 4-1,12-4 90,-38 15 1,2-1 0,8-3 0,2 0 0,1-1 0,2-1 0,5 0 0,1 1-30,2-1 0,2 0 1,7-2-1,1-2 0,3-1 1,0-2-1,-25 10 0,0 0 1,0 0-46,4 0 1,0 0 0,1 0-1,4-3 1,1 0 0,1 0-1,2 0 1,0 0 0,1 0 0,2 0-1,-1-1 1,1 1-46,1-1 0,0 0 0,0-1 0,7-2 0,1-1 0,0 0 0,-6 4 0,0 0 0,1 0 1,2-1-1,1-1 0,0-1-25,0 1 1,0-1-1,1 1 1,4 0-1,1 1 1,0-1-1,-22 5 1,0 0-1,1 0 1,-1 0-1,20-5 1,1 0-1,-1-1 10,1 0 1,0 0-1,0 0 1,0 0-1,-1 0 1,0 0-1,0 0 1,0 0 0,0 0-1,-1 1 1,0 1-1,-1 0 30,-1 1 0,-1 1 1,0-1-1,2-1 0,0-1 1,-1 1-1,-4 3 0,0 1 1,-1 1-1,0-1 0,-1 1 1,0 1 22,-2 0 0,0 0 0,-1 0 0,-4 2 1,-1 0-1,-1 0 0,-4 0 0,0 1 0,-1 1 1,25-6-1,-1 1 21,-4 1 1,-1 1 0,-6 3-1,-1 1 1,-8 2 0,-3-1 0,-3 3-1,-2-1-308,-7 1 0,-1 0 0,33 0 0,-15 2-246,-8 5 0,-1 4 492,-11 8 0,-10-1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284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12280 14476 12815,'-49'-58'0,"-3"3"0,-3 4 0,1 7 0,0 6 0,-2 3 0,-3 4 105,-2 4 0,-18-1 0,-3 6 1,-2-1-132,40 11 0,-1 1 1,0 0-1,-1 1 1,-3 2-1,-1 1 0,-3-1 1,1 2-27,-3 0 1,0 1 0,-9 1 0,-2 1 0,4 4 0,0 2 0,-3 1 0,-1 2 22,1 3 1,-2 3 0,-13 4 0,-1 3 0,4 3-1,0 1 1,-4 4 0,0 1-54,22-8 0,0 0 0,0 2 0,0 3 0,0 2 0,-1 0 0,-2 0 0,0 0 0,1 1 0,0 0 0,2 1 0,-1 0 54,1-1 0,1 0 1,-2 1-1,-4 4 1,-1 1-1,1-1 1,6-3-1,1-1 1,0 1-1,1 0 1,0 1-1,1 0 113,2-1 1,2 0 0,-1 1-1,0 2 1,0 1 0,1 1 0,-19 13-1,2 1 1,3-1 0,2 0-30,4-1 1,1 1-1,5-1 1,3 2-1,6-4 1,2 1-1,4 0 1,1 2 65,3-2 1,2 2 0,2 3 0,2-1 0,6-3 0,2-1 0,3 1 0,1 0-1,4 2 1,1 0 0,3 4 0,2 1 0,6-3 0,2 1 0,1-2 0,1-1-11,2 1 1,4 0 0,6-1 0,5-2-1,5-2 1,3-1 0,4-1 0,3-2-148,1 0 0,4-2 1,7 0-1,2-1 0,2-1 1,3-1-1,4-1 1,4-3 15,3-2 1,2-1 0,4 1-1,1-2 1,3-4 0,0-1-1,3-2 1,1-2 30,4 0 0,2-3 0,-27-7 0,2-1 0,-1-1 0,0 1 0,0-1 1,0-1-1,0 0 0,0 0 0,0 0 16,-1-1 0,1 1 0,1-2 0,2 0 0,1-1 0,1-1 0,-1 0 1,0-1-1,0 0 0,1-2 0,0 0 0,1-1-11,-2-1 1,1 0-1,0-1 1,-2-1 0,-1 0-1,1-1 1,0 0 0,-1-1-1,0-1 1,0-1 0,1 0-1,-1-1-12,2-1 0,-1 0 0,0-2 0,0-1 1,0-2-1,-2-1 0,0-1 0,-1-2 0,-1 0 1,0 0-1,-1 0 0,0-1 8,26-9 0,-2-3 0,-27 9 0,0-1 0,-1-1 0,26-13 1,-3-2-1,-2 0 0,-1-2-47,-4 1 0,0-1 1,-2-4-1,-2-1 1,-3 2-1,-2-2 1,-3 0-1,-2-2-21,-3-1 0,-1-1 0,-1 0 0,-3-1 0,-8 4 0,-3-1 0,-3-1 0,-3 0-68,-4 3 0,-4-1 0,-2-6 0,-5 0 0,-4 5 0,-3 0 0,-3 0 0,-3 1 0,-2-1 0,-4 2 0,-9 1 0,-6 1 0,-5 0 0,-4 1 0,-6 1 0,-4 1 0,-6-1 0,-3 3 0,-10 0 0,-4 3 0,-6 2 0,-4 2 0,-4 1 0,-2 1 88,-3 3 0,-3 3 0,21 8 0,-2 2 0,-2 1 1,-2 0-1,-2 2 0,-1 0 0,-2 2 0,0 0 1,-2 2-8,-4 0 0,-1 2 1,0 0-1,0 3 0,0 1 1,-1 0-1,-2 1 1,0 0-1,-2 1 0,0 0 1,-1 1-1,-1 1 42,-2 0 0,-1 1 0,-1 0 0,21 0 0,0 0 0,0 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2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28569 975 8285,'0'-16'24,"-2"0"1,-2 0 0,-3 1 0,0-1-1,-1 2 347,-1 3 0,5 8 0,-1 12-310,3 6 0,2 6 0,0 0 1,0 6 33,0 2 0,6 10 0,1 3 0,0 3-12,0 2 0,-2 0 1,-5 2-1,2 2-53,3 1 1,-3-1 0,3-7 0,-2-4-247,3-2 1,-3-1 0,8-8-1,-1-2-233,-1-6 0,3-4 1,-5-3 448,2-3 0,1-4 0,6-7 0</inkml:trace>
  <inkml:trace contextRef="#ctx0" brushRef="#br0" timeOffset="1">28459 849 8169,'0'-16'87,"6"7"0,7 4 0,6 3 0,7 2 0,4 0 99,1 0 0,13-5 0,5 0 0,3 1-79,2 3 0,16-1 0,2-2 0,5-1-6,5 2 0,5-4 0,1 0 0,-44 3 1,1 1-148,0-1 0,1 1 1,5 0-1,1 0 0,-3 2 1,-1 1-1,3-2 1,0 0 41,-1 0 1,-1-1-1,1 0 1,0 1 0,0 1-1,0 2 1,-2-1-1,1 0-89,0 0 1,0 0-1,2 0 1,-1 0-1,-4 0 1,-1 1-1,2 1 1,-1 0 8,-2 0 0,1 1 0,2 1 1,-1-1-1,29 1 0,-2 1-35,-1-2 0,-4 4 0,-5-1 0,0-3 119,0-1 1,-8 0 0,-2 1 0,-4 2 18,-2-1 1,-2-2-1,-3-2 1,-7 0 75,-7 0 1,0 0-1,-5 0 1,0 0 18,-1 0 1,-1 0 0,-5 0 346,0 0 1,-1 0-149,1 0 0,-5 0-4,-1 0-237,-6 0 0,3 1 1,-7 5-92,0 4 1,0 4 0,-2 4-1,-2 1-117,-1 2 1,0 7 0,5-2 0,0 4 113,0 1 1,0 0 0,0 1-1,0-1 33,0 1 1,0 4-1,0 1 1,0-2-68,0-2 1,5 4-1,2-1 1,0-1-489,0-1 1,4-5-1,-6-1 1,0-2 543,2 2 0,-5 2 0,5 2 0</inkml:trace>
  <inkml:trace contextRef="#ctx0" brushRef="#br0" timeOffset="2">28993 1540 8260,'-16'-7'597,"1"-1"1,8-1-1,7 4 1,8 5-653,6 5 1,9 2 0,5 5 0,7-3 155,7-2 0,9 5 0,3-3 0,3 1-136,8 1 0,5-6 1,10 4-1,4-2 10,-40-5 1,1-1-1,3 0 1,0 0 0,2-1-1,0 0 1,-1 0 0,0 0-28,-1 0 0,2 0 0,12 0 1,1 0-1,-3-1 0,-1 0 1,4 0-1,0-1 106,2-1 1,-1 0 0,-4 1 0,1-1 0,2 3 0,1 0-1,-4 0 1,-1 0-38,-3 0 0,0 0 1,-2 0-1,0 0 0,-5 0 1,-2 0-1,0 0 0,-1 0-49,36 0 1,-2-5 0,-10 0 0,-3 1-9,-10 3 0,-8 1 1,-5 0-1,-4-2 112,-2-3 1,-3 3 0,-7-3 0,-3 3 51,-3 2 0,-1-5 1716,-5-1-1077,0-6-475,-7 10 1,-4-10 0,-10 7-418,-6 1 0,2 3 27,-1 1 0,1-2 147,-1-3 271,3 3-96,0-5-280,5 0-1002,-5 5 156,7-5 405,0 7 1445,0 0-908,-7 0 1,0-2-290,-4-3-488,4 3-230,7-5 190,0 7-259,0 0 650,0 7 1,-5-3 0,-2 6 389,-1 3 0,-3 1 0,-5 1 0</inkml:trace>
  <inkml:trace contextRef="#ctx0" brushRef="#br0" timeOffset="3">17280 4542 8417,'-11'-8'0,"2"1"0,1 1 0,-1 1 0,5 2 0,-1 8 0,4 5 0,1 4 0,0 4 0,0 3 181,0 5 0,1 6 0,3 4 0,1 6-185,-2 4 1,-1 8-1,-2 3 1,0 4 62,0 2 0,0 2 0,0 0 0,0-3-49,0-6 0,2-5 0,1-6 0,4-3-29,2-5 1,0-6 0,3-4-1,-1-8-123,1-7 1,-3-5 0,1-7-1,2 0 30,2 0 112,2-14 0,0-3 0,-1-15 0</inkml:trace>
  <inkml:trace contextRef="#ctx0" brushRef="#br0" timeOffset="4">17264 4574 8417,'16'-2'0,"1"-3"0,2-6-467,2-3 0,14-7 1,4 1-1,10 0 579,8 3 1,3 3 0,3 2 0,1 1 265,6-1 1,14 0 0,-5 0 0,1 1-283,0-1 1,-36 6 0,1 0 0,1-1 0,-1 1-1,1 1 1,-1 0-196,1-1 0,1 0 0,38-1 0,-1 0 0,-5 1-69,-6 1 0,-1 0 0,-8 5 0,-1 0 41,-7 0 0,-2 0 0,-5 2 0,-5 3 53,-4 5 1,-5 4 0,-7 4 0,-4 1 313,-1 2 0,3 7 0,-5-2 0,-3 6 51,-6 4 1,0 4 0,-5 9-1,0 2-85,0 1 1,0 8-1,-2-4 1,4 0-77,0-4 1,10 2-1,-3-2 1,1-1-144,1-2 0,3-9 0,0-3 0,-2-4-352,-2-2 1,-3-4 0,-1-3 0,-5 1-335,-1-1 1,-1-5 0,-8 0 698,-3-6 0,-11 1 0,-9-6 0</inkml:trace>
  <inkml:trace contextRef="#ctx0" brushRef="#br0" timeOffset="5">17358 5548 8553,'9'-1'-10,"-2"-5"1,2-2 0,6-1 0,10 2 0,8 2 0,9-1 407,10 3 0,11 1 1,5 2-1,2 0-367,7 0 1,9 0-1,-1 0 1,1 0-26,0 0 0,-37 0 0,1 0 1,-1 0-1,0 0 0,0 0 1,0 0-103,1 0 1,-1 0 0,0 0-1,-1 0 1,-2 1 0,0 0-1,-1 1 1,-1-1-286,42 5 1,-1-1-1,-16-5 1,-5 0 113,-4 0 1,-3 0-1,-8 0 1,-5 0 266,-4 0 0,-3-14 0,-6-3 0</inkml:trace>
  <inkml:trace contextRef="#ctx0" brushRef="#br0" timeOffset="6">19701 4731 8295,'-11'-14'59,"1"4"1,5-3 0,-4 6-1,0 0 408,1 0 0,6 4-559,2 8 1,2 4 0,6 8 0,1 4 65,0 6 0,1 4 0,6 6 0,0 3 85,-1 0 1,1 11-1,-2-4 1,-2 0-4,-1-3 1,-6 4-1,6-4 1,-1-2-61,-1-2 0,5-3 1,-6-6-1,3-1-214,-1-4 1,1 2-1,3-7 1,-2-3-391,-1-6 1,-1 0 607,6-7 0,0-6 0,-1-8 0</inkml:trace>
  <inkml:trace contextRef="#ctx0" brushRef="#br0" timeOffset="7">19607 4574 8295,'10'-7'0,"1"-2"-142,1 0 0,9-3 0,5 5 0,5 0 324,6 0 0,9-3 0,9 5 0,7 1-77,7 2 1,8-3 0,5 0-1,2 1-56,-2 3 0,-37-2 1,0 0-1,-1 1 1,1-1-1,42 0-22,2 1 0,-43 2 0,1 0 0,38-2 0,1-1-253,-1-3 1,-1 1 0,-3 5-1,-1-2-82,-1-3 1,4 3 0,-11-3 0,-4 3 139,0 2 0,-1 0 1,-4 2-1,-2 2 155,-4 1 0,3 7 0,-10-1 0,-2 1 39,-5-2 1,-4 4 0,1-3 0,-5 3 113,0 1 1,0 1 0,-4 0 0,1-2-14,-1-4 1,-1 4 0,0-3 0,-3 1-7,1-2 1,0 4 0,-8-5 0,-1 2 112,-5-1 1,1 1 0,-6 4-112,0 1 0,-2 5 0,-7 0 0,0-2-108,0-1 1,0 3 0,0 1 0,0 3-277,0 3 0,2 1 0,1 1 0,4-2 32,2-2 1,0 0 0,3 4 0,-2-2 98,3-2 0,-5-5 1,3 4-1,-1-3 34,-1-2 0,0-3 0,-6-1 0,2-1-225,-1 1 321,5 0 0,-8 0 0,6-1 0</inkml:trace>
  <inkml:trace contextRef="#ctx0" brushRef="#br0" timeOffset="8">19984 5486 8372,'-16'0'-72,"1"0"1,-1 0 189,0 0 1,9 0-1,7 0 1,9 0 49,5 0 0,14 0 0,7-2 1,7-2 343,7-1 0,19-5 1,3 3-1,6-2-387,5-3 1,-36 7 0,1 1 0,-2-1 0,1 1 0,0 0 0,0 1-72,3 1 0,0 1 0,0-3 1,0 1-1,3 0 0,1 0 1,-3 1-1,-1 1-239,0 0 0,0 0 1,7 1-1,0 0 1,-5 0-1,-1 0 0,1 0 1,0 0 95,-3 0 0,1 0 1,5 0-1,-1 0 0,-4 0 1,0 0-1,0 1 0,0 0-2,1 2 0,-1-1 0,40 0 0,-8 3 0,-10-1 37,-6 1 1,0-3 0,-13 3 0,-1-2 78,-2 3 0,-4-5 0,-3 5 0,-7-5 107,-7-1 1,0 0-1,-7 0 1,-2 0 56,-2 0 0,-1 0 0,0 0 363,0 0 0,-1 0-461,1 0-683,0 0 0,-7-1-2348,-4-5 2940,-3 5 0,-9-6 0,-2 7 0</inkml:trace>
  <inkml:trace contextRef="#ctx0" brushRef="#br0" timeOffset="9">9811 2829 8153,'-7'-9'0,"-3"4"0,-2 5 0,-1 5 0,3 6 0,-2 5 0,-2 5 1550,-2 5 0,0 12 0,1 9-1035,-1 9 1,0 12 0,2 6-1,4 4 1,4 6-243,5 5 0,1-43 1,1-1-1,2 0 1,1-1-1,12 40-215,9-4 1,10-5 0,3-5-1,0-10-987,1-10 0,8-1 0,-3-10 1,-2-3 116,-2-3 0,2-3 812,-6-9 0,1 4 0,-5 6 0</inkml:trace>
  <inkml:trace contextRef="#ctx0" brushRef="#br0" timeOffset="10">10252 3096 8405,'-2'-8'799,"-3"2"1,3 8 0,-3 7 185,3 7 0,2 13 0,0 5 0,0 6-659,0 10 1,7 4-1,3-5 1,3 2-441,-3 1 1,4 4 0,-3-7 0,3-5-1065,1-4 0,1-2 1,0-10-1,-1-8 174,1-5 0,-5-8 1,-3-3 558,-1-8 1,-3-3-1,-9-10 1,-6-8 444,-3-1 0,-2-2 0,1-3 0</inkml:trace>
  <inkml:trace contextRef="#ctx0" brushRef="#br0" timeOffset="11">10189 3316 8153,'-16'-40'0,"0"-5"0,1 8 0,1 8 515,3 1 0,2 3 0,6 8 0,-2-3 120,1-1 0,4-1 0,5 3-359,6-2 0,3 0 0,3 5 0,3 2-328,1 4 1,6-4-1,0 5 1,2 0-82,3 4 0,-1 3 1,1 2-1,-1 0-349,1 0 0,-3 9 0,-3 7 0,-6 8 187,-8 6 0,0 8 1,-7 6-1,-1 5 365,-2 3 0,-9 9 0,-4-7 0,-3-5 181,-2-2 0,1-8 1,-1-4-1,0-7 323,1-7 0,4-4 437,1-1 0,6-9-1207,-1-7 0,5-7 0,7-9 0,7 0-289,5 1 1,7-1-1,-3 0 1,1 2-102,4 4 1,2 3 0,2 7 0,-1 2 177,0 3 0,1 3 1,-2 8-1,-4 2 151,-5 3 1,-4-2 0,-3 7 0,-3 2 578,-6 2 1,-3 1 0,-4 1-1,-3-3 292,-6-3 0,-10 2 0,-5-5 0,-2 0-111,2-1 0,-7-1 1,3-7-1,-1-3-543,-4-6 0,1 2 0,6-2 1,4-3-535,1-5 0,2-4 0,7-7 0,4-2-678,5-7 0,3 1 1252,2-5 0,14 1 0,3-5 0</inkml:trace>
  <inkml:trace contextRef="#ctx0" brushRef="#br0" timeOffset="12">11101 3458 8153,'-9'0'7079,"2"2"-6786,7 3 1,0-2-1,2 6 1,1 0-370,2 0 0,2-1 0,-1 5-170,4-3 0,-1-5-758,1 6 1,-1-10-1,2-1 467,-6-8 0,-3-6 0,-2-2 0,-2 0 382,-3 1 0,-4-1 0,-7 2 1,0 2 606,1 1 0,-6 8 0,0-2 0,0 5-25,-2 5 0,6 3 0,-4 10 0,3 3 278,2 5 1,2 4 0,2 1 0,3 1-330,3-1 0,0-1 0,6-2 0,2-4-599,3-1 0,4-7 0,8-8 0,3-1-86,1-3 1,5-4 0,-3-7 0,1-7-81,4-5 1,-5-9 0,-2 3 0,-4-1-391,-1 0 1,-2 1-1,-4-1 1,-4 4 795,-5-1 0,-1 5 2062,0-3-1538,0 11 0,0 5 0,0 12 1,0 7-197,0 5 1,0 7 0,0-3-1,0-1-362,0 1 0,7-2 0,4-5 0,3-2-296,1-4 0,3-3 0,1-7 0,2 0-32,-2 0 0,4-7 0,0-3 0,-1-4-365,1-2 0,-2-5 0,-5-2 0,-2-1 395,-4-4 1,3 4 0,-6-1 0,0 2 233,-1 4 1,0 7 1028,-6 2 0,0 8 1,0 4-350,0 11 1,0 5 0,0 8-1,0 0-324,0-1 0,0 4 0,0-4 1,0-1-258,0-3 1,1-5 0,5-5-514,4-6 0,9-3 0,2-4 1,-1-3-156,-3-6 1,1-10 0,-1-3 0,0-3 374,-3 1 1,-1 0 0,1-4 0,-4 2 209,-5 2 0,2 11 0,-1-5 872,-3 1 0,-1 5 285,-2 4 1,0 8 0,0 2 0,0 10-749,0 10 0,2 4 0,1 9 0,2 4-621,-1 5 1,3 5 0,0 5 0,0 4-238,0 0 0,3 0 1,-3-5-1,0 3 205,0 2 1,-2-2 0,-5 2-1,0-6-258,0-11 0,-7-3 0,-3 1 0,-4-2 548,-2-2 0,-5-3 0,-1-4 0,-1-5 421,0-3 1,-5-10 0,4-2 0,-2-5-291,-1-1 0,8-1 0,-2-6 0,4-7 846,1-6 1,7-13 0,4 2 0,3-2-508,2-1 0,9-6 0,7-3 0,8-5-892,6 3 0,7 3 0,1-2 0,0 4 58,1 2 1,5-1 0,-4 4-1,0-1-934,-3 1 0,-4 2 0,-2 1 1,1 1 945,-1-1 0,-1 1 1,-2-2-1,-4 0 201,-1 1 0,3-1 0,-7 12 0,-3 2 656,-4 1 0,-8 3 0,1-1 824,-3 0 1,-4 7-1,-3 4 1,-6 3-330,-3 2 1,-3 2-1,-2 5 1,-2 7-523,1 5 0,3 8 1,3-5-1,2 3-622,1 3 0,8-4 0,-2 2 0,5 1-434,5-3 1,4-1-1,6-8 1,1 1-271,0 0 1,5-2-1,1-4 1,3-4 147,3-5 0,-4-1 0,2 0 0,1-1 360,-3-5 1,4-2-1,-7-6 1,-2 1 71,-1 3 1,1-6-1,-2-5 1,-4 0 234,-5-1 0,3 2 0,-6-4 0,0-1 372,2 1 1,-5 5 0,3-4 0,-3 2 303,-2 0 0,0 5 1,0 6 296,0-2 1,-7 5-282,-3 1 1,1 12 0,0 4-1,2 4-286,4 2 1,1 0 0,2-1-1,0 1-423,0 0 1,2-2-1,3-2 1,5-3-90,4-2 0,4 0 1,1-4-1,4 2-309,1-1 1,-3-2-1,4-1 1,-1 3-732,1 1 0,-6 6 0,2-4 1,-4 1 988,-1 5 0,-2 1 1,-4 1-1,-4 1 474,-5 0 0,-1-1 1,-1 1-1,-5 0 269,-4 0 1,-4-2 0,-4-2-1,-1-4-226,-2-1 0,-5-1 0,3-6 0,1 0-810,-1 0 0,2 0 0,7-2 0,4-3-3396,4-6 3898,5 4 0,-6-14 0,-2 4 0</inkml:trace>
  <inkml:trace contextRef="#ctx0" brushRef="#br0" timeOffset="13">12720 3018 8153,'-9'7'1533,"4"3"1,3 4 0,4 4 0,2 1-1979,1 2 0,5 10 0,-3-3 0,0-2 445,0-1 0,6 3 0,-5-4 0</inkml:trace>
  <inkml:trace contextRef="#ctx0" brushRef="#br0" timeOffset="14">13349 2845 8153,'-14'2'0,"2"1"0,1 2 0,1 8 0,-4-1 0,2 5 382,1 4 1,8 12-1,-3 2 1,5 9 240,1 10 1,7 13 0,3 6-1,4 5-639,2 6 1,5-5-1,2 1 1,-3-10-279,-2-11 1,5 3 0,-11-22 0,-2-5-1781,-1-6 1,-5-16 2073,-10-3 0,-9-13 0,-10-6 0</inkml:trace>
  <inkml:trace contextRef="#ctx0" brushRef="#br0" timeOffset="15">13082 3537 8153,'-16'1'1499,"0"4"0,9-3-953,7 3 1,7-3-1,11-4 1,3-1-267,5-2 0,11-7 1,5 1-1,1-1-84,-1 1 1,9-8-1,-4 3 1,2-1-840,0-1 1,-4-2 0,-1-3 0,-4 0-550,-2 0 1,-1 1-1,-5 1 1,-3-4 744,-2 1 1,-5-8 0,-6 3 0,-2-6 419,-4 0 1,-3 2 0,-7 3 0,0 2 159,0 2 0,0 7 0,-1-2 1,-3 3 1050,-1 3 1,-7 6-1,1 4 1,-3 3-127,-1 2 0,-1 2 1,0 5-1,0 8-403,1 10 0,-1 6 0,2 4 0,3 5-323,6 6 0,3-4 0,2 8 0,0-1-320,0 5 0,7-1 0,6-1 0,4-3-580,4-2 0,0-2 0,-5-3 1,0-5-377,-1-4 1,1-3 0,0-4 0,-2-5-1764,-4-3 2413,4-10 0,-12-2 0,3-12 0,-3-6 301,-2-7 0,0 1 0,0-4 1,2-1 16,3-3 0,-3-2 1,3 0-1,-2 5 146,3 6 1,-3-8-1,8 11-12,1 2 1,-3 3-1,1 9 1,0 2-60,-1 3 0,5 4 0,-3 9 0,1 1 146,-2 2 1,4 5 0,-3-5-1,3 0-95,2 2 0,-6-6 1,0 4-1,3-4-68,1-1 0,-4-2 1,1-3-107,1-6 1,-3-3-79,1-2 1,-1-7-1,1-6 1,-3-4-6,0-4 0,-3-5 0,5 5 0,-2 0-60,-4-2 0,4 6 1,0-4 90,2 3 0,1 4 245,6 4 1,-7 5-1,-2 10 1,-2 5 261,0 4 1,6 7 0,-4 2 0,0 0-133,0-1 1,3-1-1,-3-3 1,0 1-193,0 2 0,3 0 0,-3-7 0,2-4-257,3-4 1,-3-5-1,2-1-162,1 0 0,-3-8 1,1-6-1,1-6 11,-3 1 1,5-5 0,-6-1-1,0 1 101,0 3 1,-2 3 0,-3 3 201,3-1 1,-2 7 440,8 4 0,-8 10 0,2 7 0,-3 6 52,-2 3 0,2 0 0,1-5 0,3-1-504,-3 1 1,4 0-1,0-2-174,2-4 1,1-3 0,6-7-493,0 0 1,-6-2-1,1-3 14,1-5 0,2-10 0,2-1 0,-2 2 322,-4 2 1,2 1 0,-5 2 196,2 4 337,-5-4 1,3 14-1,-6 0 836,5 8 1,-5 12 0,5 1-1,-5-2-466,-1-2 0,7 4 0,2 0-231,0-2 0,5-6 0,-4-5-1808,4-1 0,2-8 0,0-12 0,-2-4-577,-4-4 0,4-7 2051,-3 2 0,3-11 0,1-3 0</inkml:trace>
  <inkml:trace contextRef="#ctx0" brushRef="#br0" timeOffset="16">14858 2672 8153,'-8'-31'2934,"2"-1"1,6 9-1768,6 8 1,8 15 0,8 15 0,3 10-614,3 5 0,7 13 0,3 8 0,1 10-603,-1 14 1,-17-35-1,0 2 1,-2 6-1,-1 0 1,-1 1-1,1 0 19,-1 1 0,-1 1 0,-3 5 0,-2 0 0,0-7 0,-1-2 0,-1 2 1,-2 0-912,-1-1 1,-2 0-1,-2 2 1,-4 0 0,-10 37-1,-9-3-1232,6-42 0,-1 0 1891,-2-1 1,-3 0 0,-5-2 0,-2 0 0,0 1 0,0-1-1</inkml:trace>
  <inkml:trace contextRef="#ctx0" brushRef="#br0" timeOffset="17">6337 11223 8153,'0'10'548,"0"0"1,5-4-1,2 2 1,0 1-180,0 0 1,0 0-245,-2 1 0,-3 4 1,3-3-1,-3 3 1,-2 1 105,0 1 0,0 7 0,0 1-482,0 1 1,0-3-1,0-6 1,0 0 95,0-1 1,0-4-1,2-1 141,3 3 0,2-5 0,5 1 12,-1-2 0,-6-2 615,5-5-222,1 0 1,-1 0-31,1 0 1,-1 0-229,6 0 1,-2-1 0,-2-3 0,-1-1-38,1 1 0,2-3 0,2 2 0,-1 0 0,1-2 1,1 3-1,3-4 1,2-1-29,3 0 1,-1 4 0,4-4 0,-2 1-11,2-1 0,-3 4 0,1-4 1,0 0-9,-1 0 0,4 6 0,-2-4 0,1 2 22,-2-1 0,3 1 0,-2 5 0,2-2-24,3-3 0,-1 3 1,1-3-1,-3 3-13,-2 2 0,2 0 1,-2-1-1,2-3 20,3-1 1,4 0 0,1 5 0,-2 0 83,-2 0 1,-1-2 0,-1-2 0,-1-1 21,-4 2 1,7 1 0,-3 0-1,0-1 75,-1-2 1,10-1-1,-8 6 1,2 0-142,1 0 1,-3 0 0,0 0 0,1 0-23,-1 0 1,6 0-1,1 0 1,1 0-73,-1 0 1,4 0-1,-3 0 1,-1 0 49,1 0 1,4 0 0,-3 0 0,2 0-1,0 0 1,-2 0 0,4 0 0,-2 0-8,2 0 0,-6 6 1,1-1-1,-3-2 33,1-1 1,5-2-1,-5 0 1,-3 0-22,0 0 1,1 0 0,0 0 0,-4 0-35,-1 0 1,8 0-1,-6 0 1,1-2-77,0-3 0,-2 3 0,3-3 1,1 3 4,1 2 1,1-5 0,-4 0 0,2 1 142,2 3 0,1 1 1,-3-2-1,2-2-21,-2-1 1,3 0 0,1 5-1,-1 0-8,0 0 1,1 0-1,-4 0 1,1 0 21,-1 0 1,4 0 0,-2 0 0,-3 0 38,0 0 1,-3 0-1,2 0 1,1 0 15,-3 0 0,9 0 0,-8 0 0,1 0-12,0 0 0,0 2 0,2 1 0,4 2-67,1-1 0,2-2 0,5-1 0,0 3-134,0 1 0,0 0 0,0-3 0,1 2-77,-1 1 1,0 5 0,-2-3-1,-1 2-10,-2 3 1,-7-3-1,3 0 1,-1-1 144,0 1 1,-1-5 0,-10 2 0</inkml:trace>
  <inkml:trace contextRef="#ctx0" brushRef="#br0" timeOffset="18">12301 11442 23519,'10'-1'44,"22"-3"87,-3-1 6,-2 2 0,6-4 0,-5 0 0,0 0-55,1 0 1,-1-4 0,0 4 0,-1 0-114,1 0 1,-4-3 0,0 3-1,1 0-200,-1 0 0,1 2 1,1 5-1,-3 0-40,-1 0 0,-4 0 0,5 0 1,-2 0-9,0 0 1,1 0 0,-3 0 0,2 0 241,-1 0 0,-3 0 0,-1 0 0,0 0 121,-1 0 1,1 0 0,0 0 0,-1 0-29,1 0 0,5 0 0,0 0 0,-2-2-76,-1-3 1,-1 3 0,2-3 0,2 3-45,-1 2 1,2 0-1,1 0 1,0 0 25,-1 0 1,5 0-1,-5 0 1,1 0 53,0 0 0,3 0 0,-5 0 0,0 0 41,2 0 0,-6 0 0,6 0 1,-2 0 94,0 0 1,5 0 0,-5 0 0,-2 0 7,-1 0 1,3-5 0,0-1 0,-2 3 21,-2 1 1,4 2-1,0 0 1,-2 0-174,-1 0 1,-2 0 0,1 0 0,2 0-173,2 0 1,2 0-1,-4 0 1,2 0-3,-2 0 1,1 0 0,-1 2 0,2 1 36,-2 3 0,4-1 1,-2-5-1,-2 0-15,-2 0 1,4 0 0,0 2-1,-2 1 111,-1 2 1,-2 1 0,-1-6 0,1 0 576,0 0 0,0 0 1,-1 0-235,1 0 1,0 0 0,-1 1 0,1 3-199,0 1 1,0 0 0,-1-5-174,1 0 1,0 0 0,-1 2 0,1 2-42,0 1 1,0 0 0,-1-3-59,1 3 1,-5-3 0,-1 3 208,2-3 1,-5-1-177,-1 5-67,2-5-419,-6 6 358,5-7 294,-7 0 0,2 0-53,3 0 1,-3-1 167,3-5 1,-3 3-1,-2-8-257,0-1 1,0 4 0,-2-3 0,-2-1 12,-1-2 0,0-2 0,3 0-13,-3 1 1,3 4 0,-3 1 0,3-3 36,2 0 0,0-3 0,0 0 1,-1 0 109,-5 1 0,5 4 0,-5 1 0,5-3-3,1 0 0,0-3 0,-2 0-75,-3 0 1,3 1-98,-3-1 0,3 5 118,2 1 0,-2 6 275,-3-1-63,3 3 0,-5 1-100,7-5-105,0 5 1,0-4 0,0 10-10,0 5 1,0-1 0,0 1 0,0 3 98,0 1 0,0 1 0,0 1 0,0 0-24,0 0 0,0-1 0,0 1 0,0 1-41,0 4 0,0-3 0,0 3 0,0-4 28,0-1 1,0 5 0,0 0-1,0-2-114,0-1 1,0-3 0,0 1 41,0 0 1,0-1 0,0 1-29,0 0 1,0-6-62,0 1 228,0-8 226,0 4-564,0-7-294,0 0 66,0 7 58,0-5 1,-2 5 0,-1-5 281,-2 3 1,-8-3 0,3 3 197,-4-3 1,3-2-1,1 0 1,-2 0 42,-2 0 1,-2-6 0,0 0 0,1-1-93,-1 0 1,-7-4 0,-3 4 0,-4 0-557,-1 0 0,-2-3 0,-6 3 0,-6 0-81,-6 0 0,-15-4 1,-4 4-1,-9 0 90,-5 0 0,39 3 1,0 1-1,-1 1 0,-1 1 1,-2-2-1,-2 1 256,-1-1 1,0 2 0,-7 3-1,1 1 1,2 1 0,0 1-41,-3-1 0,1 1 0,1 2 0,0 0 0,-1-3 0,-1 0 0</inkml:trace>
  <inkml:trace contextRef="#ctx0" brushRef="#br0" timeOffset="19">6352 11317 7837,'-15'-18'87,"-1"-3"0,7 4 1,4-4-1,1 4 289,-1 1 1,4-5 0,-5-2 0,5 0-75,1 1 0,5 1 0,0 5 0,0 0 11,2 1 0,-3 1 0,4 1 26,-1 3 0,0 8 1,-3 2-142,1 9 1,0 7 0,-5 6 0,2 8 20,3 5 1,-3 9-1,3-2 1,-3 3-45,-2 2 0,-2 4 1,-1-1-1,-2-2-93,1-3 0,2 2 0,2-8 1,0-1-336,0 0 1,0-3-1,2-8-339,3-7 1,4-4 382,7-5 1,-6-6-1,-1-10 1,-2-8 2,-3-6 0,3 0 0,-2-5 0,-2-1 60,-1 1 0,-2-3 0,-2-4 0,-1 1 58,-2 4 1,-6-4 0,4 6 0,-2-2 250,-3 0 0,0 6 0,0-2 0,1 1 69,-1 0 1,3 5-1,0 6 1,1-1 78,-1 2 0,4 2 0,-6 7 7,-1 0 0,3 2 1,1 3-170,1 6 0,1 3 0,6 2 0,0-1-136,0 1 1,2 0-75,3-1 0,4-1 0,7-3 0,0-6-49,-1-3 0,1 3 1,0 0-35,-1-1 1,1-2 56,0-2 0,-6 0 45,1 0 0,-8 1 74,3 5 80,-5-5-16,-1 6 0,2-7 1,3 0-1,6 0-68,3 0 0,7 0 0,1 0 0,3 0-114,3 0 1,7 0 0,3 0 0,2 0-143,4 0 0,7 0 0,1 0 0,1 0-48,1 0 1,-5 0 0,5 0 0,-2 0 186,1 0 0,4 0 1,-3 0-1,1 0 248,-1 0 1,-2 6 0,-3-1-1,2 0 143,1 2 0,6-5 0,-6 5 1,1-2-53,1 0 0,-5 6 1,5-4-1,2 0-118,7 0 0,13-2 0,-30-5 0,1-2 1,3 0-1,1-1-73,4-2 0,0-1 1,5 0-1,-1-2 0,0 1 1,-1-1-1,0 0 1,0 0-179,-2 0 0,-1 0 0,-1 1 0,-1 0 0,-5 1 0,-2 0 0,1 1 0,-1 1 110,-1 1 0,-1-1 0,42-1 0,-8 5 0,-1 0 271,-4 0 0,1 0 1,-10 0-1,-1 0 47,4 0 1,-4 5 0,6 1 0,1-3-93,4-1 1,4-2 0,4 0 0,2 0-287,-2 0 1,-34-1 0,0 0-1,1 0 1,-1-1 0,0-2-1,0 1-103,2-1 0,-1-1-1,-2 0 1,-1-1 0,3-1 0,0-1 0,-4 0 0,0 2 1,41-5 1,-40 6 0,-1 2 0,30-1 0,-2-1 69,-1 1 0,1 1 1,-4-1-1,-3-1 541,-1 2 1,-3 3 0,1 5 0,-2 4-251,-3-1 0,3 5 0,-3-7 0,1 1-417,-1 0 1,7 4 0,-6-6 0,0-1 111,3-3 0,-3-1 1,2 0-1,-2 0 117,1 0 1,10 0 0,-9 0 0,0 0 140,-2 0 0,-3-5 0,4 0 0,-4 1 159,-2 3 0,-2 1 0,-3 0 1,0 0-270,-2 0 1,4 0-1,-9 0 1,3 0-186,2 0 1,-5 1-1,-1 3 1,-3 1 103,-3-1 0,3-1 0,-1 1 0,-2 1 65,-2-2 1,-1-1-1,-3-2 1,-1 0-22,-2 0 1,-6 0 0,1 0-1,-4 0 204,-1 0 0,0 0 0,-2 2 0,-2 1-210,-2 3 1,-5-1 0,6-5-107,1 0 0,-3 0 58,1 0 0,1 0 1,3-2 243,-4-3 0,3 1 0,-6-4 288,1 1 1,-2 0-791,4 1-195,-7 5 0,10-8 175,-8 4 1,0-4-41,-5-7 1,2 1-1,1-1 219,3 0 0,1-3 0,-4 0 0,2 1 82,-1-1 0,-2 0 0,-1 1 0,3-1-23,1-2 0,0-2 0,-5 4 0,0-3 69,0-3 0,0 6 1,0-4-1,0 2 40,0 0 0,0 0 0,0 6 107,0-1 0,0 0-232,0 0 1,2 8 10,3 2 97,-3 5 1,12 8 0,-5 3 141,0 4 0,3 7 1,-5 2-1,1 0 25,5-1 0,1 6 0,1 0 0,1 5-16,0 4 1,0 0-1,-1-4 1,-1 2-129,-3 1 0,1-1 1,-5-7-1,0-3-841,0-3 1,-2 5-1,-5-6-3045,0-2 1147,0-9 2722,0-3 0,-7-7 0,-2 0 0</inkml:trace>
  <inkml:trace contextRef="#ctx0" brushRef="#br0" timeOffset="20">15645 11301 8100,'0'-16'245,"0"1"0,5 4 0,2 2 364,1 2 98,-4 2 1,3 3 1061,-7-3-512,0 4-1169,0-6 0,0 5 1,2-2 96,3-1 1,-2 0-106,8 5-63,-1 0 1,4 2-66,-3 3 0,1 4 0,-7 6 0,-1 1 116,-2 0 0,-2 5 1,0 0-1,0-2-68,0-2 0,5-1 0,0 0-93,-1-1 0,3 1 1,0 0 93,1 0 0,1-6 0,3-1 23,-1-2 0,-1-2 195,6-5 1,-6 5 219,1 0-374,-8 1 0,6-6-7,-4 0 0,4 0 0,7 0-21,0 0 0,-1 0 1,1 0-1,0 0 68,-1 0 0,8 0 1,3 0-1,4 0-58,1 0 0,1 0 0,-1 0 0,1 0-61,-1 0 0,6 0 0,1 0 0,1 0 61,-1 0 1,1 0-1,-4 0 1,1 0 23,-1 0 0,9 0 0,0-2 0,-2-2 189,-2-1 1,3 0 0,-1 5 0,4 0 0,1 0 1,0 0-1,2 0 1,2-2-72,1-3 0,2 3 0,-3-3 0,3 3-42,2 2 1,-4 0 0,6 0 0,0 0-171,-2 0 1,5 0 0,-4 0 0,4 0-74,2 0 0,-1 0 1,-3 0-1,-1-1 115,1-5 0,0 5 1,1-5-1,-4 5 42,-2 1 0,3 0 0,-2 0 0,-3 0-19,-3 0 0,2 0 1,-9 1-1,3 3-1,2 1 0,-1 6 0,-3-4 0,-3 0 32,-1-1 1,3 5 0,-4-4 0,2 0 18,4 0 0,-6 0 0,1-4 1,-1 3 0,4-3 0,-2-1 0,1-2 1,-3 0 90,-3 0 0,3 0 0,1 0 0,-1 0-63,1 0 0,3-2 1,-6-1-1,1-3-53,1 3 0,1-1 0,5 1 0,-4-2-62,-2 1 0,4 1 0,-3-1 1,-1-1 20,0 1 0,4 3 0,-3 1 0,1 0-160,4 0 1,5 0-1,1 0 1,-3 0 132,-1 0 1,8 0 0,-5 0 0,3 0 27,2 0 0,1 5 1,-5 2-1,4 0-8,2 0 0,-3-2 0,3-5 0,-2 0 34,-4 0 1,5 0 0,-1 0 0,0 0 4,0 0 1,-2 0 0,-4 0 0,-1 0 57,0 0 0,5 0 0,1 0 0,-1-2-127,2-3 1,-5 3 0,5-3 0,-1 3 5,-1 2 1,6 0 0,-4 0 0,0 0-119,0 0 0,4 0 1,-4 0-1,-1 0 250,-5 0 1,8 6 0,-7-1 0,4 0-39,1 2 0,-2-3 1,-3 4-1,2-1 7,1-3 1,6-2 0,-6-2 0,-1 0-3,-2 0 1,-2 0 0,0 0 0,0 0 54,1 0 0,-7 0 0,1 0 0,0 0-51,-1 0 0,2 0 0,-6 0 0,0 0 69,1 0 0,-5-2 1,6-2-1,-3-1-59,1 2 0,0 1 0,-4 2 0,2 0-246,2 0 0,-1 0 0,-4 0 1,-3 0 208,-2 0 0,2 0 0,-3 0 0,2 0-10,-1 0 0,1 0 1,-6 0-1,3 0-10,3 0 0,-4 0 0,2 0 1,2 0 46,2 0 1,-4 0 0,0 0 0,2 0-61,2 0 0,-4 0 1,-1 0-1,-1-2-66,1-3 1,-4 3-1,3-3 1,-1 1 57,-4-1 0,-2 3 0,-1-3 0,0 2-70,0-3 0,-1 5 0,1-5 0,0 5-216,-1 1 0,1 0 0,0 0 1,0 0-105,-1 0 1,1 0-1,0 0 183,0 0 0,-6 0 1,1 0 39,1 0 0,-4-7 86,3-4 1,-8-3 0,3-1 45,-5-1 1,-1 0 0,0 0 0,0 1-116,0-1 1,0 0-1,0 1 1,0-1-39,0 0 0,0 0 1,0 1-33,0-1 0,0 0 0,0 1-159,0-1 0,0 0 0,0 0 69,0 1 1,0 4 134,0 1 1,0 4 0,-1-2-124,-5 1 64,5 2 0,-12 6 0,6 3 259,-1 1 0,4 7 0,-3-1 65,0 3 1,0 7-1,-5 0 1,3 0 63,2 1 0,0-3 0,4 8 0,-2 1-65,1 1 0,2-3 1,1 1-1,-3-1-121,-1-2 1,0 4 0,5-5 0,0 0-627,0-1 1,0-1 0,0-5-1062,0 0 1,0-1 170,0 1 1,0-5 1515,0-1 0,0 1 0,0 4 0</inkml:trace>
  <inkml:trace contextRef="#ctx0" brushRef="#br0" timeOffset="21">15613 11285 8075,'0'-15'52,"0"4"0,0 1 0,0-3 0,0 0 0,0-3 0,2 0 604,3 0 0,-3 1 1,5-1-244,0 0 1,-5 1 0,3-1 0,-2 2 181,3 3 0,-5 3-128,4 2 1,-3 6-540,-2 0 1,0 9 0,0 10-1,-2 4 44,-3 1 0,4 1 0,-5 3 0,5-2 150,1 2 1,0 0 0,1 0-1,3-4 20,1-1 1,5 3 0,-4-5 0,-1-2-122,2-1 0,-5-2 1,5-1-216,0 1 0,-4-2 87,8-4 1,-6-3-1,4-8-209,-2-5 0,-2-2 1,-5-8-1,0 0 54,0 1 1,0-6 0,0-2-1,0 0 103,0 1 0,-2 1 0,-1 3 1,-4-1 136,-2-2 1,4-2 0,-4 4 0,0-2-11,0 2 1,4 1 0,-5 3 0,-1-1 191,3 0 1,-5 1 0,6 1 685,-1 3-722,4 4 1,-3 9 0,7 3-55,0 6 0,0 8 1,2 3-1,1 3-2,3 3 0,4 2 0,-5 1 0,1 0-39,1 1 1,-6-1-1,6 1 1,-2-1 6,1 1 0,1-6 0,-4-2 0,4-1 68,2-4 1,-6-7-1,4-1 100,0 1 1,-3 0-54,6-1 0,-4-4 281,4-7 0,-5-5-214,6-1-239,-8-6 1,6 5 18,-4-3 1,4 3-1,7 7 1,-1 0 25,1 0 1,7 0 0,3-2-1,4-2 57,1-1 1,1 0 0,1 3 0,2-1 19,2-3 1,4 1-1,-2 5 1,-1 0-163,1 0 1,4 0-1,-2 0 1,-1 0-68,-4 0 1,3 0 0,-2 0 0,-2 0 82,-2 0 1,-2 2 0,1 1 0,-3 3 114,-2-3 1,2 4 0,-3-2 0,4-1 15,2-2 1,-3 3-1,-1 0 1,-2-1-86,2-3 0,7-1 1,2 0-1,-2 0-35,-2 0 1,6 0 0,1 0 0,2 0 75,0 0 1,-6 0-1,6 0 1,0 0 157,-2 0 0,4 0 1,-6 0-1,1 0 12,-1 0 0,11 0 0,-2 0 0,4 0-181,3 0 0,2 0 1,10-1-1,6-5-54,7-4 0,-34 6 1,1-1-1,0-1 1,2 0-1,2-1 0,1 0 12,0 0 0,1 0 0,7-5 0,-1 0 1,-2 3-1,0 2 0,-1-2 0,0 0-109,0 0 0,0 1 1,-2 1-1,-1 0 0,1 1 1,-1 0-1,-2 0 0,-1 1 274,0-1 1,0 0-1,2 2 1,0 1-1,36-2 1,-1 3 150,-8 2 0,-1 0 0,-7 0 0,0 0-109,0 0 1,-4 5 0,-5 2 0,0 0-242,4 0 0,3 4 0,-1-4 0,1 0-237,-2 0 1,4-2-1,-2-5 1,0 0 56,2 0 0,0 0 1,5 0-1,-3 0 153,-2 0 0,-1 0 0,-2 0 0,1 0 34,-2 0 0,-1-5 0,-2-1 0,-2 3 582,-3 1 0,1 2 1,-7 0-1,1 0-243,1 0 1,-5 0-1,5 0 1,-2 0-211,1 0 0,5 0 1,-4 0-1,2 0-61,3 0 1,0 0 0,1 0 0,-4 0-73,-2 0 0,4 0 0,-4 0 0,0 0 31,0 0 1,4 0 0,-6 0 0,-1 0 5,-2 0 0,3 0 0,-1 0 1,-4 0-76,-3 0 0,-3 5 0,5 1 0,-2-3 72,-3-1 1,0-2-1,2 0 1,-1 0 14,2 0 1,1 0-1,1 0 1,-3 0 23,-1 0 1,0 0-1,5-2 1,1-1 99,-1-3 1,-7 1 0,-2 5 0,-1 0-57,0 0 1,-6 0 0,-5 0 0,1 0-71,-3 0 1,-1 0 0,-6 0 0,3 0-147,0 0 0,1 0 0,-5 0 1,0 0 34,0 0 0,5 0 1,0 0-1,-1 0 60,3 0 0,-5 0 0,4 0 0,-1 0-18,0 0 0,0 0 0,-5 0 0,0 0 187,-1 0 0,1 0 0,0 0 0,0 0-82,-1 0 0,1 0 0,0-2-41,-1-3 0,1 3 0,-2-5 0,-2 2-52,-1 0 1,-1 0 0,4 3 0,-1-2-33,-3-1 0,1 0 0,3 3-111,-4-3 0,4 3 22,-4-3 0,-1 3-277,2 2 119,-8 0 434,11 0-53,-12 0 0,5-7-42,-7-3 1,0-4-19,0-2 0,0 0 0,0 1-210,0-1 1,-2 0-1,-1 1 1,-3-1-209,3 0 0,-4-5 0,2 0 0,1 2 183,2 2 0,-3 1 0,0-2 1,0-1 211,-2-2 0,5 0 0,-3 5-69,3 1 0,2-1 529,0 0 1,-2 8-414,-3 2 0,3 12 1,-5 4-1,2 6-9,0 5 0,0 5 0,5 9 0,0 3-56,0 2 1,0 2 0,0 7 0,0 2-474,0 1 1,0-5-1,0-5 1,0 0 523,0-2 0,-7-1 0,-2-8 0</inkml:trace>
  <inkml:trace contextRef="#ctx0" brushRef="#br0" timeOffset="22">16572 12967 8026,'-10'-2'0,"1"1"868,2 1 1,-4 3 0,6 16 0,2 8-333,1 9 1,2 10 0,0 6-1,2 6-401,3 3 1,-3 14 0,5 4 0,-2 1-416,0 0 0,0 1 0,-3-5 0,2-6-652,1-2 0,0-8 1,-5-10-1,0-6 452,0-7 1,0-11 0,2-7 0,1-5 479,3-3 0,-1-15 0,-5 2 0</inkml:trace>
  <inkml:trace contextRef="#ctx0" brushRef="#br0" timeOffset="23">16902 13030 8356,'-5'11'524,"0"-1"0,-6-5 0,4 6 0,0 1-298,0 2 0,0 7 1,4 2-1,-4 1 106,-2 4 1,4 2 0,-6 3 0,-1 2-331,-2 1 1,-1 6 0,-1-3 0,0-1-189,0 1 0,-5 1 1,0-7-1,2-3 202,2-1 1,3-4-1,2-1 1,3-1 22,2-4 1,2-1 0,5-3-160,0 1 1,1 0 0,5 0-1,6-1-32,7 1 0,7 0 1,9-1-1,4 1-177,1 0 0,7 0 0,7-1 1,0 1-231,0 0 0,4-1 1,-6 1-1,-1 0 72,-2 0 1,-9-6 0,-3-1 486,-4-2 0,-8 12 0,-3-2 0</inkml:trace>
  <inkml:trace contextRef="#ctx0" brushRef="#br0" timeOffset="24">17610 12983 9024,'-14'2'0,"3"3"1180,6 5 1,3 4-1,2 4 1,0 3-950,0 5 0,2 9 0,2 5 0,3 4-147,1 5 1,-4 3-1,1-1 1,-3 3-136,-2 2 1,0 0 0,0 3 0,0-3-13,0-2 0,0-7 0,0-7 1,0-1-96,0-4 1,2-4 0,3-3-1,5-4-57,4-1 1,4-4 0,3-8 0,5-6 16,4-3 0,1-2 0,2 0 0,4 0-137,5 0 1,-2 0-1,2 0 1,0 0-27,-2 0 1,2 0 0,-9 0 0,-5 2 360,-3 3 0,-4 4 0,-6 6 0</inkml:trace>
  <inkml:trace contextRef="#ctx0" brushRef="#br0" timeOffset="25">18805 12653 8026,'0'-7'0,"-2"7"0,-1 9 0,-4 6 0,-2 6 0,-3 7 397,-2 7 0,-2 7 0,-2 14 1,-1 10 498,-2 11 0,10-32 0,0 1 1,1 1-1,0 0 0,0 5 0,-1 1-451,1 4 1,1 0 0,3-2-1,2 1 1,0 2 0,2 0 0,1-2-1,1-1-470,-2 1 1,4-2 0,5 0 0,5-1 0,1-2 0,2-1 0,2-3 0,3-1-1362,0-2 0,3-1 0,2-1 0,3-2 0,0-2 0,1-2 1386,1-2 0,1 0 0,3-2 0,1 0 0,-1 0 0,0-1 0,-1 1 0,0-1 0,-1 0 0,1 1 0</inkml:trace>
  <inkml:trace contextRef="#ctx0" brushRef="#br0" timeOffset="26">19622 13690 8026,'0'-10'-430,"0"-1"0,0-1 756,0-2 0,0 4 1982,0-1-1980,0 8 1,0-6 490,0 4 309,0 3 451,0-5-959,0 7 0,0 2-361,0 3 0,0-2-61,0 8-458,0-8 259,0 4-232,0-7 1090,0 0-654,0-7-88,0 6 9,0-6-128,0 7 1805,0 0-1828,7 0 197,-5 0 120,5 0-173,-7 0 567,0 0-710,0 7 2,0-6 42,0 6 15,0-7-281,0 0 306,0-7-115,0 6-128,0-13 0,0 10 0,-2-5-32,-3 2 1,3 0 0,-3 2 46,3-5 0,2 1 0,-1 0-73,-5 2 0,3 0 346,-8 2 1,6-2 82,-5-3 1,-1-3-137,-5 8 0,8-2 1,1 4 20,0-3-174,5 1 1,-7 5-150,4 0 202,3 0 0,-6 0 55,2 0 8,5 0 193,-6 0-166,7 0 0,-2 0 26,-3 0 15,3 0-101,-5 0-11,7 0 0,-5 2 71,-1 3 0,-1-3 2,2 3 119,3-3 0,-6-2-148,2 0-20,5 7 1,-8-5-18,4 3 136,3-3 32,-5 5 1,5-6 28,-3 5-109,3-5 0,-10 1 69,7 3-137,0-3-170,5 5 114,0-7 0,0 2 98,0 3 35,0-3 1,-2 5 224,-3-7-204,3 0 1,-5 2-99,7 3-25,0-4 35,0 6 0,-2-7 9,-3 0 156,3 0-74,-5 0-77,7 0 1,0 2-105,0 3 0,-2-3-73,-3 3 0,3-1 135,-3 1 0,2-3 128,-3 3-55,5-3 0,-8 0-4,4 3-6,3-3-21,-5 5-43,7-7-78,0 7 26,0-6 0,-2 6 61,-3-7 1,3 2 84,-3 3 30,3-3-66,2 5-7,0-7-65,0 0-3,0 7-30,-7-5 63,5 5 1,-5-5 0,6 1 18,-5 2-16,5 1-105,-6-6 21,7 0 0,-2 5 43,-3 0 10,3 0 69,-5-5-7,7 0-4,0 7 7,0-5 4,0 5 17,0-7 1,0 2-58,0 3 0,-2-3-124,-3 3 106,3-3 1,-5-1-5,7 5-16,0-5 75,0 6 1,-1-7-23,-5 0-55,5 7 87,-6-5 43,7 12 0,-2-10-11,-3 6 1,3-5-21,-3 6 0,3-1 0,2 6-23,0 0 1,0-6 0,0 1 0,0 1-28,0 2 1,0 2 0,0-1 0,0 1-47,0 0 1,0-1-1,0 3 1,0 1-29,0 2 1,5 0 0,2-4 0,2 3-183,3 1 0,-3 0 1,1-6 20,2 1 1,2-2 0,2-2-1,0-3 30,0-2 1,-1-2 0,1-5 0,0 0-127,0 0 1,1-2 0,2-1-1,2-4-59,-2-2 1,-1-3 0,-2-7 0,-1-2 93,1 2 1,-2-4 0,-2 2-1,-3 2 69,-2 1 1,3-3 0,-4-1 0,-3-1 175,-1 0 0,3-3 1,0 3-1,-1 1 199,-2-1 0,-2-3 1,0 5-1,0 2 211,0 1 1,0 2-1,0 1 885,0-1-513,0 0-319,0 1-397,0 6 0,0 11 1,0 11 79,0 7 1,1 8 0,3 0 0,3 7-10,2 6 1,-1 17 0,5 8 0,-3 11-207,-4-32 0,0 1 0,1 2 0,0 0 0,1 4 0,0-1 0,0-2 0,0-2-497,0 0 1,-1-1-1,1 1 1,0-2-1,8 34 1,0-7 165,-1-6 0,-1-12 1,-1-7-1,-5-8-379,-1-6 0,4-9 1,-4-5 826,1-6 0,3-6 0,5-7 0</inkml:trace>
  <inkml:trace contextRef="#ctx0" brushRef="#br0" timeOffset="27">20298 13093 8026,'-7'-9'1184,"6"4"1,-5 12 0,5 9-587,1 8 1,-6 15-1,-1 8 1,-1 10-288,-4 10 1,3 6 0,0 9-1,2 2-283,4-2 1,1 7-1,2-2 1,2-4-967,3-5 0,11 1 0,11-11 0,7-4 6,2-4 0,3-6 0,-4-9 932,1-3 0,1-3 0,-5-8 0</inkml:trace>
  <inkml:trace contextRef="#ctx0" brushRef="#br0" timeOffset="28">20581 13517 8195,'6'-10'196,"-1"-1"0,2 8 0,-2-4 1,6 2 15,3-1 0,7 1 1,3 5-1,4 0-258,5 0 1,4 0 0,-2 0 0,1 0-64,-1 0 0,-1 2 0,-3 3 0,1 4 43,-1 0 0,-7 5 0,-3-4 0,-5 4-53,-5 2 1,-4 1 0,-7 2 0,-2 4 381,-3 2 0,-6-4 0,-8 5 0,-4 2 147,-1 1 1,-2 3 0,-6-1 0,2-1 8,4-4 1,-2 4 0,7-6 0,4 1-150,5-4 0,5-4 0,7-1 0,0 0-246,0-1 1,7-4 0,5-2 0,7-3-125,7-2 1,4-2-1,3-2 1,2 0-581,2 0 0,5-6 1,-4 1-1,2 2 139,4 1 1,-6-3-1,1 0 1,-4 3-16,-4 5 0,2 1 0,-12 8 556,-1 5 0,-3-1 0,-1 7 0</inkml:trace>
  <inkml:trace contextRef="#ctx0" brushRef="#br0" timeOffset="29">20692 13847 8026,'15'0'1000,"8"-1"0,3-3 0,6-1-753,4 1 1,6-3-1,11 2 1,3 2-554,-1 1 1,5-3 0,-8-1 0,1 3-3197,1 1 3502,-12 2 0,3 7 0,-13 2 0</inkml:trace>
  <inkml:trace contextRef="#ctx0" brushRef="#br0" timeOffset="30">21289 12999 8904,'-2'0'1953,"9"7"0,16 3 0,1 4-1538,4 2 1,7 0 0,4 3 0,1 5-446,4 8 1,-1 10 0,1 1 0,-4 10-128,-1 9 0,1 10 0,-23-31 0,-3 2 0,-1 0 0,-1 1-102,-2 0 1,-1 0 0,-2 3-1,0 2 1,-1-4 0,-2 0 0,-1 1-1,0-1-1013,-1 2 1,-3-1-1,-13 39 1,-7 1 0,-8-4 1271,-8-3 0,15-38 0,-3 0 0,-3-6 0,0 1 0</inkml:trace>
  <inkml:trace contextRef="#ctx0" brushRef="#br0" timeOffset="31">22578 12967 8026,'-9'2'363,"4"3"1,2 4 0,-1 1 0,-1 1 0,2 3 0,-1 5 145,-1 7 1,3 9 0,-3 7-1,3 5-135,2 7 1,2 15 0,1-3 0,4 5-249,2 5 0,-4-30 0,1 2 1,9 39-1,-1 1-113,-9-43 0,1 0 1,8 37-1,-6 0 1,1-6-290,-4-7 1,2 0-1,0-22 1,0-5-1437,0-2 0,-1-19 0,-5-2-422,5-9 2134,-5-4 0,6-20 0,-7-4 0</inkml:trace>
  <inkml:trace contextRef="#ctx0" brushRef="#br0" timeOffset="32">22940 12983 8026,'-16'0'0,"6"7"0,-1 5 0,1 6 834,1 3 1,-5 13 0,5 3 0,0 9-194,4 6 1,4 16 0,1 11 0,0 3-416,0 3 0,12-4 0,5 2 0,4-2-696,2-3 1,5 4 0,-4-1 0,2-6-347,1-3 0,-8-6 1,0-7-1,-7-5 816,-6-5 0,-5 2 0,-1-11 0</inkml:trace>
  <inkml:trace contextRef="#ctx0" brushRef="#br0" timeOffset="33">23726 13737 8319,'-7'-14'429,"-3"4"0,1 5 0,-2 10 0,1 7-187,1 7 0,0 13 1,6 10-1,-2 7-49,1 8 0,4 8 0,5 17 0,6 2-200,3 0 1,-6-32 0,1 0 0,1-3 0,-1-2 0,2 4 0,-1 0-456,0 1 1,0-1 0,-2-5 0,1-1 0,7 35 0,0-8-311,-1-8 1,-1 1 0,-1-16 771,-3-9 0,-1-12 0,1-23 0,-5-10 0,-5-6 0,-5-8 0,-5-9 0,-4-3 0,-2-16 0,-7-2 0,-1-14 0</inkml:trace>
  <inkml:trace contextRef="#ctx0" brushRef="#br0" timeOffset="34">23663 14460 8026,'-21'-69'2,"0"-5"0,0-10 1,5 11-1,1-2 118,-1 2 1,2-1-1,4 10 1,4 4 181,5 4 0,1 6 0,0 8 0,1 5-155,5 4 1,2 3 0,8 4 0,0 5 49,-1 4 1,6 8-1,2 4 1,0 3-328,0 2 0,5 7 1,-2 3-1,3 6-102,3 5 1,5-2-1,-1 7 1,-3 1-16,-5-3 0,0 4 0,-5-5 1,-2 1 213,-4 4 1,-4 0-1,-13 0 1,0-4 123,0-1 1,-14 5 0,-7-2-1,-7 4-22,-4 1 0,-6-6 0,-2-2 0,-2-2-236,0-1 1,9 0 0,1-10-1,10-5-1590,4-3 1757,9-2 0,2-7 0,7-2 0</inkml:trace>
  <inkml:trace contextRef="#ctx0" brushRef="#br0" timeOffset="35">24622 12920 8026,'-2'-14'0,"-3"4"0,-5 6 596,-4 8 1,-2 11-1,0 13 1,-1 7 301,-4 7 0,2 17 0,-6 13 1,2 12-724,13-37 1,1 0 0,1 2 0,1 0-1,1-1 1,1 0 0,2 0 0,3 0-351,0-1 1,3 0-1,3 1 1,4-1-1,16 33 1,5-5-307,6-3 0,3-6 0,9-8 0,2-8-410,1-6 0,-1-7 0,-7-11 0,-6-5-1346,-5-4 2237,2 6 0,-17-5 0,4 4 0</inkml:trace>
  <inkml:trace contextRef="#ctx0" brushRef="#br0" timeOffset="36">24889 13407 8026,'-15'-10'171,"-1"-1"0,6 8 1052,-1-2 0,8 1-1058,-3-1 0,12 3 0,6-3 0,5 3-58,4 2 1,7-2 0,-2-1 0,4-2-109,2 1 1,4 2-1,3 2 1,-1 0-174,1 0 0,-3 2 0,-4 2 0,-3 3-32,-2 1 1,-5 3-1,-6 5 1,0-1 119,-1 1 1,-6 7-1,-4 3 1,-5 4 75,-5 1 1,-5 0 0,-11 3-1,-5 1 209,-4 1 1,-7 1 0,0-6 0,2-1 192,2-4 1,2-1 0,1-8 0,6 1 163,8-4 0,2-2-631,9 4 0,1-6 1,11-1-1,9-2-70,8-4 1,8-1-1,5-2 1,4 0-162,5 0 1,5-2 0,-1-1 0,-1-4-466,2-2 0,-2 6 1,-6-3-1,-2 5-332,-3 1 0,-7 0 1103,-4 0 0,-8-7 0,4-2 0</inkml:trace>
  <inkml:trace contextRef="#ctx0" brushRef="#br0" timeOffset="37">24889 13643 8026,'16'0'1271,"2"0"1,4 2-1051,10 3 0,6-3 0,11 3 0,4-3-356,4-2 1,10 0 0,1 0 0,-2 0-235,-1 0 0,-4 0 0,-3 0 369,-6 0 0,-10 0 0,-4 0 0</inkml:trace>
  <inkml:trace contextRef="#ctx0" brushRef="#br0" timeOffset="38">25896 12983 8026,'0'16'723,"0"-1"1,1 8 0,3 5-1,3 7-380,2 7 0,-1 10 0,5 8 0,-3 4-213,2 4 1,2 11-1,2-4 1,-2-2-251,-3-1 1,2 0 0,-2-10-1,1-6-299,-1-5 0,3-13 0,-6-4 0,3-8-1139,-1-4 0,-6-1 1558,1-5 0,-3-14 0,-2-4 0</inkml:trace>
  <inkml:trace contextRef="#ctx0" brushRef="#br0" timeOffset="39">26147 12873 8026,'-7'-9'745,"-3"4"0,1 5 0,0 7 0,2 7-9,4 5 0,1 11 0,2 1 0,0 9-401,0 6 0,5 6 0,4 4 0,3 3-563,6 6 1,8 10 0,0 0 0,2 2-117,-2-5 1,9-1 0,-3-1 0,1-2-303,0-3 0,-1 0 0,-3-15 0,-3-3-3407,-5-3 4053,-3-9 0,-2 3 0,-1-6 0</inkml:trace>
  <inkml:trace contextRef="#ctx0" brushRef="#br0" timeOffset="40">26650 13360 8026,'-7'-9'1070,"4"1"278,-8 2 0,1 3-1035,-6-8 1,6 3-1,1-4 32,2 1 1,2 1-296,5-6 1,0 0 0,2 0 0,3 2-376,5 4 1,6-2 0,3 5 0,4 0-29,1 0 1,3 2 0,4 5 0,0 0-98,1 0 0,-1 7 0,3 3 0,-1 6 150,-2 5 0,2 1 0,-10 6 0,0-1 101,0 0 1,-4 8-1,-9 0 1,-5-3 377,-3-4 0,-4-2 0,-3 4 0,-7-2 209,-7-2 0,-4-7 0,-7 4 1,1-4-192,-5-3 1,-6 3 0,4-10 0,1 1-509,1 0 1,10-6 0,3 1 310,4-3 0,8-9 0,2-2 0</inkml:trace>
  <inkml:trace contextRef="#ctx0" brushRef="#br0" timeOffset="41">27295 13234 8112,'-16'-8'0,"1"1"824,-1 0 1,-5 5 0,0-3-1,2 3-41,1 2 1,-3 0-1,0 0 1,0 3-661,-1 8 1,4 1-1,-3 14 1,5 2-67,6 2 0,-2 7 0,7 3 0,1 2-635,2 1 0,15 5 0,4-12 0,4-3-519,2-5 1,5-5 0,0-7 0,5-2-167,3-4 1,6-3 1262,-5-7 0,7-7 0,-4-1 0</inkml:trace>
  <inkml:trace contextRef="#ctx0" brushRef="#br0" timeOffset="42">27232 12669 14876,'33'17'0,"4"2"563,5 2 1,9 12-1,3 1 1,0 2-381,0 3 0,4 8 0,-4 0 0,-2 5-356,-3 9 0,0 4 0,-12 1 0,-4 4-477,-5 4 1,-5 9 0,-9-9 0,-4-4-183,-5-4 0,-6 2 1,-10 0-1,-10-3-1134,-7-6 1,-12-5 1965,-7-6 0,-14 6 0,25-26 0,0 0 0</inkml:trace>
  <inkml:trace contextRef="#ctx0" brushRef="#br0" timeOffset="43">8112 12393 25616,'17'10'109,"-1"-6"25,0 1-144,-1-2 0,1-1 1,0 0-1,-1 3-170,1 6 0,0 1 0,0 0 0,-1-3-89,1-2 1,0 5 0,-1 2 0,1 5-34,0 2 1,0-2 0,-2-13-221,-4 4 1,2-1 0,-5-2-204,2-6 541,-5 10 1852,3-16-1205,-7 12 0,-7-13 0,-4 1-233,-3 2 1,-2 6-1,1 2 1,-1 1-38,0 1 0,0 0 1,1 5-1,-1-2-295,0 3 0,-5-6 0,0 0 0,2-2 93,2 0 0,-4 0 1,0-3-1,2 2 105,1 1 1,1-5-19</inkml:trace>
  <inkml:trace contextRef="#ctx0" brushRef="#br0" timeOffset="44">8112 12654 27321,'17'-1'-375,"15"1"-199,-1-2 25,0-3 0,-1 3 0,-2-3 1,-2 0-16,2-6 0,-5 8 1,-2-8-1,-4 8-396,-1 3 1,-5 0-1018,-1 0 1,-8-11 1976,-2 1 0,-7 13 0,-9 15 0</inkml:trace>
  <inkml:trace contextRef="#ctx0" brushRef="#br0" timeOffset="45">8112 12922 19767,'3'0'4,"27"-2"29,1-5-1,1-2 1,-3 1-60,-2 2 1,2 3 0,-3-1 0,2-1-439,-1 2 1,1-4-1,-6 1 1,1 1 183,0-2 1,-2 5-1,-6-3 260,1 3 0,-5 1 105,-1-5 1,-5 5 84,6-5 1,-9 5-107,-2 1 1,-7 5-1,-9 0 1,-2-1-59,-3-3 0,2 1 1,-7 2-1,-2 1-401,-2-2 1,-3 10 0,-2-1 0,-3 0 169,-2 2 1,3-5 0,-3 1 0,1 3 83,17-5 53</inkml:trace>
  <inkml:trace contextRef="#ctx0" brushRef="#br0" timeOffset="46">8112 12985 13118,'5'-2'-20,"35"-14"-115,-9 0 1,3 1-103,-1-1 1,-2-5 0,1 0 0,-1 0-133,1-2 0,-6 11 1,-2-3-1,-1 2-160,-4 5 1,-1-5-1,-3 8-83,1 2 1,-7 8 0,-6 7-493,-6 7 1104,-6-1 0,-7 4 0,1-6 0</inkml:trace>
  <inkml:trace contextRef="#ctx0" brushRef="#br0" timeOffset="47">3239 13109 7823,'-7'17'1341,"6"-3"0,1-23 0,10-6 1,4-12-1161,2-7 1,-1-8 0,3-13 0,1-6-287,2-5 0,5-9 0,-3-2 0,0-7-17,-12 40 0,0-1 0,0-5 1,-1 1-1,-1 3 0,-2 1 1,1-1-1,0 1-56,0-2 1,0 1 0,2-36 0,-1 0 0,-2 5 71,-4 13 1,-1 11 0,-2 27 0,-2 7 362,-3 7 0,-5 15 0,-11 16 0,-6 15 298,-2 9 1,-1 15 0,0 21 0,16-36-1,0 1-383,0 2 1,0 2-1,1 4 1,0-1-1,5-4 1,0 1-1,1 0 1,1 1-132,0-2 0,1-1 1,1 3-1,1 0 1,5 31-1,3-1-248,6 1 0,2 0 0,3-15 1,2-6-342,3-3 0,-4-3 1,4-10-1,-3-4 51,-3-8 0,6-10 1,0-2-1,-2-7 227,-1-6 0,-2 1 1,-1-4-1,1-5 119,0-6 1,-2-8 0,-2-5 0,-2-2 176,3 4 0,-5-14 0,1 7 0,0-4 201,0 2 0,-4-7 1,4 4-201,-2-2 1,3 12 312,-5 5 0,6 12 1,-6 4-81,-1 9 1,3 12 0,0 5 0,-1 4-13,1 1 1,6-3 0,-3 2-1,2 1-89,-1-3 1,3 0 0,-4-12-274,4-7 1,2 0-1,0-4 1,0-3-40,-1-6 0,-1-8 1,-2-11-1,-1-5-30,1 0 0,-5-7 1,-2-7-1,-3-1-139,-2 1 0,0-2 1,0 6-1,-2 1 258,-3 4 1,-5-7-1,-10 10 1,-1 4 216,2 8 0,-3 4 0,1 11 0,1 6 356,3 11 1,-2 14 0,-1 12 0,5 4-77,1 5 0,-2 2 0,11-6 0,1-3-251,3-5 1,2 1-1,3-3 1,3-5-379,2-8 1,6-6 0,8-5 0,0-6-301,-1-3 0,6-9 1,-1-6-1,0-4-78,0-4 1,2-11 0,-4 5 0,1-1 175,0-2 0,-7 2 1,2-2-1,-3 2 318,-2 0 0,-1 2 1,1 10 338,0 1 0,0 1 1,-1 3 283,1 6 0,-2 5 0,-2 5 1,-1 6-160,1 3 0,-3 7 0,1 1 0,1 1-72,-3 0 0,6 0 0,-3-6 1,3-1-477,1-8 1,1 1-1,2-4-298,3-1 1,1-4 0,5-7 70,-7-9 1,-4-6 0,-5-10 0,-6-1 110,-3-4 1,-2 4 0,-2-5-1,-2 1 332,-1 0 1,-12-3 0,-1 7 0,-3 5 293,-1 4 1,-6 8 0,1 7-1,-2 2 85,-3 4 1,8 1 0,1 7 0,2 7-135,0 9 1,5 11 0,8-6 0,1 4-150,3 1 0,9 6 0,8-1 0,6 1-387,7 1 1,6-4 0,4 6-1,4 0-444,1 2 0,-1 7 1,-5-6-1,1 6-13,-1 4 1,-7 3 0,-3 0 0,-2 6 388,-4 3 1,-4 3 0,-4-2 0,-6-3 666,-3-2 1,-9 1 0,-5-13 0,-6-6-284,-3-3 1,-7-5-1,2-7 1,-4-5 1057,-1-6 0,-6-4 0,-1-13 0,-1-2-770,1-3 0,7-11 0,6-12 1,2-7-1396,4-7 0,9-9 0,4-4 1030,5-7 0,8 3 0,1-11 0</inkml:trace>
  <inkml:trace contextRef="#ctx0" brushRef="#br0" timeOffset="48">5157 12590 7952,'0'-21'0,"0"-2"0,0 4 0,0 7 316,0 14 1,0 15 0,0 15 0,0 9 526,0 12 0,0 29 1,2 2-1,0-39 1,1 1-671,2-2 0,1 2 0,1 11 0,0 2 0,1-3 0,1 1 0,1 0 0,0 0-254,0-2 1,1 0 0,-1-8 0,1 0 0,-3-1 0,1-1 0,8 32-440,-1-11 0,3-8 1,-8-16-1,1-8-638,-1-6 1,1-14 724,-7-14 0,0-10 0,-5-18 0,-1-12 145,-5-9 1,-1-17 0,-5-3 0,2-6 62,-3-3 1,1 4 0,-2 3 0,0 1 354,-3-9 1,-1-3 0,4 5 0,0 2 152,-3 0 1,3-3-1,3 10 1,1 3 140,1 6 1,-3-1 0,7 11 0,1 9 6,2 12 0,2 4 0,0 3-50,0 2 0,2 1 1,3 4-1,6 4-264,3 4 1,2 6 0,1 7-1,2 6-124,2 1 0,6 17 0,-5-3 1,1 9-94,0 6 1,3 8-1,-5 1 1,-2-1-54,-2-2 0,-3-2 1,-1 0-1,-5 0-239,-1 0 1,-1-6 0,-8-5 0,-3-2 149,-6-3 0,-3-1 0,-3-6 0,-2-6-204,-2-6 0,-6-3 0,6 1 109,2-5 0,2-17 0,3-7 337,3-4 0,4-14 0,7 4 0</inkml:trace>
  <inkml:trace contextRef="#ctx0" brushRef="#br0" timeOffset="49">5771 12166 8664,'-16'0'0,"2"1"1294,3 5 0,-2 2 0,4 8 0,-2 1-634,1 4 0,-1 11 0,-4 12 0,1 6-313,3 8 1,-1 5 0,7 5 0,1 5-346,2 4 0,2 12 1,1-44-1,0 1 1,1 0-1,1 0-525,2 4 0,1-2 1,8 22-1,2-2 0,1-8-47,4-6 0,2-7 0,6-9 1,1-5 569,3-6 0,9 13 0,-2-14 0</inkml:trace>
  <inkml:trace contextRef="#ctx0" brushRef="#br0" timeOffset="50">5912 12731 8399,'-9'-15'522,"-5"6"0,11 2 0,-6 5 1,1-1 33,-1-2 0,5-2 0,1 3 0,6-3-758,8-2 0,3 1 0,3-5 0,4 3-417,5-2 1,-1 5 0,-1 1 0,1 3-60,-1-2 0,-5 3 0,4 0 383,0 11 1,-6 1 0,3 13-1,-8 2 586,-7 6 0,-3 0 0,-2 8 0,0-1 287,0 4 1,-7 2 0,-4 1 0,-3-1-34,-1 0 1,-1 3 0,0-12-315,0-6 1,2-4 451,4-9-683,3-8 0,14-22 0,2-12 0</inkml:trace>
  <inkml:trace contextRef="#ctx0" brushRef="#br0" timeOffset="51">6337 12496 7868,'-7'-16'552,"3"7"0,-6 4 0,-3 3 591,0 2 1,-1 2 0,0 5 0,1 7-457,1 5 1,-9 9 0,7 2 0,0 6-489,0 6 1,-2 13 0,11-8 0,2 3-522,1 4 0,2-6 0,4 1 0,4-8-979,8-2 0,5-9 0,2-10 0,5-4 198,1-5 1,6-6 0,-9-10 0,4-4 1102,2 0 0,6-19 0,2 2 0</inkml:trace>
  <inkml:trace contextRef="#ctx0" brushRef="#br0" timeOffset="52">8491 15749 8278,'-16'-21'25,"0"0"1,1 0-1,-1 6 1,0-1-1,0 0 1,1 1-1,-1-1 1,2 0-1,2 0 1,3 1 97,2-1 0,0 0-540,2 0 388,3 8 0,-5 8 1,7 14-1,0 8 272,0 10 1,-5 15 0,0 2 0,1 5 29,2 5 0,2 13 0,0 5 0,0 1 28,0 5 1,6 4 0,-1-2 0,-2 1-187,-1 0 0,0-42 0,1 1 0,3 40 1,-1-1-57,2-4 1,-4 6 0,6-13-1,0-3-193,-1-3 0,1-12 1,3-2-1,-1-6-23,1-5 1,0-4-1,1-8 1,-3-4-689,2-5 1,-3-10 0,1-6-770,3-3 1614,1-9 0,8-16 0,3-10 0</inkml:trace>
  <inkml:trace contextRef="#ctx0" brushRef="#br0" timeOffset="53">8003 15341 8160,'13'-23'0,"2"-3"0,4 3 0,16 4 301,7 7 76,7-2 1,28 12 0,7-3 0,-39 3 0,1 2-206,1 0 1,0 0 0,6 0 0,1 0 0,1 0 0,2 0 0,1 0 0,1 2-199,1 0 1,2 1 0,0-2 0,0 0 0,3 1 0,1 1 0,2-2 0,0 0-2086,2-1 1,2 0 2066,9 0 1,0 0 0,-8 0 0,1 0 0,8 0 0,2 0 40,-2 0 1,0 0 0,7-3 0,0 0 0,-29 1 0,-1 0 0,0-1 0,2 1 0,-1 0 0,1-1-29,2 1 1,-1 0-1,2-1 1,2 1 0,0-1-1,1 1 1,0 1 0,1 0-1,0 0 1,0-1 0,1 0-1,0 1 48,2-1 0,0 1 0,2 0 1,5-1-1,1 0 0,-1-1 0,-1 1 1,0 1-1,0-1 0,1 0 1,0 1-1,0-1 23,-1-1 1,0 1 0,1 0-1,6 1 1,0 1 0,0-1 0,-1-1-1,1 0 1,-1 1 0,0-1-1,0 1 1,1 0-40,1 0 1,1-1-1,-1 0 1,3 1 0,-1 0-1,1 0 1,-1-2-1,0 0 1,1 0 0,-1 0-1,0 1 1,1 0 13,-2 0 1,-1 1 0,2 0 0,-18 0 0,0 1-1,1-1 1,-2 0 0,18 0 0,0 0 0,-1-1-1,2 1 1,1-1 0,-1 0-32,-1 1 1,0 0 0,1 0 0,-20 0 0,2 1 0,-1-1 0,0 1 0,19-1 0,0 1-1,-1-1 1,0 0 0,-2 0 0,1 0-4,2-1 1,-1 0 0,0 0 0,-2 0 0,-1 0 0,0 1 0,-1 1 0,0 0-1,0 0 1,-1 0 0,-1 0 0,0 0 10,-3 0 0,0 0 0,0 0 1,4 0-1,0 0 0,-2 0 1,-9 0-1,-2 0 0,0 0 1,1 0-1,0 1 0,-1 0-62,-2 0 1,0 1 0,0 0 0,2 0 0,1 0 0,-2 1 0,-6 1 0,0 0 0,-1 0 0,0 0 0,0-1 0,0 1 76,0 0 1,0 0-1,0 0 1,24 0 0,-1 1-1,-3 0 1,-1 0 0,-3 1-1,-1-1 88,-4-1 1,1 0-1,5 3 1,-1-1 0,-3-3-1,-2 1 1,-1-1 0,-1 1-123,0-1 0,-1 1 0,-3 1 0,-1 0 0,-2-1 0,0-1 0,-1 1 0,0-1 48,1 1 0,-1-1 0,-1 1 1,-2-1-1,-5-1 0,-1 0 1,-2 0-1,-2 1-119,-2-2 0,-1 1 1,0 2-1,-1-1 1,35 4-1,-9 0 384,-9 0 0,-7 0 0,-7-3 0,-2 3-305,-3 1 1,-1-4 0,-7 3 0,3-2 350,-2 0 0,5 6 0,2-6 0,5 0-323,6 2 0,1-5 0,5 3 0,-1-3 145,1-2 1,3 0 0,0 0-1,1 0-115,0 0 0,-2-5 0,-1 0 1,-4-1 212,-2-1 1,-7 4-1,-7-6 1,-1 2 8,-5 4 1,-6 1 0,-3 2 0,-2 0 26,-4 0 1,-2 0 0,-3 2-351,-3 3 1,-4 4-1,-6 6 1,3 1 7,1 0 1,0-1 0,-5 1-1,0 0-101,0 0 0,-5-1 0,0 1 0,0-2 14,-2-3 1,3 2 301,-6-2 1,5 1 0,-4 0 0,2-1 20,3 1 1,-3 4 0,0 5 0,-1 5 1,-5 4 1,5 3-1,-1 4 1,0 4-7,0 5 1,1 8-1,-3 4 1,4 3-164,0 2 1,6 5 0,-6 0 0,1-2-217,1-1 0,0-4 0,5-2 0,0-3-141,0-2 0,-5-1 0,-2-6 0,-2-2-148,-3-3 0,-4 2 1,-5-6 489,-5 2 0,-11 2 0,-3 6 0</inkml:trace>
  <inkml:trace contextRef="#ctx0" brushRef="#br0" timeOffset="54">8161 17070 8275,'-14'1'0,"3"5"36,4-5 1,7 8-1,2-5 1,3 3-1,7-1 1,8 1-1,9-3 1,10-2 0,10-4-1,6-2 206,10-1 0,3-7 0,11 3 0,-1-1-237,3-1 1,-33 7-1,2 0 1,-5-3 0,0 1-1,4 2 1,0 0-32,1 0 0,2 1 0,5-3 0,1 1 0,-1 2 0,-1-1 0,2 0 0,0-1-86,2-1 0,0 0 0,4 2 0,0-1 0,4 1 0,0 0 0,1-1 0,0 1 146,-1 0 1,2-1 0,14 1 0,2 0 0,-6-2 0,0-1 0,6 2 0,1 0-73,-26 1 1,0 0 0,1 0-1,-1 0 1,0-1 0,0 1-1,3 0 1,0 0 0,0 0 0,2 1-1,0-1 1,1 1 87,3-1 1,1 0 0,0-1-1,3 1 1,0-1 0,0 1-1,-3-1 1,0 0 0,0 1 0,0-1-1,1 1 1,0 0-33,0 0 0,0 1 0,0 0 0,3 1 0,1 0 0,-1 1 0,-2-2 0,-1 0 0,1 0 0,0 0 0,0 1 0,-1 0 4,1 0 0,0 1 0,0 0 0,-1 1 0,1-1 1,-2 1-1,-1-1 0,-1 1 0,0-1 0,0 0 0,0 0 1,-1-1-38,2 1 0,0-1 0,0 0 0,3 0 0,0 0 0,-1 1 0,-3 0 0,-2 2 0,0-1 0,0 0 0,0 1 0,0 0-6,-1 0 0,-1 1 0,1 0 1,5-1-1,1 0 0,-1 0 0,-3 2 1,0 0-1,0 0 0,1 0 1,0 0-1,1 0-1,-1 0 0,1 0 0,0 0 0,3-2 0,0 0 0,0 0 0,-3 1 0,-1 1 1,0-1-1,0 0 0,0 0 0,1-1-1,0 1 0,0-1 1,1 2-1,3 0 1,1 1-1,0-1 1,-5 0-1,0-1 1,-1 0-1,1 0 1,-1 1-1,0-1 13,-1 0 0,0 0 0,1 1 1,5 0-1,1 1 0,-1-1 0,-4 0 1,-2-1-1,0 0 0,1 1 1,-1 0-1,0 0 11,-1 1 0,0 0 0,0 0 0,-3-1 0,0 0 1,0 0-1,-2 0 0,1 1 0,-1 0 0,-1-1 1,1 2-1,0-1 18,0 0 0,-1 1 0,1 0 0,0 0 0,0-1 1,-1 1-1,27 1 0,-1 0 0,0-1 0,-1 0 41,-3 1 1,0 1 0,3-1 0,1 0 0,-2 0 0,1 0 0,0-1 0,-1-1 11,0-1 0,0 1 1,-5 1-1,0 0 0,2-2 1,1 0-1,-2-1 1,0 1-150,0 1 0,0-1 0,3-2 0,-2 0 1,-1 1-1,-1 1 0,-2-1 0,0-1 101,-3 2 0,0 0 0,5-3 0,-1 1 0,-8 2 0,-1 0 0,0-2 0,-2-1-87,1 0 0,-1 0 1,-8 0-1,-2 0 1,1 1-1,-1 0 1,-4 1-1,-1 0 28,-2 0 0,-1 1 0,-3 0 1,-1-1-1,36-2 0,-7 0-24,-7 0 0,-10 0 0,-6 0 1,-4 0 93,-7 0 1,-2 0 0,-8 0 0,-1 0-164,-4 0 1,-1 0-1,-6 0 176,2 0 1,0 0-585,-5 0 0,-15 0 0,-6 0 0,-7 0 759,-4 0 1,-14 7 0,-3 2-1</inkml:trace>
  <inkml:trace contextRef="#ctx0" brushRef="#br0" timeOffset="55">23066 15624 9156,'0'-30'0,"0"2"-171,0 2 1,1 6 0,3 0 0,1 2 562,-1 2 0,3 1 1,0-1-155,1 0 0,3 2-700,5 4 0,-3 1 424,-2 4 1,1 5 0,-7 0 0,-1 10 23,-2 9 1,-2 6 0,0 6 0,0 3 152,0 2 0,0 4 1,0 9-1,0 4 121,0 4 0,5 3 0,2 1 0,2-2 116,3 1 0,2 9 0,2-6 0,-1 2-330,1 0 0,5 3 0,0 1 0,-2 1-131,-1 0 1,3-2-1,0-5 1,-4-2-7,-5-3 0,0 3 1,-6-5-1,-3 0-347,-1-4 0,-2-5 1,0-5-1,-2-5 149,-3-4 0,-2-8 0,-5-6 194,1-7 1,6-5 0,-4-9 0,1-3 68,-1-5 0,5-11 0,-1-7 0,2-7 46,-3-7 0,3-4 1,-8-2-1,1-3 32,1-2 1,-5-1-1,4 2 1,-4-4-62,-2 0 1,0-8 0,1 4 0,-1 1-205,0-2 0,0 0 0,1-4 1,-1 0 97,0 2 0,6-1 0,-1 10 0,1 0 198,1-1 0,0 0 0,6 6 1,-2 5 76,1 4 1,2 3-1,1 7 1,-3 4 261,-1 5 1,-2 6-238,2 4 1,1 8 0,-5 13-39,2 11 0,2 9 1,3 6-1,-1 5 13,-2-1 0,-1 12 1,6 0-1,0 8-31,0 3 1,0 0 0,0-1 0,0 3 11,0 3 1,7-8 0,4 2 0,3 0-132,2-1 0,1-5 0,2-4 0,4-5-900,1-5 1,3-5-1,4-11 1,1-5 889,-1-4 0,0-1 0,1 0 0</inkml:trace>
  <inkml:trace contextRef="#ctx0" brushRef="#br0" timeOffset="56">8223 15513 8673,'-8'-15'0,"2"-1"0,5 0 0,1 1 0,1 1 0,5 1 136,4 3 1,4 1-1,4-1 1,3 3 65,5 0 0,10 5 1,6-3-1,4 3-384,1 2 1,11 0 0,5 0-1,3 0-9,6 0 0,11 0 1,-1 0-1,6 0 127,-43 0 0,1 0 1,7-2-1,0-1 1,-1 0-1,-1 1 1,3 0-1,1 0-32,1 1 0,1 0 0,5-1 0,0-1 1,0 0-1,0-1 0,2 1 0,0-1 151,3 1 0,0-1 1,1-1-1,1 0 1,1 1-1,1 1 1,0-1-1,0 1 21,0-1 1,1 1 0,9-3 0,2 1 0,-4 2 0,-1-1 0,2 1 0,1-1-64,0 1 0,0-1 1,-21 2-1,0-1 1,0 1-1,26 1 1,0-1-1,1-1 1,2-1 53,-28 1 1,0 0-1,0 0 1,0 2-1,0 0 1,1 0-1,1-2 1,1 1-1,-1 0 1,1 0 0,-1 0-1,1 0-60,-1 1 1,0-1-1,1 0 1,7-1 0,2-1-1,-2 1 1,-5 1 0,0 0-1,-1 0 1,2 1 0,0-1-1,0 0-153,0 0 1,-1-1 0,0 1-1,5 1 1,0 1 0,-1-1-1,-2 0 1,-1-1 0,1 0-1,0 1 1,1 0 0,0 0 125,1-1 1,0 0 0,1 0 0,0 2 0,0-1 0,-2 1 0,-3-2 0,-1 0 0,0 0 0,0 1 0,-1 0 0,1 0-72,-1-1 0,0 0 0,0 1 0,4 0 0,1 1 1,-1-1-1,-7-1 0,0 0 0,0 1 0,1 0 1,0 0-1,-1 1 27,-1 0 0,0 0 0,0 0 0,3 0 0,1 0 0,0 0 0,25 0 1,0 0-1,-2 0 0,0 0 125,1 0 1,1 0-1,-29 1 1,0 1 0,0 0-1,-1 0 1,1 1 0,-1-1-1,29 2 1,0-1-42,0 0 1,-1 1 0,-26 0-1,1-1 1,0 1 0,1-2-1,0 0 1,0 1 0,1-1-1,0 0 1,0 1-51,1-1 0,1 0 0,-1 1 0,-1 0 0,0 1 0,0-1 0,1 0 0,1-1 0,-1 0 0,-2 1 0,1 0 0,-1 0-99,2 1 1,-1 0 0,1 0-1,0 0 1,1 0 0,-1 0-1,-3 0 1,1 1 0,-1-2-1,-2 1 1,1-1 0,-1-1 27,27 2 0,-1-1 1,-27 1-1,1-1 0,-1 1 1,28-1-1,-1 1 1,0-1-1,0 1 112,-4-1 1,0 1-1,0 1 1,0 0-1,-6-1 1,-2-1-1,0 1 1,-1-1 69,1 1 0,-1-1 0,-3 1 1,-1-1-1,-1-1 0,-1 0 1,-1 1-1,-1 1-58,-3 0 0,0 0 0,0 0 0,0 1 1,-4 2-1,-1 0 0,0-1 0,-2 0-2,-1 0 1,-1 0 0,-1 6-1,1-1 1,-4-3 0,-1 0 0,-1 1-1,-1 1-21,-2 1 0,-1 1 0,3-2 0,-1 1 0,29 13 0,-5-3 0,-2 0 0</inkml:trace>
  <inkml:trace contextRef="#ctx0" brushRef="#br0" timeOffset="57">12626 15529 16085,'-53'-40'-355,"1"3"0,-6 6 0,1 3 0,-4 4 0,-9 3 0,-2 5 0,-8 5 0,-2 4 336,-4 4 1,37 2 0,-2 0-1,2 1 1,-1 0 0,-1 1 0,-1 0-460,-3 1 0,0 1-223,-1 1 0,0 1 1,-2 2-1,-1 2 1,-1-2-1,1 1 1</inkml:trace>
  <inkml:trace contextRef="#ctx0" brushRef="#br0" timeOffset="58">10079 15498 11346,'-64'12'58,"0"0"1,0 0 0,-1-1 0,0 0 0,1 1-44,1 0 0,2 2 0,-3 1 0,2 1 0,2 2 0,1 1 0,-1 1 0,1 2 62,1 0 0,1 1 1,2 0-1,2 1 0,1 1 1,1 1-1,2 1 0,1 0-44,1 1 1,2 2 0,3 2 0,2 0 0,5-3 0,2 0 0,-29 30-54,10-1 1,7 8 0,15-3 0,5 2 148,10 0 0,6-3 0,11 5 0,5 3-233,8 3 0,15 2 0,12-9 0,5 3 75,6-3 1,-23-33-1,3-1 1,4-1 0,2 0-1,3 0 1,0 0-79,2-2 0,1-1 0,9-1 1,1-1-1,-2-4 0,0-1 0,5-1 1,1-1 114,5-2 0,0-1 0,0 1 0,1-1 0,5-5 0,2-1 0,1 0 0,0-1-54,1 0 1,1 0 0,4-4 0,1 0 0,-2 0-1,-1-1 1,1 0 0,0-1 71,-1-1 0,1-1 1,4 1-1,-1-2 1,-3 0-1,-1-2 0,1 0 1,0-1-6,-1-1 1,1-2 0,1-4 0,-1-1-1,-3-2 1,-1-1 0,-1 0 0,1-1-13,-3-1 1,1 0 0,1 0 0,-1-1 0,-5-1 0,-1-1 0,0-1 0,0-1 47,1-2 0,-3 0 0,-5-1 0,0-1 0,2 0 0,0-2 0,-3-1 1,-1-2 50,-1 0 1,-2-1 0,-1 0 0,-1-1 0,-6 0-1,-1 0 1,-2-1 0,-1 1-56,-1 1 1,-1-1 0,1-6 0,-2-1 0,-4 4-1,-2 0 1,0 0 0,-1-1-71,-2 0 1,-1 0 0,-1 0-1,-3-1 1,15-33 0,-9 0-100,-8 0 1,-7-10 0,-6 1 0,-6 1-134,-8 3 1,-13 0-1,-15 6 1,-10 3 83,-8 2 1,-13 2-1,26 32 1,-1 1 0,-3 1-1,0 0 106,-3 1 1,-1 0-1,-5-2 1,-2 0-1,-1 3 1,-2 2-1,-2 0 1,-1 1 80,-1 0 1,-1 2 0,-4 3 0,-1 1 0,-4-2 0,0 1 0,-1 2 0,0 1-35,-3 1 0,-1 2 0,-6 0 0,-1 3 0,1 2 0,0 3 0,-2 1 0,-1 1-95,1 0 0,0 2 1,-4 6-1,-1 4 1,6 2-1,0 2 107,-4 4 0,0 3 0,2-1 0,0 1 0,0 2 0,0 2 0</inkml:trace>
  <inkml:trace contextRef="#ctx0" brushRef="#br0" timeOffset="59">21320 15781 8460,'-5'-11'0,"0"1"0,-7 4 0,1-4 179,-3-2 1,-1 3 0,-1-1-1,-2-1 1,-1 1-38,-2-1 1,-5 2 0,3-3-1,-1 2-68,-4-3 1,-2 5-1,-1-3 1,-1 1 48,1 1 1,-6-3 0,-1 5-1,-1 0-4,1 0 0,-6-4 0,0 6 0,-4 0-24,-5-2 1,-1 3 0,2-4 0,-6 1-44,-3 3 0,0-3 0,-1 2 0,1 2-109,-3 1 1,-1 2 0,6 0 0,3-2 0,2-3 0,-2 3 1,7-5-1,3 2 84,1 0 0,5-2 0,-2 3 0,0-1 11,2 1 0,1 3 0,6 1 0,-2 0 18,-2 0 1,1 1-1,3 5 1,-2 2-27,-2 1 1,0 5 0,6-3-1,1 2 7,4 3 1,-4 0-1,6 0 1,-1-1 1,4 1 1,-1-2 0,1-2 0,1-1-15,3 1 0,1 2 0,1 2 24,-1-1 0,0-1 0,2-1 0,2-3-136,1 2 1,1 2 0,-4 2-1,2 0-6,1-1 1,1 6 0,-4 2 0,2 0 43,1-1 1,1 5-1,-4-5 1,1 1 62,3 0 1,5 3-1,-4-3 1,0-1 21,0 1 0,6 3 0,-4-3 0,2 0 38,0-1 1,-1 1-1,6-4 1,2 4 138,3 1 1,2 1 0,5 3 0,-1-2-48,1 2 1,2-4 0,2 3-1,0-1-94,-1-2 0,1 6 1,2-6-1,1 3-99,2-1 1,1-5 0,-2 3-1,2-1 46,3-4 0,1 4 1,5-2-1,1-2 2,-1-2 1,6-1 0,1 0 0,3 0 44,2-1 0,3 1 0,3-2 0,1-2-53,3-1 0,-1-6 0,-3 4 0,2-2-4,1-4 1,8-1-1,-5-2 1,3 0 18,0 0 1,-2 0 0,3 0 0,-3 0-25,-2 0 1,9 0-1,-4 0 1,1 0 104,1 0 0,-2 0 0,1 0 1,-3-2-150,3-3 1,-1 3 0,1-3 0,-5 1-15,0-1 1,2 3-1,-4-4 1,-4 0 24,-6 1 0,6-5 0,-5 3 0,-2 0-37,-2 0 0,2-6 0,-4 3 0,1-2 74,-1 1 0,-1-3 0,-6 4 0,-1-2 87,-4 1 0,4-3 0,-6 5 0,3-1-68,-1-1 0,-5 3 0,3-5 1,1 3-11,-1-2 0,-5 3 0,4-1 0,-2-3-51,0-1 1,0-1 0,-7-3 0,-2-1 9,-1-2 0,-1-5 0,4 3 0,-3-1 49,-6-4 0,2-2 0,-2 0 1,-1 2 66,-3 2 0,-8 0 1,-5-4-1,-5 2-51,-4 2 0,-6 2 1,5-4-1,-3 3-59,-3 3 0,-3-6 1,-2 1-1,-2-1-84,0 2 0,5-7 1,-7 5-1,4 0-164,2-1 0,5-1 0,-1 0 0,-1 4 35,-1 5 0,-1-2 1,0 2-1,1 4-186,-5 5 1,-2-1 0,-1 8 0,-5 2-2867,-3 1 3282,-9 9 0,-2 2 0,-7 6 0</inkml:trace>
  <inkml:trace contextRef="#ctx0" brushRef="#br0" timeOffset="60">17453 15624 7852,'-16'0'0,"0"-2"0,0-2 0,1-3 0,-3 0 0,-1 0 378,-2 4 1,-5-4 0,3 2 0,-1 1 225,-4 2 0,-2 2 1,-1 0-1,-1 0-265,1 0 0,-2 0 0,-2 0 0,-4 2-120,-1 3 0,0-3 0,-4 5 0,2-2-46,-1 1 1,-6-1 0,-2-3 0,4 1-94,1 2 1,-8 2-1,5-3 1,-3 3 31,-2 1 1,3-2 0,6 4 0,-1 2-127,-3 2 0,-1-3 0,4-1 0,3 3-23,1 1 1,1 0 0,-2-2-1,3-2 68,1 2 1,2-3 0,6 0 0,1 0-97,4-1 1,-2-2 0,5 2 0,1 1 74,-1 0 1,-3-4 0,5 4 0,2 0-1,1-1 1,2 1 0,-1 3-1,-2-1-5,-2 1 0,0 4 0,7 3 0,2 2-35,1-2 0,1 0 0,-4 0 0,3 4 13,6 2 1,3 1 0,2 5 0,0 1 1,0-1 0,5 1 0,4 1 0,3 2 24,6 1 1,3 1-1,-2-6 1,4 1 9,1-1 0,1 1 1,3-1-1,0 1-24,5-1 0,0 0 0,9-1 0,0-2-32,-2-2 1,11-1-1,-2 3 1,5-4-14,5-1 0,2 3 0,2-5 1,0-2 30,0-1 0,5-3 0,0-1 0,-1-1 26,-3-3 1,3-6 0,-3 1 0,-1-3-42,4-2 0,-6-2 0,5-2 1,-5-3-19,-1-1 0,4-1 1,-6-3-1,3 1 5,2-1 1,-2-4-1,0-3 1,0-4-165,4-1 1,-4 3 0,-3-5 0,-1-1 183,-1 3 0,-1 1 1,-7 6-1,3-2 94,2-2 0,4-5 1,-4 5-1,-3 1 121,-1 3 0,-3-4 1,-3-2-1,-3 1-73,-1-1 0,-2-3 0,-8 3 0,-1 0-85,-2 0 1,-6-3-1,-1 4 1,-7-1-10,-7 0 0,-3-5 0,-2 2 1,0-4-40,0-1 0,-9-2 0,-5-4 0,-7-3-6,-3 0 0,-8-9 0,-4 5 0,-1-1 34,-1-6 0,-3 9 1,-6-5-1,0 3-67,0 4 1,-2-3 0,-2 8 0,-3 3 14,-2 4 0,4 9 1,-6-2-1,-1 4-151,-2 1 1,-2 2 0,0 3-1,0 6-241,0 3 0,0 4 1,0 3-1,2 6 434,4 3 0,-12 9 0,5 1 0</inkml:trace>
  <inkml:trace contextRef="#ctx0" brushRef="#br0" timeOffset="61">16368 15985 7824,'0'-9'688,"0"2"1,2 9-1,1 3 1,2 8-549,-1 6 0,-1 9 1,1 8-1,1-1-86,-2 0 0,-1 16 0,-2-7 0,0 4-143,0 1 0,-2 2 1,-1-9-1,-2 0-89,1-6 1,2-1 0,4-12-156,3 2 1,-3-6 0,5 0 96,0-7 0,-5-15 0,3-15-285,-3-6 1,-2-4 0,0 7 0,0-7 520,0-7 0,-5 2 0,-1-2 0,3 7 0,-13-9 0,-1 4 0</inkml:trace>
  <inkml:trace contextRef="#ctx0" brushRef="#br0" timeOffset="62">16352 15875 7824,'0'-16'491,"0"8"0,0-1-298,0 4 1,2 3 0,3-5 0,6 2-39,2-1 1,5-6 0,1 3 0,4-1-80,1-1 0,3 6 0,4-4 0,0 1-38,1-1 0,-1 6 0,1-3 0,-3 5-72,-2 1 1,-3 0 0,-5 0-1,2 0-72,-1 0 0,-3 5 1,-1 2-1,-1 1 74,1 5 1,-5 1-1,-3 1 1,-1 1 106,-3 0 0,-2 5 0,-2 0 0,0 1 54,0 6 0,0-7 1,0 13-1,-2-3-87,-3-1 0,3 10 1,-3-9-1,3 1-68,2-4 1,0 7 0,0-4 0,0 2-134,0 0 0,0-3 0,0-2 0,0-4-368,0-1 1,2 0-1,1-4-496,2 2 0,1 0 1023,-6-5 0,-2-8 0,-3-2 0,-4-12 0,-7-2 0</inkml:trace>
  <inkml:trace contextRef="#ctx0" brushRef="#br0" timeOffset="63">16273 16582 7760,'2'14'1801,"3"-3"-1623,6-6 0,8-3 0,4-2 1,0 0 10,-1 0 0,11 0 0,2 0 1,6-2-243,2-3 1,11 1 0,-5-6 0,5 1-636,6 6 0,-6-4 688,-2 7 0,-3-7 0,-1-9 0</inkml:trace>
  <inkml:trace contextRef="#ctx0" brushRef="#br0" timeOffset="64">19418 15954 8840,'0'-16'457,"2"9"0,1 9 1,2 12-221,-1 10 1,3 1-1,-2 2 1,-1 5-54,-3 3 1,5 14 0,-1 0-1,-2 3-160,-1 2 1,3 4 0,1-2 0,-1-2-77,2-5 0,-4 3 1,6-20-1,0-1-217,0-3 0,-4-7 0,4-9-623,-2-1 1,-2-20 0,-5-3 367,0-9 1,-2-6 0,-3-4 0,-4 0 523,0-1 0,-5-5 0,4 1 0,-4 1 0,-2 2 0,0 1 0</inkml:trace>
  <inkml:trace contextRef="#ctx0" brushRef="#br0" timeOffset="65">19387 15891 7824,'0'-9'556,"1"0"0,3 4-97,1-5 1,7 3 0,-1 0 0,4 0-295,6-4 0,-3 2 1,6 1-1,1-1-206,1 0 1,12 4 0,-6-4 0,1 2-161,0 4 1,4-1 0,0 1-1,-2-2 36,-2 1 1,-7 4 0,-2 3 0,-1 4-24,-4 2 0,-1 2 0,-2 4 0,-2 5 216,-4 6 0,-3-3 0,-5 11 0,1 1 93,2-1 0,1 4 0,-8 0 0,-2 1 82,-1-1 1,0 4 0,5-5 0,0-2 39,0-2 1,0-2 0,0 1 0,0-1-439,0 1 1,2-8 0,1-1 0,2 0-327,-1 3 0,3-4 0,-2-1 0,-1-3-532,-3-2 0,-1-1 1053,0 1 0,-7 0 0,-1-1 0</inkml:trace>
  <inkml:trace contextRef="#ctx0" brushRef="#br0" timeOffset="66">19418 16488 7824,'0'10'957,"0"1"0,3-8 0,6 4-714,7 0 0,8-5 0,1 3 0,3-3-69,5-2 1,9 0 0,2 0 0,4 0-97,5 0 0,5-7 0,-4-2 0,0-3-1140,0-4 1062,5 4 0,-17-10 0,4 6 0</inkml:trace>
  <inkml:trace contextRef="#ctx0" brushRef="#br0" timeOffset="67">25251 15922 6999,'0'-16'-188,"0"1"1,0 4 0,0 1 0,-2-1 0,-3 1 0,-5 1 1429,-4 2 1,3 2-1,1 3 1,-3-1-1,-1-3 1,-1 3-1,1 3 141,3 5 1,-1-1-1,5 4 1,0 1-1508,0 0 1,2-4-1627,5 6 1064,0-8 0,5 2 0,2-10-164,2-5 1,-6-10-1,3-1 1,-5 2 491,-1 2 0,-1 6 0,-5 2 0,-6 3 511,-7 2 1,0 2 0,-6 4-1,1 3 74,-1 6 0,4 8 0,-3 5 0,1 4 415,4 6 0,1 6 0,4-4 0,4-1-373,5-2 1,3-6 0,2-3-1,2-1-680,3-4 0,9-8 1,10-6-1,4-5-151,6-6 1,2-11 0,1-13 0,3-6 160,0-4 1,-1-1 0,-8-1 0,-1 6-81,-4 3 0,-5 8 0,-9 4 750,-1 4 1,-9 11 0,-2 12 359,-9 13 0,0 16 0,-1 10 0,-3 11 106,-1 12 0,6 6 1,2 2-1,5 0-513,1-1 1,1 7 0,5-12 0,4-6-799,4-1 0,7-5 1,0-4-1,-2-9-552,-1-5 0,-3-3 0,-1-5 0,-3-1 1128,-6 0 0,-3 1 0,-2-1 0</inkml:trace>
  <inkml:trace contextRef="#ctx0" brushRef="#br0" timeOffset="68">25707 15403 11047,'-14'7'0,"2"4"0,1 5 0,-1 6 0,-2 10 0,-2 8 578,1 5 0,-1 11 0,0 5 0,1 4 5,-1-4 1,7 9 0,4-4-1,3 6-618,2 1 0,7-8 0,5 0 0,8-8-467,6-3 1,3-3 0,5-7 0,1-6-176,1-5 0,8-5 1,-4-14-1,0-3-349,-3-6 1026,-4-3 0,-8-2 0,-3 0 0</inkml:trace>
  <inkml:trace contextRef="#ctx0" brushRef="#br0" timeOffset="69">25911 15938 7824,'2'-14'1428,"3"3"1,4-3-1,9 6-1195,3-1 0,-2 2 0,5 7 0,1 0-212,-1 0 0,2 0 1,6 0-1,1 0-58,4 0 1,-6 0 0,-22 1 25</inkml:trace>
  <inkml:trace contextRef="#ctx0" brushRef="#br0" timeOffset="70">26226 16171 13237,'-14'13'167,"-12"12"142,5-3 1,0 4-1,3-6 1,6-3-113,3 1 1,4-11 0,5 8-347,0-1 1,9-7-1,7-1 1,8-5-256,6-1 0,1 0 0,-15 0 208</inkml:trace>
  <inkml:trace contextRef="#ctx0" brushRef="#br0" timeOffset="71">26037 16189 9638,'12'-8'2319,"8"2"0,6 5-1734,7 1 0,14 0 0,2-2 0,-47 2-578</inkml:trace>
  <inkml:trace contextRef="#ctx0" brushRef="#br0" timeOffset="72">25990 16032 7840,'0'-16'61,"0"6"0,-2 1 0,-1 1 0,-4 1 0,-2 0 0,-3 3 0,-2 4 1358,-2 5 0,7-1-899,4 6 0,5-6-362,5 1 1,4-3 0,7-2 0,0 0-17,-1 0 1,6-5 0,2-2-1,0 0-59,-1 0 0,1 0 1,-2 3-1,4-1-301,-1 1 0,4 3 0,-5 1 0,-1 0 47,1 0 1,3 0 0,-5 1-1,-2 3 79,-1 1 1,-4 7-1,-4-1 1,-3 3 95,0 1 0,-5 1 0,3 0 0,-5 0-21,-5-1 0,0 1 0,-9 2 0,-4 1 155,1 2 1,-2 0-1,0-4 1,-2 2 38,1 2 1,-2 0 0,1-3 0,1 1-122,3 2 0,1 0 0,2-5 1,2-1 0,2 1 0,6 0 1,-1-1-214,3 1 1,9-7 0,5-4 0,6-3-92,3-2 1,7 0-1,-2-2 1,4-3 80,1-6 0,0-3 1,1 0-1,-1 2-23,1 2 1,-2 1 0,-3-3-1,-2 3-138,-2 2 1,-2-3 0,-6 4-1175,1 3 1,-7-1 1500,-4-1 0,-10 3 0,-4-5 0</inkml:trace>
  <inkml:trace contextRef="#ctx0" brushRef="#br0" timeOffset="73">25990 16268 8088,'4'-14'1715,"4"2"-1509,8 1 0,10 6 1,2-4-1,5 1-68,4-1 0,7 4 0,-2-4 0,1 2-355,-1 3 1,7-3-1,-5 2 1,-2 2-1944,-2 1 2160,-3 2 0,-6 7 0,1 2 0</inkml:trace>
  <inkml:trace contextRef="#ctx0" brushRef="#br0" timeOffset="74">26792 16048 7840,'0'-9'1181,"0"2"0,5 9 0,0 3-1176,-1 6 0,-1-3 0,1 3 0,1 1-5,-1 2 0,-3 9 0,-1 1 0</inkml:trace>
  <inkml:trace contextRef="#ctx0" brushRef="#br0" timeOffset="75">26871 16378 7840,'-2'17'0,"-2"3"551,-1 1 1,0 0 0,3-4 0,-1 2-227,-3 2 0,-6 5 1,2-3-1,-4 0-868,-2 0 1,0-4-1,2-7-2625,4-2 3168,3-6 0,0-11 0,-2-11 0</inkml:trace>
  <inkml:trace contextRef="#ctx0" brushRef="#br0" timeOffset="76">27468 15655 7794,'2'-24'0,"1"3"607,2 3 1,-1 4 0,-9 4-53,-6 4 0,2 12 0,1 4 0,-1 6-163,0 5 0,4 3 0,-4 11 0,1 4-257,-1 2 1,5 15 0,-1-3 0,3 4-241,2 1 0,0 8 0,0-3 0,0 4-272,0 2 0,0-9 1,0 1-1,-1-5-96,-5-5 1,5-4 0,-5-5 0,5-7-614,1-8 0,-2 0 0,-2-10 1086,-1-3 0,0-9 0,5 2 0</inkml:trace>
  <inkml:trace contextRef="#ctx0" brushRef="#br0" timeOffset="77">27216 16111 7840,'-22'-7'1100,"-3"5"0,-4-3 1,2 3-274,6 2 1,4 7 0,1 4 0,0 2-334,1 3 1,1 0 0,3 1-1,6 3-439,3 1 0,2 5 1,4-4-1,5 1-244,6 0 1,11-4 0,1-7 0,4-3-325,6-2 0,3-2 1,9-6-1,0-5-261,-2-4 1,4-6 0,-11-3-1,-2-2 209,-6 2 1,-3-1 0,-9 1 0,-5-2 354,-2 2 1,-10 2-1,1 1 1,-8 0 558,-6 0 0,-11 1 0,-7 1 0,-6 2 129,-2 1 1,-13 8 0,2-3 0,-2 6-184,0 6 0,3 2 0,3 8 0,4 0-554,6-1 1,2 1 0,15 2-1,7 1 354,6 2 1,6-2-96,8-8 0,13 2 0,16-4 0</inkml:trace>
  <inkml:trace contextRef="#ctx0" brushRef="#br0" timeOffset="78">27767 15356 8390,'-7'-14'1431,"-4"4"1,-3 3-946,-1 7 1,6 7 0,4 5 0,5 6-245,5 3 1,4 8 0,8 1 0,4 5-171,5 0 1,7 8-1,2 3 1,-1 3-208,0 7 1,1-2 0,-5 7 0,-4 3-716,-5 3 1,-5 11 0,-6-9-1,-4 2 450,-5-3 0,-2 9 0,-6-11 0,-9 1-209,-8 1 1,-8-9-1,-5-5 1,-3-3 608,0-4 0,2 4 0,6-11 0</inkml:trace>
  <inkml:trace contextRef="#ctx0" brushRef="#br0" timeOffset="79">28710 15985 7840,'-9'-7'-446,"-5"5"1,4-3 1880,-4 3 0,5 4 0,6 2-1176,6 1 1,8 5 0,10-4-1,5-1-385,4 2 0,6-6 1,3 5-1,-1-5-330,1-1 0,1 0 1,-7 0-1,-5 2-774,-4 3 0,-4-1 1230,-10 6 0,-10 8 0,-9 6 0</inkml:trace>
  <inkml:trace contextRef="#ctx0" brushRef="#br0" timeOffset="80">28647 16362 7840,'-9'0'264,"6"0"0,13 0 562,11 0 1,9-1 0,7-3-1,5-1-882,3 1 1,8-3 0,1 2-1,0 2-563,0 1 0,-9-3 619,-8-1 0,-4 1 0,-1 5 0</inkml:trace>
  <inkml:trace contextRef="#ctx0" brushRef="#br0" timeOffset="81">29858 16032 7840,'-7'-24'76,"0"1"0,-5 9 0,3 2 0,0 3 0,0 0 1135,-3 1 0,3 4-950,-1-1 1,6 5-1,-1 5 1,3 7-86,2 8 0,0 11 0,2 13 0,2 5 41,1 3 0,7 13 1,-1-1-1,3 6-170,1 5 1,-4-5 0,-1-2 0,1-5-378,-2-5 1,5-6-1,-6-10 1,1-7-986,-4-7 875,4-5 1,-7-23 0,3-14 0,-5-18-86,-5-13 0,-4-13 1,-7 2-1,1-1 420,-1-1 0,0 6 1,0-4-1,1 0 171,-1 0 0,0 3 1,0-4-1,3-1-82,2 2 0,-1-3 0,7 7 0,1 1 436,2 2 1,-3 9 0,0 3 0,1 6-25,3 5 0,1 3 0,1 9 0,5 2-204,4 1 0,4 8 0,2-3 1,1 5-121,4 1 0,-2 1 0,8 5 1,1 4-149,1 4 0,3 7 0,-1 2 0,1-1-313,-1 1 0,-1 5 0,-2-2 0,-4 4 193,-1 1 0,-4-1 0,-7-2 0,-3-3 214,-2-3 0,-3 4 1,-10-5-1,-4-1-60,-4-3 1,-9-1-1,-3-1 1,-4-1-12,-1-3 1,1-4 0,4-7 0,5 0-468,3 0 1,8 0-87,-1 0 1,8-2 605,-2-3 0,3-4 0,2-7 0</inkml:trace>
  <inkml:trace contextRef="#ctx0" brushRef="#br0" timeOffset="82">30534 15262 7643,'-2'-16'753,"-3"1"1,1 1-104,-6 3 1,1 6-1,-3 10 1,1 6-334,-1 3 0,4 12 0,-3 3 1,-1 5-89,-2 6 1,-2 10-1,0 10 1,2 4-93,4 5 0,1 11 1,6 0-1,-3 4-234,3 2 0,8 1 1,6-5-1,4-3-665,6-3 0,4-7 0,8-14 0,2-2 70,2-8 0,5-6 0,-6-13 0,-1-5 180,-2-4 0,-8-8 512,-4-4 0,3-10 0,1-4 0</inkml:trace>
  <inkml:trace contextRef="#ctx0" brushRef="#br0" timeOffset="83">30691 15702 7840,'0'-16'219,"0"1"1,2-1 0,3 0 227,6 1 0,-3 4 0,3 2 1,1 2-386,2 4 0,2 1 0,-1 2 0,1 0-97,0 0 0,5 0 0,0 0 0,0 0-53,2 0 1,-6 7-1,4 4 1,-4 3 51,-1 1 1,-5 3 0,-3 3 0,-1 3-54,-3 1 1,-2 8-1,-4-4 1,-3 3 256,-6 3 0,-3 0 0,-3-4 0,-3-1 115,-1-4 1,-5 2-1,5-7 1,4-2 11,5-1 1,-1-3 0,8 1-1,0-2-96,-2-3 0,5-3 1,-1-4-541,6 1 0,6 5 1,8-4-1,3-3-105,1-1 1,5-2 0,-4 0 0,3 0-203,3 0 0,-4 0 1,1 0-1,-2 0 21,-4 0 0,-7 0 627,-2 0 0,-6-7 0,3-2 0</inkml:trace>
  <inkml:trace contextRef="#ctx0" brushRef="#br0" timeOffset="84">30675 15954 7840,'-8'-16'472,"8"7"0,12 4 0,7 3-407,7 2 0,11 0 0,3 0 0,2 0-300,0 0 0,0 0 1,5 0-1,-1 0-105,-5 0 0,1 0 0,-8 0 340,-5 0 0,-8 7 0,2 2 0</inkml:trace>
  <inkml:trace contextRef="#ctx0" brushRef="#br0" timeOffset="85">31273 15011 7807,'-9'15'406,"-3"6"0,7 4 0,1 3 332,2 5 1,2 17-1,2 8 1,3 10-481,6 4 0,3 10 0,2-2 0,-1 6-198,-7-41 1,0 1 0,0 1 0,0 2-1,0-1 1,-1 0 0,1-3 0,0 0-443,8 43 1,0-1 0,-1-7 0,1-6-3,0-8 1,-2-1-1,-2-13 384,-1-1 0,-1 5 0,6 0 0</inkml:trace>
  <inkml:trace contextRef="#ctx0" brushRef="#br0" timeOffset="86">31697 15812 7731,'0'-16'635,"0"1"1,0-1-443,0 0 1,-1 8 0,-3 1 134,-1 0 0,-2 5-204,2-3 0,3 1 1,-5 1-104,0-3 1,5-1-34,-3 2 0,3-4 0,2-6 12,0-1 0,2 0 1,3 1-1,6-1-245,3 0 0,1 6 1,3 1-1,1 0 17,2 0 0,5 6 1,-3-2-1,0 3 34,-1 2 0,1 0 0,-4 2 1,2 3 33,-2 5 1,-6 11 0,-5 4-1,-1 1 91,-3 0 1,-2 0 0,-4 6 0,-3-1 202,-6 1 0,-3-3 0,-2-1 0,-1-5 31,-4-6 1,4 6 0,-4-11-1,3-1 16,2-2 1,1-4-268,-1-5-1860,7 0 1946,9-7 0,9-2 0,7-7 0</inkml:trace>
  <inkml:trace contextRef="#ctx0" brushRef="#br0" timeOffset="87">32169 15545 7731,'0'-16'235,"0"0"0,0 1 0,-2 1 98,-3 3 1,-5 4 0,-10 9 160,-1 3 0,0 4 0,4 7 0,-2 1-247,-2 4 0,0 2 0,5 5 1,2-2-123,4 2 1,3-4 0,7 1 0,1-1-46,5 1 1,2-4 0,10 3 0,1-1-540,2-4 1,7-1 0,-2-4 0,4-2-460,1-2 0,1-6 0,-1 1 1,-1-3-422,-4-2 1339,-3 0 0,-7 0 0,-1 0 0</inkml:trace>
  <inkml:trace contextRef="#ctx0" brushRef="#br0" timeOffset="88">32515 15545 7731,'2'-9'994,"3"4"1,-3 10-995,3 6 0,4 10 0,-1 3 0</inkml:trace>
  <inkml:trace contextRef="#ctx0" brushRef="#br0" timeOffset="89">32562 15875 10253,'-9'7'319,"2"2"0,7 6 0,0 1-425,0 0 0,-5 1 0,-2 1-584,-2-2 1,4 3 0,-4-9 0,2 4 689,4 2 0,-6 0 0,1-1 0</inkml:trace>
  <inkml:trace contextRef="#ctx0" brushRef="#br0" timeOffset="90">32735 15388 7731,'0'-9'1482,"0"4"0,0 10-1172,0 5 1,0 11-1,0 4 1,0 1-188,0 0 0,0 0 1,0 6-1,0-1-19,0 1 1,2-1-1,1 1 1,4-1-111,2 1 0,-4-8 0,6-1 1,1-4-192,2-3 0,-4 3 0,1-10 0,1-1-65,2-2 1,2-5-1,1-4 1,3-6 78,1-7 0,-1-5 0,-4 0 1,-2-3 65,-3 0 0,3-6 0,-6 4 1,1-2 189,-4 2 1,2-4-1,-1 4 1,-3-4 160,-1-2 1,-4 1 0,-3 0 0,-4-1-37,0 1 0,-5-1 0,4 1 0,-4 1-112,-2 4 0,-1 3 0,-2 8 0,-2-1-104,1 0 1,3 7 0,-1 4-1,-1 5 4,-2 5 0,0 4 1,6 9-1,-1 3-18,0 5 0,7 2 1,4 0-1,3-4-98,2-1 1,0 5 0,2-4 0,3 1-152,6-4 0,3-4 0,2-3 1,-1-2-189,1-1 0,0-8 0,1 4 242,4 0 1,-3-5 0,3 3 0,-4-3-50,-1-2 0,-6 0 1,-1 2 632,-2 3 1,-2-2 203,-5 8 1,0-6 206,0 6-743,0-8 1,7 4-271,4-7 0,3 0 245,1 0 0,1-7 0,0-2 0</inkml:trace>
  <inkml:trace contextRef="#ctx0" brushRef="#br0" timeOffset="91">32987 14853 7731,'-7'-8'890,"3"-5"-183,-6 8 1,6 2 0,-1 8-539,3 5 0,9 10 0,4 2 1,3 1-59,1 0 0,1 10 0,2 0 0,1 4-104,2 1 0,5 6 0,-5-2 0,-2 3-419,-1 2 1,-4 6-1,-2 1 1,-3 2 116,-2 3 1,-2 2 0,-5 2 0,-2 0-73,-3 0 1,-4 3 0,-7 1-1,1-5 4,-1 0 0,-5-10 0,0-12 0,2-3 363,1-8 0,-4 3 0,4-15 0,-5 6 0</inkml:trace>
  <inkml:trace contextRef="#ctx0" brushRef="#br0" timeOffset="92">11761 17620 8406,'-73'-40'0,"1"3"0,2 4 0,-3 3 0,3 2 0,-2 4 6,-3 1 1,-3-3 0,-6 5 0,-4 3-30,1 6 1,39 5 0,0 0 0,2 2 0,-1 0 0,0-2 0,0 0-288,-2-1 0,0 0 0,-2 2 0,-1 1 0,1 1 0,-1 0 0,-1 0 1,-1 1 362,-1 1 1,-1 0 0,-1 1 0,0 0 0,1 1-1,0 0 1,0 0 0,0 0 134,2 0 1,-2 0-1,-1 3 1,-1 1 0,5 2-1,1 1 1,0 1 0,-1 1-76,-2 1 1,0 1 0,3 3 0,1 2 0,3-1 0,0 1 0,4 3 0,1 1 89,2-1 1,2 2 0,-1 0 0,1 1 0,-24 19 0,9 2-254,8 6 0,8 2 0,8-1 0,6 5-270,8 2 0,7 8 0,11-7 0,3 1 389,6-1 0,15 6 0,9-4 1,7-3 42,7-1 0,14-5 0,3-8 0,11-3 30,-32-20 1,1-1 0,4 2 0,1-2-1,6-1 1,1-3 0,2 0 0,-1-2-132,0 0 0,1-1 0,10-3 1,2-3-1,0-1 0,1-1 0,2 0 1,2-1-9,0 0 0,1-2 0,6-3 1,0-2-1,-4-1 0,0-2 0,2-2 1,-1-1-19,3-3 1,0 0-1,-4-2 1,0 0-1,1 0 1,-1-1-1,-3-1 1,0 0-9,-3-1 0,0 0 0,6-2 0,-1 0 0,-7-3 0,-2-2 0,-2 1 0,0 0-86,-2-2 0,-1-1 1,-6 1-1,-3-2 1,-1-1-1,-1-1 1,-5 1-1,-2 0 170,-3 0 1,-1-1 0,-2 0 0,-3-2 0,19-30 0,-8-1 264,-10 0 0,-10 0 0,-15-2 1,-7-1-254,-12-2 1,-12-5 0,-23 3 0,-13 0-127,22 34 0,-4 2 0,-8 0 0,-3 2 1,-4 2-1,-2 2 0,-3 2 0,-2 1-314,-1 2 0,-4 3 0,-12 2 1,-4 4-1,-6 3 0,-3 3 0,25 3 1,-1 2-1,-1 1 367,-2 0 0,0 3 0,-1 0 0,-4 0 0,0 2 0,0 1 0,1 2 0,0 2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41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8129 14177 11959,'0'11'245,"0"20"1,5 43 0,1-1 0,-1 4-106,2 9 0,-6-39 1,0 2-1,2 5 1,1 2-1,-2 2 1,1 2-94,-1 2 1,1 2 0,1 13 0,-1 2 0,-1-4 0,-1 0 0,2 1 0,0 1-31,-2-1 0,1 0 0,2 3 0,1 0 1,-1-9-1,1-1 0,0-1 0,0-1-54,1 0 0,-1-2 0,-3-4 0,-1-1 1,2-4-1,1 0 0,-1-4 0,1-1-127,1-3 0,1 0 0,-2 0 0,0 0 0,5 34 0,-2-7-328,-3-10 0,4-1-492,3-1 984,3-7 0,-2 0 0,23-4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42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7988 14099 11903,'10'17'684,"8"-3"-692,44-14 1,5 0 0,8 0 31,-7 0 1,4 2 0,-9 2 8,3 1 0,6 2 0,-17-4 0,3 3 9,0-3 0,5-1 0,7-2 0,1 0 6,4 0 1,2-2-1,4-1 1,1-4-26,1-2 0,-37 5 0,-1-1 1,0-1-1,-1 0 0,3 1 0,-1-1-11,1 0 1,0 0 0,3 0 0,0 0 0,1 0 0,1 0 0,0 1 0,1 1-8,0 1 0,0-1 0,3-1 0,-2-1 0,-2 4 1,0-1-1,-1 1 0,1-1 19,-2-1 1,1 1 0,8 2 0,1 0-1,-6-1 1,0-1 0,2 2 0,0 0-16,1 1 0,1 0 0,-1 0 1,0 0-1,-1 0 0,-1 0 0,2 0 1,0 0-18,0 0 0,1 0 0,3 0 0,1 0 0,-3 0 1,0-1-1,2-1 0,-1 0 1,0 0 0,0-1 1,1-3-1,1 0 1,2 1-1,1 1 0,1-1 1,-1-1-8,0 1 1,-1 0-1,3 0 1,-1-1-1,0-1 1,-1-1-1,1 0 1,-1 2 1,2 0 1,-1 1 0,-1-1-1,-1 0 1,3 2 0,1 1-1,-2 0 1,-1-1-94,-3 0 1,0 1 84,4 0 0,1 1 1,-8 1-1,0 0 1,5 0-1,0-1-4,-3-1 1,0 0-1,-2 0 1,-1 1-1,2 2 1,-1 0 0,-2 0-1,0-2 21,-1 0 0,1-1 1,0 2-1,0 0 0,-2-1 1,0-1-1,-2 2 1,0 0 18,-3 1 1,0 0 0,5 0 0,0 0 0,-5 0 0,-1 0 0,1 0 0,0 0-8,-1 0 0,0 0 0,-3 0 0,0 0 0,0 0 0,-1 0 0,44 0 29,-43 1 0,-1-2 0,41 0 0,-2-3 0,-6-1-2,-4 1 0,3 3 0,-6 1 0,1 0-9,-4 0 0,-3 0 1,-3 0-1,0 0-15,-5 0 1,3 0 0,-8 0-1,-1 0-135,-2 0 0,7 0-66,6 0 0,7 0-303,4 0 0,2 7 492,-7 3 0,2-3 0,-12-2 0,-8-3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43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17170 14115 11894,'-23'-41'709,"12"22"-532,1 24 0,6 13 0,4 24 0,0 5-225,0 9 0,6 14 1,-3-27-1,1 3 1,-1 1-1,1 2 95,-1 3 0,1 2 0,1 5 0,0 1 0,-1 4 0,-1 1 0,1 5 0,-1 2-36,0 3 0,1 2 0,1 5 0,1 0 0,-3-11 0,1-1 0,-1 1 0,1 0-54,-1-2 1,1 0 0,-1 1 0,-1 0-1,-2-5 1,0-1 0,0-5 0,0-1-85,0-4 0,0-2 0,0-2 0,0-2 0,0 29 0,0-9-365,0-5 0,0 3 492,0-3 0,5-9 0,0-1 0,-1-13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44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8161 17148 11862,'45'2'11,"-1"7"0,5 10 0,6 11 1,10 1-1,-2-5 0,2-10 0,-1-9 131,8-5 1,10-2 0,-37-1-1,1 0 1,2-1 0,0 0-143,1 1 0,1-3 1,7-4-1,0-1 1,0 1-1,0 0 1,2-1-1,0 0-26,1 1 0,1-1 1,1-1-1,2-1 1,3 0-1,2-1 1,1 1-1,0 0 37,1-1 0,1 1 0,6-2 1,1 0-1,-5 1 0,-1 1 0,1 0 1,0-1-11,2 1 0,0 0 0,7 0 0,0 1 0,-2 2 0,-1 0 0,1 0 0,1 0-2,1 0 1,1 1-1,-2 1 1,-1 1 0,1 0-1,0 1 1,0 0-1,0 1 9,2 1 0,0 1 0,-1-1 0,0 0 1,1 1-1,0-1 0,-1-1 0,0 1 6,-3 0 0,0 0 1,7 1-1,1 0 1,-4 1-1,0 0 1,2 0-1,1 0-8,0 0 0,0 0 0,-4 0 0,-2 0 0,1 0 0,-1 0 0,-1 0 0,1 0 8,1 0 0,0 0 1,0 0-1,0 0 0,-4 0 1,0-1-1,-2-1 0,0 0 0,-2 0 0,0-1 1,6 0-1,1 1 1,-7 1-1,0 2 0,1-1 1,-1 0-3,-2-1 1,1 2 0,-1 1 0,-1 1 0,-4 0-1,-1-1 1,1 1 0,0-1 26,2 2 0,0-1 0,-2 1 0,-1 1 0,-1 2 0,-1 0 0,-2-1 0,-1 0-40,-3 0 1,-1-1-1,1-3 1,-1 1 0,0 1-1,0 1 30,0-2 1,-1 1-52,-5-1 0,0-1 1,5-2-1,-1 0 0,-5 0 1,-2 0-1,0 0 1,0 0-18,1 0 1,0 0 0,-3-2 0,-1-1 0,41-4 0,-4-2-84,-4-3 1,1 3 0,-14 0-371,-4 2 0,2 2 492,0 5 0,-11-7 0,-14-2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45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22704 1163 11806,'-17'-33'491,"-1"29"1,18 36-296,7 26 1,0 17-1,2 10 1,-5-38 0,1 0-75,-1 4 1,0 2 0,-1 3 0,-1 1 0,3 2 0,-1-1 0,1 0 0,-1-1 1,0-1 0,1 0 0,-1-2 1,0-1-1,2-7 0,1 0 0,3 42-339,2-10 0,2-8 1,4-11-278,3-1 0,-2-13-492,7 3 738,-14-26 0,9-22 0,-12-26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46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22940 1163 11806,'-37'2'245,"11"14"1,10 8 0,18 18 0,3 2-1,6 1 1,3 20 0,3 6 0,2 6-106,2 5 0,-9-38 1,-1-1-1,-1 2 1,-1 0-1,2 1 1,-1 0 22,0 2 1,-1 0 0,0 2 0,0 0 0,7 35 0,-1-1-454,1-4 1,0-3-203,0-9 0,1-10 246,4 0 0,-4-22 0,6-6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47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23537 1902 11806,'0'-33'983,"0"3"0,0 21 0,-7-5-957,-1 6 1,13-26-195,11-2 0,24-3 0,10 15-122,5 8 0,-3 7-38,0 9 0,3 4 0,7 8 0,-14 14 0,-15 6 0,-12 13 82,-11 9 0,-6-5 0,-8 9 0,-6-8 339,-11-2 1,-7-3 0,-5-3 0,-2-5 48,-2-4 1,-1-2 0,-1 1 91,-8-1 0,5-12-715,-5-3 1,19-16-12,7-10 0,14-11 470,17-27 1,8 12-1,13-10 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48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24371 1619 11806,'-34'0'327,"-1"2"1,8 5 0,-12 12-1,-3 16 1,2 10 0,2 16-1,6 2 1,18-10 0,5 6-1,11-3 1,14-14 0,14 0-656,10-7 0,2-16 0,14-5-164,3-5 0,-7-4-492,11-5 738,-3-14 0,-11-4 0,-4-13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49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23600 1383 11806,'-16'-16'327,"22"-10"1,8 2 0,19-9-1,2-2 1,-4 3 0,8-6-535,-1-1 0,-10 4-18,4-6 1,-12-1-79,1-5 310,-10 13 156,-4 5 0,2 23-203,6 12 1,17 16-1,12 19-288,1-1 0,0-7 0,-8-10 174,5-6 0,17 16 0,6-7 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50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25015 1808 11806,'39'0'327,"3"0"1,7 0 0,15 0 163,-3 0 1,13 0-1476,10 0 738,-8 0 0,-13-7 0,-17-2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51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26242 1540 11806,'-2'-26'983,"9"-5"-913,14 10 0,5 2-272,5-13 0,-6 16-17,17 1 0,-2 4 64,12 1 0,6 17 0,0 14 1,-13 7 82,-8 3 1,-6 6-1,-1 1 126,-4 2 1,0 21 32,-10 13 0,-14 4 0,-21-8 59,-11-12 1,-10-16 0,-4-18 344,-8-1 1,-8-4-672,3-8 0,-1-4-804,-10-7 772,17-7 0,13-23 1,15-12-1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52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27201 1399 11806,'-47'-9'491,"-1"4"1,1 8-165,0 13 1,9 10 0,6 21-1,9 1 1,8 9 0,6 4-86,9 4 0,16-20 0,15 3-487,9-10 0,11-7 1,7-17-84,5-3 0,10 1 0,-10-8 0,3-6 0,-6 0 0,-19-10 82,3-6 0,-5 3 0,-1-8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53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27688 802 11806,'23'61'327,"-6"-9"1,4 11 0,-3-4-83,-3-3 1,8 11 0,5-3 0,5 6-1,4 5 1,-2-5 0,-7 0 0,-2-2-85,2 0 0,-5 0 0,-2-7 0,-4-3-599,-1-6 1,0 6-547,-1 5 0,1 0 738,7-14 0,-13-41 0,4-27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54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28270 723 11806,'0'47'491,"0"0"1,16 7-247,10 4 1,7 7 0,4-2 0,-9-6-1,-4-1 1,-6 7 0,4 12 0,-1 5-1,0 4 1,2 2 0,-4-4 0,2 0 42,-2-5 1,0-6 0,1-8-617,1 0 0,10 4 0,-3-6 82,0-11 0,0-8 0,3-10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55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18396 14555 11994,'-31'21'-70,"10"17"56,12 16 1,7 13 0,2-6 0,2 12 31,0-29 0,1 1 0,1 3 0,1 2 0,2 4 0,2 0 0,-2 0 1,0 0-28,-2 2 1,0 0 0,2 3-1,0-1 1,-2-1 0,0 0-1,2-1 1,0 0-60,1 0 0,0 1 1,-1-2-1,0-2 1,-1-3-1,0-2 1,3 38 120,-2-8 0,5-3 1,-3-10-163,0-2 0,5-4-508,-4-12 617,4 1 0,9-22 0,1-5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56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18239 14382 11888,'43'-11'0,"8"1"0,10-1 0,11 3 0,3 2 0,2 5 0,-33-2 0,1 0 0,3 0 0,2-1 0,2 1 0,2-1-22,4 1 1,1-1 0,3-2-1,0 0 1,4 2 0,1 0 0,2-2-1,0 1-101,1-1 0,0 2 0,7 1 0,1 0 0,-2-2 0,-1 0 0,1-1 0,1 1 44,1 1 1,0 0-1,3-3 1,0 0 0,-3 1-1,0 1 1,1-2-1,1 0 114,3-1 1,0 0 0,-2 3 0,0 0 0,1 1 0,0-1-1,0 1 1,-1 0 64,0-1 0,0 1 1,6 2-1,1 0 1,-1 0-1,-1-1 1,1 2-1,1 0-18,-1 1 1,0 0 0,-1 0 0,0 0 0,-1 0 0,1 0 0,-1 0 0,1 0-60,1 0 0,1 0 1,1 2-1,0 2 1,-2-1-1,1 1 0,-2-1 1,1 1-47,-4-1 0,0 1 0,1 1 0,1 2 0,-2-2 1,0 0-1,-2 2 0,0 0-2,1 1 0,-1 0 0,-2-1 0,-1 0 0,-2-1 0,-2 0 0,-2-1 0,0 1 14,-2-1 1,-1 2-1,1 0 1,-2 0 0,-3 0-1,-2 2 1,0-2 0,0 1-27,-3 0 1,-2 0-1,-1 0 1,-2 0 0,-2-1-1,-1 0 1,-2-1 0,0 0-53,-2-1 1,0 0 0,37 4 0,-6 3 0,-9-3-57,-6-2 0,-2 3 0,-5-4-307,-4-3 452,3 6 0,-13-2 0,-6 3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57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25770 14476 11826,'-9'46'0,"-7"9"0,-6 15 0,-1 12 0,6 2 140,4 0 0,9-36 1,0 2-1,-2-2 1,-1 0-1,3-1 1,0 0-276,0 0 0,1 0 1,0-1-1,0-1 0,3 1 1,0-1-1,0 41 206,0-6 1,0 9-1,2-7 1,2 4-59,1-2 1,0-40-1,0 1 1,2 40-1,0-4-35,0-3 1,-1-13 0,-6-4 85,0-5-64,0 3 0,-7-17 0,-2 3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58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18003 16912 11811,'47'-14'0,"0"4"245,0 5 1,8 3 0,4 0 0,7-1-274,8-3 0,13-1 0,-41 6 0,1-1 0,0-1 0,2-1-41,2 0 0,1-1 0,2 1 0,0 0 1,4-3-1,1 1 0,2 2 0,0 0 64,1 0 1,1 1 0,7-3 0,1 1 0,-2 1-1,0 1 1,2 0 0,0-1 44,-3 1 1,2-1 0,8-2-1,1 0 1,-6 1 0,1 1-1,0-1 1,2 0 42,0-1 0,1 1 1,4 2-1,-1 1 0,0-2 1,-1-1-1,1 1 0,1 1-59,-1 2 0,1-1 0,7-2 0,0 1 0,-9 0 0,-1 1 0,2 0 0,1 0-65,0 1 1,0 0-1,8 1 1,1 0 0,-7 0-1,0 0 1,0 1-1,0 0-82,1 2 0,1-1 0,-1-1 0,0 0 0,1 2 0,-1-1 0,-1 0 0,-2 0 27,-1 1 1,-1-1 0,4-1 0,-1 0 0,-4 2 0,-1 1 0,1-2 0,0 1 87,-1 0 0,1-1 0,0 2 1,0-1-1,-6-1 0,1 0 1,-3 0-1,1 1 48,-1-1 1,0-1 0,2 1-1,-1-2 1,-3 0 0,-1 0 0,-1 0-1,0 0 61,-2 0 0,-2 0 0,0 0 0,-2 0 0,-2 0 0,-2 0 0,-1 0 0,0 0 3,-1 0 1,0 0-1,1 0 1,-1-2 0,-5 1-1,-1-1 1,0-1-1,-1 1-74,-1 0 0,0 0 0,-1 1 0,-1-1 0,35-2 0,-2-1-208,-4 2 0,2-4 0,-6 0 1,-5-2-283,-4-3 460,-6 5 0,-5-6 0,3 5 0,2-3 0,-3-1 0,-6 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59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21855 14916 11793,'9'37'327,"-4"0"1,-12 15 0,-5 16-83,-2 2 1,-5 3 0,6-13 0,-4 4-1,-4 4 1,-5 11 0,5-4 0,1-2-1,3-1 1,3-6 0,4-8 0,3-6-738,0-3 0,5 0-492,-3 4 0,3-25 738,2 6 0,7-32 0,2 5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60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21761 15372 11793,'-48'-7'983,"12"12"-492,-1 1 1,2 20-1,-7 10 1,7 15-1,14 7 1,11 1-165,20-1 1,15-13 0,17-15-217,3-13 0,18-10 0,2-14 0,-2-7-357,-1-5 0,-7-9 0,-3 0 0,-5-7-82,-5-7 0,-3-1 0,-8-4-164,0-6 0,-13 9 246,-8-18 0,-27 14 0,-15-2 0,-11 15 491,-10 12 1,-8 7 0,-9 8 0,-3 8-1,-7 8 1,3 13 0,-2 7 0,9 7-1230,6 7 829,15 4 1,-4 1 0,13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61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29087 4432 11793,'-33'0'983,"-10"0"-492,6 0 1,5-3-1,1-8 1,15-3 491,1-17 0,9 10-1001,-1-23 1,23 16-30,10-3 1,0 5-446,11 21 0,-11 8 26,11 13 0,-14 3 290,3 12 1,-9-1 230,-6 12 0,-9-12-201,-18 1-45,4-17-8,-32 0 0,21-35 212,-3-10 1,10-11 300,16-5-198,7 14-249,9 10 0,12 32-851,3 17 0,-10-4 0,-14 15 802,-14-26 1,-22-4-1,-13-16 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62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27688 6523 11793,'25'45'491,"6"-3"1,4-12-165,12-14 1,11-11 0,13-16-104,1-10 1,-9-8 0,-7-10-1,0-6-375,1-6 0,4-8 0,-10 1 0,-4-1 57,-1 1 1,1-1 0,-10 5 0,-2-2-235,-2-4 0,-7 1 0,-2 0 47,-1 1 0,9-5 374,-6-5 1,16 16 397,0 15 1,-6 21-293,11 22 1,-1 30-1,10 24-229,-9 2 1,-9 0-1,-10-14 1,-1 5 82,1 5 0,-1-4 0,1-2 0,-1-3-137,1-2 0,8-1 0,6-5 0,4-4-10,1-4 1,5-3 0,2-4 0,2-5-235,4-3 0,1-4 0,0-2 82,-3-2 0,-4 1 0,-7 4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63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27389 7890 11778,'65'4'0,"0"5"0,-1 8 0,-3 6-232,1 5 1,-7 1 0,5 3 0,1-1 348,0 1 0,11-8 0,-9-3 0,1-5 128,1-6 1,1-3 0,1-7 0,-3-1-1,3-5 1,4-9 0,-1-13 0,-2-6-1,-3-2 1,5-13 0,-11 0 0,1-5-339,1-6 1,-7-1 0,-2-3 0,-4-3 32,-7-1 1,3-5-1,-7 3 1,-2 2-187,-2 3 0,0-6 0,2 11 0,2 4-82,-2 8 0,8 11 0,6 4 368,7 10 0,5 11-4,-3 17 1,3 16 0,6 12-1,-15 4-103,-12 1 1,0 9-1,0 2-108,1 7 0,-8 2 0,-9-11 175,-1 0 0,5 7 0,-4 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64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27798 9509 11729,'-37'-21'-984,"1"2"699,-4 0 1,1 7 195,-3 6 0,20 15 254,1 12 818,7-10 0,5 17-492,2-20 1,10 6-1,8 7 1,8-7-348,18 12 1,12-8-81,14-8 0,8-17 1,3-15-1,-13-10-10,-9-4 0,-3-13 0,2 0 0,3-4-81,2-1 0,-6-3 0,5 2 0,-3 3-112,0 3 1,3-2 0,-5 11-354,3 0 0,18-2 236,3 11 1,4 15 0,-8 27 378,-12 18 0,-6 15 0,-13 10 0,-1 7 97,0 6 1,4 11 0,-3-1 0,1 2-147,-18-38 0,0 0 1,16 39-1,1-5 1,-3-5-16,1-5 1,0-1 0,-6-10 0,0 0-52,1 1 0,-1-8 1,1-7-1,-1-2-420,1-3 1,3 2-81,7 5 0,6-7 292,15 7 0,-7-14 1,-2-6-1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65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27735 11883 11740,'4'24'564,"6"-8"-531,43-11 1,1-17 0,12-9 0,-12-7 108,-6-3 1,0-8-1,-6-1 1,2 0-56,-2 3 1,7-3-30,3-2 0,11 14 1,12 12-126,-7 18 1,-6 24-1,-15 13 1,0 8 167,0 5 0,5 6 0,3-4 0,1-2-132,3-3 0,2-5 0,2-14 1,0-6-169,0-8 0,1-7 0,3-9 0,1-2-87,-2-3 1,-6-4 0,-4-7 285,-2 0 0,5-6 0,-3-3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66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27657 13344 11728,'45'-28'208,"7"8"1,1 7-1,-1 3 1,-3 5-225,-2 3 1,-5-3 0,2-2 154,5-2 0,2 4-86,11-6 1,12 8 0,10-1 62,-7 8 0,-9 6 0,-19 13 1,1 7-8,3 4 0,4 10 1,-4-2-1,-3 3-257,-1 3 0,9-1 151,10 0 0,5-10 0,8-11 1,-15-16-60,-8-11 0,6-17 56,-1-13 0,18-8 0,-41 16 0,0-1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67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25047 14382 12337,'-49'-32'5,"-11"-6"0,11 5 0,-15-4 0,-4 2 0,-6 0 1,-3-1-1,-1 1 114,-1 1 1,35 16 0,-1 0 0,-1-1 0,0 1-1,-1 0 1,-1 1 2,0 0 1,-2 1 0,-3 0 0,-2 1 0,0-1 0,0 0 0,-1 0 0,-2 1-58,0-1 0,-2 0 0,-6 3 0,-1 0 0,1 1 0,-1 0 1,-2 0-1,0 1-188,2 1 0,-2 1 0,-12 0 0,-2 2 0,4 1 0,0 1 0,-3 2 0,-2 0 24,-3-1 1,0 1 0,-2 2-1,0 0 1,28-1 0,1 0-1,-1 1 1,0 0 0,0 1-1,-1 1 17,1 0 0,-2 1 0,1 0 0,-6 0 0,-1 1 0,1 1 0,5 0 0,1 2 0,0-1 0,-2 0 0,0 1 0,0-1 51,1 0 0,0 0 0,0 1 1,-1-1-1,-1 1 0,0 0 0,3 0 1,1 1-1,-1-1 0,2 2 0,0-1 1,0 1 97,0 0 0,-1 0 0,1 0 0,-27 4 0,2 1 0,4 1 0,0 2 0,2-1 0,1 1 22,1 3 0,0 0 1,-4 3-1,1 0 0,9 2 1,1 1-1,0 0 1,0 1 5,3-1 0,1 2 1,-3 5-1,0 1 0,7-1 1,0 0-1,2 3 1,0 0-8,-2 2 1,1 1-1,7 0 1,0 1-1,0 1 1,2 0 0,2 0-1,2 1-57,2-3 0,3 2 1,1 4-1,3 0 1,9-5-1,3 0 0,1 1 1,3 1-45,-16 39 1,11 4 0,18 1 0,8 1 23,11 0 0,-2-42 0,5 1 0,6-2 0,4-1 0,2 1 0,3 0-65,2 0 0,3-1 0,7 3 0,2-1 0,1-1 0,2-2 0,3 1 0,2-2 64,2 1 1,3-1 0,4-1 0,3-2-1,1 1 1,1 0 0,2-2 0,0-1 16,1 1 0,2-2 0,8 1 0,2-2 0,-1-1 0,0-1 0,2 0 0,1-1-8,-2-1 0,3 0 0,-22-9 0,1 0 0,1-1 0,-2-1 0,1 0 0,1-1 1,1 0-1,1 0 0,0-1 12,0 1 1,1-1-1,0 0 1,2-1-1,1 0 1,0-1-1,-1 0 1,0-1 0,0 0-1,2-1 1,0-1-1,0-1-5,3 0 0,1 0 0,0 0 0,4 1 0,0 0 0,-1-2 0,-2-1 1,0-2-1,0-1 0,0 1 0,0-1 0,1 0-32,0 0 0,0-1 0,1-1 0,4-1 0,-1-1 0,1 0 0,0 1 0,-1 0 0,1-1 0,0 0 0,-1-1 0,1-1-12,-1 0 0,-1-1 0,0 0 1,0-1-1,0 0 0,0-2 0,-2 0 1,0-2-1,0 0 0,-1 0 0,0-1 1,0 0 12,-1 1 0,-1-1 1,1-1-1,3-1 1,-1 0-1,0-1 1,-6-2-1,-1 0 1,-1 0-1,-1 0 0,0 1 1,0-1-1,-3 0 0,0 1 1,1-2-1,2 0 1,0-1-1,-1-1 1,-4 1-1,-2-1 0,0 0 1,0-2-1,0-1 1,-1 0-22,0-1 1,-1 0-1,-1-1 1,23-10-1,-2-1 1,-5-1 0,-1 0-1,-3-2 1,-1 0-37,-3-1 0,-1-2 1,-1-4-1,-3-3 0,-7 4 1,-1-2-1,-4-1 0,-2-3-20,-3 1 0,-3-2 1,-4-4-1,-2-3 1,-5 1-1,-4-2 0,-2 2 1,-4-2 20,-1 3 0,-4 0 1,-3-2-1,-4 0 1,-4 2-1,-4 1 0,-3 0 1,-4 1 8,-5-1 1,-4-1 0,-5-2-1,-4 2 1,-4 3 0,-3 2 0,-3 2-1,-3 1-112,-2 4 0,-3 2 0,-8 0 0,-3 3 0,-3 3 0,-4 3 164,-5 1 0,-2 2 0,-2 1 0,-3 0 0,-5 0 0,-2-1 0,25 9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68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16462 14413 12615,'0'-47'-328,"0"-7"0,-3-2 0,-8 2 326,-10 7 1,-12 14-1,-11 12-190,-8 3 1,-9 4 0,7 2 0,-2 3 30,-4 2 0,-8-5 1,-5 0-1,-4-6 94,-2-3 0,-3-1 0,-2 1 1,0-5 112,41 11 1,-1 0 0,-5-1 0,-1 0 0,2 1 0,-1-1 0,-1 0 0,-1 1 52,-2-1 1,0 0-1,-4 0 1,0 1-1,-2-1 1,-1 0 0,-1 1-1,0 1-37,-2 0 0,-2 1 0,-6 0 0,-1 0 0,0 4 0,-1 1 0,1 0 0,-1 2 10,0-1 0,-2 0 0,-9 0 0,0 0 0,7-1 0,0 0 0,2 0 0,0 0 48,4 0 1,1 1 0,-6 1 0,0 1 0,5 1 0,0-1 0,-2 2 0,-1-1-9,-1 2 1,-2 1 0,-3 0-1,0 0 1,1 2 0,0 0-1,1 0 1,-1 1-10,2 1 1,-1 0-1,-6 2 1,0 2-1,7-2 1,0 0-1,-1 2 1,-1 0 3,2 1 0,0 0 0,-3 0 0,0 0 0,6 0 0,1 1 0,-1 1 0,-1-1-56,-1 1 0,0 1 0,0 2 0,0 1 0,5-3 0,1 0 0,2 1 1,1-1-35,2 0 1,-1 1 0,-4 4 0,0 1 0,6-2 0,1 0 0,-1-1 0,0 1-37,4-1 1,0 0 0,-1 1 0,0 2 0,2 1 0,1 2 0,1-1 0,2 0-1,-1 0 1,2 1-1,1 1 1,1 0-1,0-2 1,1 0 0,3 1-1,1 0 12,4 2 1,-1 0 0,-3 0 0,2 1-1,5 1 1,1 0 0,-1-1 0,1 1-47,-36 23 0,38-21 1,1 0-1,-29 28 1,4 1 15,0-1 0,7 3 0,1-2 0,6 0 58,5 5 1,-1 1 0,6 4 0,2-1 67,2-1 0,3 14 0,2-7 0,4 5-26,1 7 1,2-4 0,5 8 0,2-4-55,4-3 0,-2 6 0,6-10 0,5 0-26,4 2 1,1-2 0,8 1-1,3-3 4,5 2 0,8-5 0,0-2 0,7-3 3,6-3 1,10 0 0,5-3 0,5-3 8,9-2 1,0-2-1,-32-28 1,1 0-1,1-1 1,2 1 21,1-1 0,1 1 1,7 0-1,1-1 0,-2 0 1,0-1-1,3 1 1,0-2 1,2 0 1,1 0 0,5-1 0,2 0 0,1 1 0,1 0-1,2-2 1,0-1-17,1-1 0,1-1 1,1 0-1,1-1 0,4 1 1,0 0-1,1-1 0,0-1-31,1 0 0,0-1 0,6-1 0,0 0 0,-3-2 0,1-1 0,1 2 0,0-1 16,-1 0 1,0-1-1,5 0 1,0 0-1,-1-1 1,1 0-1,0-1 1,1 0-96,1-2 0,-1 0 0,-6 1 0,0 0 0,4-2 0,1-1 0,0 1 0,-1-1 52,-25 0 1,-1-1-1,1 0 1,29 1 0,0 0-1,0-3 1,0 0-1,-2-1 1,-1 0 51,-2-1 0,0-1 0,4-1 0,0-1 1,-2-3-1,-1 0 0,2 0 0,-1-1 72,2-2 1,-1 1 0,-6 0 0,0 0 0,4-2 0,0-2 0,-2 1 0,0-2-25,1 1 0,0-1 0,-3-1 0,0 0 0,0 1 0,-1-1 0,-3 0 0,-1 0-26,-2 1 0,1-1 0,5 0 0,1 0 0,-7 0 1,-2-1-1,1 0 0,-1-1-19,-1 1 1,-2-2-1,-3-2 1,-1 0 0,-2 1-1,0 1 1,-1 0-1,0 0-20,-1 0 1,0-1 0,2-3 0,-2-1 0,-8 2 0,-1 1 0,1 0 0,-1 0 4,-2 1 1,0 0 0,1-4 0,1 0 0,-7 2 0,0-1 0,0 0 0,0-1 9,-1-1 1,-1-1 0,-2 1-1,0 0 1,-2 0 0,-1 1-1,-1-1 1,-1-1 19,34-26 1,-33 23 0,-2 0 0,22-25 0,3-2-15,-3-3 0,-4-3 0,-10-2 0,-2-2-6,-3-3 1,-3 1 0,-9 4 0,-5-3-9,-3-1 1,-4-10 0,-4 3 0,-5 3-23,-3 6 1,-9-10-1,-5 10 1,-7 0-1,-8-2 1,-4-4 0,-6 2 0,-5 0-68,-3 0 0,19 33 0,-2 1 0,-1 2 0,0 0 1,-1 1-1,-1 0 53,0 0 0,-1 1 0,-5-5 0,-1 1 0,-2-1 0,-2 0 0,-2 2 0,-1 0 50,-3 2 1,0 0 0,-2 1 0,0 1 0,0-1 0,-1 0 0,-3-1 0,0 1-20,-3 0 1,0 1 0,-6-2 0,-2 1-1,1 5 1,-1 2 0,-2 0 0,0 1 45,-1 2 1,-2 1 0,-11-2 0,-1 2 0,3 2 0,-1 1 0,-1 0 0,0 1-99,-4 0 0,-1 1 0,-1 3 1,1 2-1,26 3 0,0 1 1,0 1-1,-2 0 0,-1 1 0,1 0-10,-2 1 0,0 0 1,-2 1-1,-8 0 0,-1 1 1,0 0-1,4 2 1,0 1-1,0 0 0,-2 1 1,-1 0-1,-1 1 16,-1 1 0,-1 1 0,0 2 0,-1 1 0,1 2 0,-1 2 60,0 1 0,-1 1 0,0 1 0,0-2 0,-1 1 0,0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469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21006 13124 13476,'-71'7'0,"1"0"0,0 0 0,-1 1 0,0-1 0,1 1 0,3 0 0,0 0 0,0 0-99,3 1 1,1 0 0,0 1-1,-2 1 1,0 1 0,3 0-1,-19 7 1,3 1 0,1-1-1,2 0 159,4 0 1,0 1 0,1 1 0,0 1 0,9-1 0,2 0-1,1 2 1,1 1 61,2 2 1,1 1 0,1-2 0,0 0 0,3 4 0,2 0 0,1 0 0,1 0-1,3-2 1,1 2 0,-1 4 0,2 2 0,0-2 0,2 2 0,0 2 0,2 3-1,1 1 1,1 1 0,0 1 0,2 2 0,1 3 0,3 2 0,-1 0 0,2 3-13,1 1 0,1 2 0,2 1 0,1 1 1,2-2-1,2 1 0,2 1 0,3 0-233,1-2 0,3 1 0,1-1 0,2 0 0,1 0 0,2 0 0,2 0 0,2-1 0,3 0 0,3 1 0,1 2 0,3 1 0,6-6 0,3 0 0,0 0 0,2-1 96,2 0 0,1-1 0,5-1 1,0-1-1,0-1 0,2-1 1,0 0-1,2 0 30,0 1 1,2-2 0,5 1 0,2-1-1,0-1 1,2-1 0,3-2 0,2-2 70,3-2 0,1-1 1,1 1-1,2-2 1,2-3-1,3-2 0,3 0 1,3-1 47,4 2 1,3-3 0,3-2 0,1-1 0,4-1 0,0-1 0,4-3 0,0-2-51,-28-7 0,0-2 1,2 1-1,6 1 0,1-1 1,1-1-1,-1-2 1,1-1-1,0-1 0,0 0 1,1 0-1,0 0-75,0-2 1,1 0 0,0 0 0,3-1 0,0-1 0,0 0 0,0-2 0,0 0 0,1 0 0,0 0 0,0-1 0,0 0-17,0 0 0,0-1 0,1 0 0,4-2 1,0-1-1,-1-2 0,-2-1 0,-1-1 1,0 0-1,0-1 0,1 0 0,0 0 14,0 0 0,1 0 0,0-1 1,1-1-1,0-1 0,-1-1 1,-2 1-1,-1-1 0,0-1 1,0 1-1,-1-1 0,0 1 7,0 0 1,0 0 0,0 0 0,1-2 0,0-1 0,0 1 0,-3 1 0,-1 0 0,0 0 0,-1-1 0,0 0 0,-1-1 0,1-1 1,0-1 0,-1 0 0,-1 1-1,-1 0 1,-1 0 0,-4-1 0,-1 0 0,0-1-1,0 1 1,-1 0 0,-1-1-13,25-7 0,0-1 0,-26 6 0,0 0 0,-2-1 0,21-8 0,-2-1 0,-4 0 0,-1 0-46,-4 0 1,-1-1 0,-4 2 0,-1-1-1,-6 0 1,-2 0 0,-2-1 0,-2-1 13,-3 1 1,-2-2-1,-1-2 1,-2-1 0,-6 2-1,-3-1 1,-2-1-1,-2-1-102,-2 0 1,-2-1 0,-3-1 0,-3-2-1,5-42 1,-12-1-1,-11 1 0,-23 1 0,5 42 0,-5 2 0,-5-3 1,-3 2 95,-4-1 0,-3 0 1,-7-3-1,-4 1 1,-1 5-1,-2 1 1,-6-3-1,-3 0 56,-2-1 0,-4 2 0,-8 0 0,-2 1 0,26 14 0,-1 0 0,-1 0 0,-1 1 1,0 0-1,-1 1 26,-4-1 0,0 1 1,-1 0-1,-2 0 1,-1 0-1,-2 1 1,-2 0-1,-1 1 1,0 1-1,0-1 1,0 1-1,0 0-29,0 0 1,-1 1 0,-1 0 0,-5 1-1,0 0 1,-1 2 0,1 1 0,0 1 0,0 1-1,-1 0 1,0 1 0,0 0-29,1 1 0,0-1 1,-1 2-1,-3 1 0,-1 1 1,0 1-1,3-1 0,-1 1 1,2 1-1,-1 0 0,2 0 1,-2 2-61,-1 0 0,0 0 0,-1 1 0,1 1 0,0 1 0,-1 1 0,-2 2 0,-1 2 0,0 2 0,0 1 0,0 2 0,0 1-8,0 2 1,-1 0-1,-1 3 1,14-2 0,-2 1-1,0 1 1,1 0 0,2 1-1,2 1 1,-1-1-1,0 2 90,-4 0 0,0 0 0,-1 1 0,1 1 0,0 1 0,0 0 0,0 1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48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13145 13062 12632,'0'-48'983,"0"15"0,-7 3-492,5 15 1,-3 17-247,10 13 1,4 20 0,5 18 0,-2-1-21,-2 2 0,-4 2 0,2 10 0,1 2-67,0 1 0,-4 7 0,4-13 0,-1 0-36,1-3 0,-5-6 0,3-5-131,0 3 1,3-14-976,11 4 738,-3-24 0,11-4 0,-4-23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49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13255 12810 11909,'-7'-40'79,"5"8"230,-5 10 0,24 11-113,15 1 1,-2 6-169,17-1 1,7 9 0,16 1-19,-4-2 1,2-1 0,-8-2 0,6 0-39,7 0 0,6-7 0,5-3 0,-40 3 1,1 0 30,1-1 1,1 0-1,3 0 1,1 0 0,1 0-1,1 0 1,1 1 0,0-1 17,1 0 1,0 0-1,0 2 1,0 1 0,1 1-1,0 0 1,1-1-1,0 1-1,0-1 0,1 1 1,0 2-1,-1 1 1,-1-3-1,0 1 1,1 0-1,-1 1 30,2-1 0,0 0 1,4 0-1,2 1 1,-3 2-1,0 0 1,0 1-1,0 0 1,1 1 1,0 1-1,-1-2 1,0 0-1,2 1 1,0 1-1,0-2 1,0 0-46,0-1 1,2 0 0,4 0-1,1 0 1,-5 0 0,0 0-1,1 0 1,0 0-38,0 0 1,-1 0 0,3 0-1,1 0 1,-2-1 0,0 0-1,-1-1 1,1-1-34,1-2 0,0-1 1,-2 2-1,-1 0 1,2-1-1,-1 1 1,-1 0-1,-1-1 21,-1 0 1,0 1 0,2 3-1,-1-1 1,-4-1 0,-1-1 0,1 1-1,-1 1 6,-1-1 1,-1 0 0,-2 1-1,0-1 1,0 3 0,-1 0-1,-1 0 1,0 0 17,1 0 0,-1 0 0,-4 0 0,0 0 0,36 0 0,-3 2 20,-3 3 1,1 4-1,-12 7 1,-3-1 28,-6 1 0,-4 0 0,-7 0-25,5-1 0,10 1 44,10 0 0,-10-8 227,-5-2 40,-29-5 1,-20 8-48,-35 7 1,-2 3-179,-19 13 1,3 4 0,0 15-143,8 1 1,11-5 0,15-5 0,-1 4-53,3 4 1,-5 1 0,8 7 0,0 3 73,-2 5 1,5-1 0,-3 3-1,3-2 98,2 2 1,-5-8 0,0 3 0,-1-4-104,-1-3 0,4 1-458,-8 1 0,6-7 373,-5 6 1,-1-20 0,-4-7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50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13396 13895 11880,'56'26'0,"0"0"0,0 0-88,2-1 0,10-3 0,-5-6 0,5-2-86,9-4 0,8-3 1,4-7-1,-41 0 1,0 0 229,5 0 1,1 0-1,5 0 1,1 0 0,0 0-1,0 0 1,3 0 0,0 0 65,2 0 1,1 0 0,0 0 0,1 0 0,4 0 0,1 0 0,1 0 0,1 0-1,2 0 1,2 0 0,6 0 0,1 0 0,-4 0 0,-1 0 0,2 1 0,0 0-14,-1 1 0,0 1 0,5 1 0,1 1 1,1 3-1,1 0 0,-29-3 0,0 0 1,0 1-1,-1-1 0,1 0 0,-1 0 0,28 1 1,1-1-1,-1 0 0,0 0 0,1 1 1,1 1-76,-30-3 1,1 1 0,-1-1 0,0 1 0,1 0 0,-1-1 0,27 3 0,-1-1-1,-1-2 1,0 0-60,-3 0 0,1-1 0,-1 0 0,0 0 0,-1-3 1,1 0-1,-3 0 0,1 0-82,-1 0 1,-1 0-1,2 0 1,-2 0-1,-5 0 1,-1 0-1,-1 0 1,0 0-17,0 0 0,0 0 0,-4 0 0,-1 0 0,-2-1 0,-1 0 0,-3-1 0,-2 0-123,-3 0 0,-2-1 0,-1 0 0,-2 1 246,40 2 0,0 0 0,-10 0 0,-8 0 0,-4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51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17909 11364 11888,'-6'66'327,"1"-3"1,0-2 0,5-5-235,0 12 1,0 11 0,0 8 0,0-13-194,0-10 1,5-6 0,0-11-176,-1 0 0,3-5-465,-2 0-244,0-14 772,-5-5 1,0-16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52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17924 11364 11888,'46'-24'491,"11"1"1,17 7-247,-3 0 1,3 6 0,-15 1 0,6 0-273,3 1 0,5-3 0,-5-4 0,-1-1-219,-3 0 0,3 0 0,-3 1 0,-4 1-82,-4 3 0,-4-3 0,-1 4 89,6-4 1,-11 5 272,6 4 0,-13 7 457,-3 8 1,-16 14-1,-10 18 1,-6 9-1,-4 1 1,-6 8-1,1-3 1,0 5-370,5 0 1,7 15 0,3 2-369,4-4 0,-3-2 0,-1-20 0,3-1-82,1 2 0,-1-10 0,0 3-164,-3-2 0,-1 1-492,1 1 738,-3-21 0,-14-5 0,-1-21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53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17830 12134 11888,'-26'9'491,"36"3"1,32-7-247,7-1 1,9-2 0,3-2 0,9 0-106,8 0 0,-32-3 1,1 0-1,-2 0 1,1-1-1,0 0 1,0 0-104,3-3 0,0 1 1,39-1-1,-43 4 0,0-1 1,39-1-239,-5 0 1,1 0 0,-12 5 0,-3 0-292,-6 0 0,4 0 246,0 0 0,0 0 0,7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54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5786 17038 12529,'-42'-24'54,"1"4"25,-3 8-71,19 5 1,31 14-1,36 2 44,15 0 1,18-2-1,-8-7 1,6 0-189,7 0 0,10 0 0,-44 0 0,0 0 1,4 0-1,0 0 47,2 0 1,1 0 0,6 0-1,2 0 1,-3-1 0,-1 0-1,3-1 1,1-1 101,4-2 0,1-1 1,1 2-1,0-1 1,4 0-1,0 0 0,0 0 1,1 0 16,2 0 0,1 1 0,9-3 0,1 0 0,-1 1 0,0 1 0,2-1 0,1 0 0,0 1 1,1 0 0,-25 0 0,2 1 0,0 0-1,2 2 1,0 0 0,0-1 0,1 1 0,0 0 0,1-1-33,1 1 0,0 0 0,1-1 0,3 1 1,0 0-1,0-1 0,0 2 0,0 0 0,0 0 1,0-1-1,1 0 0,-1 1-44,1-1 0,-1 1 0,1 0 0,6 0 0,0 1 0,0 0 0,-5-1 0,-2 1 1,1 1-1,2-1 0,1 0 0,0 0 32,-1 0 0,0 0 0,1 0 0,5 0 0,0 0 0,1 0 0,-2 0 0,-1 0 0,0 0 0,0 0 0,-1 0 0,0 0 2,3-1 1,0 1 0,-1 1 0,0 0 0,-2 1-1,1 0 1,1 0 0,1 0 0,-1 1 0,-1-1-1,1 1 1,-1 0 15,-1 1 0,0 1 1,1-1-1,6 0 1,0 0-1,0 0 1,-6 0-1,-2 0 1,2 0-1,1 0 1,1-1-1,0 1 6,-1 0 0,1 0 1,0 0-1,3-1 0,1 0 1,0 0-1,-2 0 0,0 0 1,0-1-1,0 1 0,-1-1 1,0 0-8,3 0 1,1-2 0,0 2 0,-1 0 0,1 0 0,0 1 0,-20-2 0,-1 1 0,1-1 0,0 0 0,0 0 0,0 0-1,-1 0 1,1 0-4,-1-1 1,0 1 0,0-1-1,1 0 1,5 0 0,1 0-1,0 0 1,-2 0 0,-3 0-1,-2 0 1,0 0 0,1 0-1,2 0 1,1 0 0,0-1-1,0 1 4,0-2 0,0 1 0,1-1 1,-1 1-1,1 1 0,1 0 1,-1-1-1,-1 1 0,-3-2 1,-1 0-1,0 0 0,0 1 1,2-1-1,-1 1 0,1 0 0,-1-1 21,2 1 1,0 0-1,0 0 1,0-1-1,-1 0 1,0-1-1,0 0 1,0 1-1,0 0 1,-1 1 0,1 0-1,-1-1 1,0 1-1,-1 0 1,0 0-1,0-1 9,20 0 0,0-1 1,0 1-1,1 1 0,1 1 1,-1-1-1,0 0 0,-1-1 1,0 0-1,0 1 0,-1 1 1,0-1-33,-1 1 1,0 0 0,0 0-1,-3 0 1,-1 0 0,0 0 0,0 0-1,0 0 1,0 0 0,0 0-1,0 0 1,0 0-9,1 0 1,0 0-1,0 0 1,0 0 0,-1 0-1,1 0 1,0 0-1,-1 0 1,1 0 0,-2 0-1,1 0 1,-1 0-16,-2 1 1,-1-1 0,2-1 0,3 0 0,1-1 0,0 0-1,-2 0 1,1 1 0,-1-1 0,1 0 0,1 1 0,-1-1-32,-1-1 0,0 1 0,-1 0 1,-2 0-1,-1 2 0,-1-2 1,0 0-1,0-1 0,-1-1 0,0 2 1,-1-1-1,1 0 43,-2 0 1,1 0 0,-1 0 0,1 0 0,-1-1 0,0 1-1,-4-2 1,-1 0 0,-1 1 0,-1-1 0,-1 1 0,0 0 56,-2 1 0,-1-1 1,0 1-1,0 0 0,0-1 1,-1 0-1,28-3 0,-1-1 1,-3 0-1,-1 2 50,-4 0 1,-1 1-1,-4-1 1,-1 0 0,-5 3-1,0 1 1,-3 0-1,0 0-51,-2 1 1,0 0 0,-3 1-1,-2 0 1,-5 0 0,-3 0-1,-1 0 1,-2 0-125,-2 0 0,-1 0 0,41 2 0,-8 2 0,-1 3-139,-4 1 1,-3-2 0,-7 2-1,-2-1-213,-3-3 0,-4 3 429,-7-2 0,-1 6 0,-1-6 0,-1-2 0,-1-1 0,-1-2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55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17060 15356 12924,'-49'0'-984,"-2"0"492,-1 0 0,3 0 217,1 0 1,-2-7 505,-13-3 1,0-4 0,2 0-150,3 3 0,4-1 0,5 7 0,-1 3-15,-3 6 0,-6-1 1,1 9-1,-3 4-68,-2 3 0,2 2 1,3-5-1,6 0-55,3-1 0,7 6 1,0 4 105,-2 5 1,6-4 38,1 16 0,11 3 1,7 16-46,7-3 1,5-9 0,7-4 68,0 9 0,0-7 41,0 16 1,8-9 48,8 9 0,17-2-140,20-8 0,11-10 0,11-9 1,-8-10-15,-4-6 1,-2 1 0,3-9-1,3 3-98,1-3 0,5 2 1,-3-5-1,0 0-6,0 0 1,-2-2 0,-3-3-1,-1 2-45,-1 1 0,-3 0 1,-11-5 18,3 0 0,16-10 28,11-11 1,1-12-19,-42 8 0,-2-3 1,25-35-1,-18-7-72,-15 4 0,-7 0 0,-16 8 70,-1-5 0,-6-3 0,-6 12 65,-8-4 1,-5 7 0,0 13 33,-5 0 1,-27-1 0,-4-3-1,-1 6-12,0 2 0,2 8 0,-8 0 0,-1 0 7,2 1 0,-14 3 1,7 6-1,-3 0-73,-4 0 0,-3 8 0,-2 2 0,0 6 52,-6 6 0,40-3 0,-2 2 0,-1 3 0,-1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56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19512 15341 12836,'-26'-30'-492,"0"4"0,-4 1 0,-5 3 0,-14 6 386,-14 11 1,-6-2 0,-7 1 116,8 3 1,2 10 9,3 9 0,-9 8 0,30-8 1,-1 1-25,-31 15 1,12 3 0,16-9 0,2 3-3,3 3 0,0-1 0,-1 1 0,6-1 70,3 1 0,5 1 30,-4 4 1,13 8-13,-2 7 0,14 8 17,17-3 1,8 1-1,13-4 1,1-9-31,-1-4 1,8-5 0,3-2 0,3 0-22,2 3 1,6 0 0,1-6 0,0-1 4,0-4 0,11-3 0,-2-7 1,1-2 58,1-4 1,3-3 0,0-7 0,-1 0-61,-3 0 1,-1 0 0,-2 0-1,-3 0-58,-6 0 0,-3-2 1,-2-3 64,1-5 1,13-18-1,2-7-283,-4-4 0,-7 1 1,-20 6-1,-1 1 15,1-1 1,-6-9 0,-2-5 126,-1-3 0,-4-12 0,-8-7 0,-6 9-13,-3 6 0,-6 6 0,-6 0 71,-11 0 0,-19-9 0,-8 2 42,0 5 0,-17 2 0,0 3 0,2 9-39,1 4 1,2 8-1,-3 2 1,0 5-204,-1 6 1,-17-2 222,13 6 0,-17 1 0,4 5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57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20707 15466 12977,'-9'47'-984,"4"-10"624,10 0 0,4 0 503,7 10 0,-6 5-29,1 0 1,-8 6-72,3-6 0,1 1-243,-2-6-174,0-14-354,-5 11 728,0-25 0,0 11 0,0-15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58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20770 15325 12858,'30'-40'-984,"-13"15"492,15 15 0,-11 6 501,15 4 1,3 0-16,13 0 0,-1 0 15,7 0 0,-8 0-4,3 0 1,-4 0-27,-2 0 114,-14 0 147,11 0 138,-25 0-37,10 0-111,-20 21 1,-9 11-28,-10 20 1,1-8-83,-1-2 1,6-14 8,-1 14 1,3 5-191,2 16 0,7 5-159,3 5 0,11 2 75,6-7 0,1-7-204,-2-8 1,-3-4-543,-8-2 890,-6-14 0,-23 11 0,-12-11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59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20802 16362 12553,'26'-17'-378,"16"3"0,-21 21 126,21 3 1,-16-1 49,5 1 0,-10-1-140,16 2 330,-7-4 111,15 0-103,-12-6 546,-8 13 144,-11-12-751,-14 5-48,14-14 85,-4 5 202,27-12 81,-11 6-45,5-8-178,-8 7-21,-7-5 163,0 13-70,-8-13-91,-1 12-843,-7-12 529,-21 19-163,16-10-93,-23 19 301,19-12 256,1 5 0,1-7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60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22610 15891 13425,'5'47'-984,"5"-5"1352,22 0 1,6-2 36,4 2 1,14-6-238,12-9 1,9-5 0,-33-14 0,1-2 0,41 5-29,-1-6 0,-38-4 1,1 0-1,4-1 1,2 0-1,3 0 1,2 0-58,3 0 0,1 0 1,0-3-1,0 1 0,3-1 1,-1 0-1,-2 1 1,0 1-113,-3 0 0,1 0 1,0-1-1,0-1 1,-2 0-1,-1 1 1,0 0-1,-1 0-61,-1 1 1,0 0 0,2 1 0,-1 0 0,-5 0 0,-1 0 0,-1 0 0,0-1 21,0-2 1,-1 0-1,1 3 1,0-1 0,-1-3-1,0 1 1,0 0 0,0 0 28,-3 1 0,0-1 0,3-2 0,0-2 0,-4 1 0,-1 0 0,42-12 15,-4-3 0,-10-1 0,-6 2 1,-7-2 74,-6-3 0,-6-1 0,-5-5 90,-5-1 1,-1-18-33,-4-8 0,-11-12-93,-16 2 1,-23 3 0,-10 13-1,-8 10 30,-8 7 1,-7 4-1,-3-1 1,-2 1 75,-3-1 1,-9 6-1,-9 0 1,-7 0-66,40 13 0,-1 1 1,-9-2-1,0 0 0,1 3 1,1 1-1,-3 1 0,0-1-11,-1 1 0,0 1 0,-6 0 0,0 2 0,-1 0 0,0 1 0,1 2 1,-2 1-10,-2 1 1,0 0 0,2 1 0,0 0 0,-1 1 0,1 0-1,2 1 1,2 0-130,1-1 0,1 3 0,-4 4 0,1 1 0,7-1 1,2 0-1,0 1 0,1-1 0,2 1 1,0 0 0,-2 1 0,0 1 0,6 0 0,0 1-1,1-1 1,0 0 42,-38 12 1,2 5 0,10-2 0,2 2-1,3-2 1,0 9-1,13-3 1,3 1 75,5 0 1,-1 9 0,7 7-99,3 7 1,12 6-176,18 1 0,12 5 0,8 11 0,12-16 0,8-11 0,10-6 0,13-4 0,6-6-246,11-2 0,8-10 492,0-3 0,-37-11 0,1-1 0,4 0 0,1 0 0,2-1 0,0-1 0,3-1 0,0 1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61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14198 15341 11970,'-19'-37'491,"3"0"1,25 30-296,7 18 1,1 17-1,0 38 1,-4 4 0,-3 5-57,-1 11 0,-3-39 1,0 2-1,-3 1 1,-1 1-1,0-1 1,0-1-33,-1-1 0,0 1 0,-1 2 1,0 1-1,0-6 0,0 0 1,0 43-174,0-8 0,0-1 1,0-10-1,0-7-519,0-6 335,0-18 0,3-13 0,6-30-243,7-24 0,-4-20 246,-7-5 0,4-20 0,0-1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62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14057 15403 11905,'-27'-8'983,"12"-8"-656,30 0 1,6 1 0,21-8-83,2 0 1,17 0 0,2-4 0,-4 4-315,-1 5 0,-4-4-423,14 1 0,-5 3 0,16-8 0,-18 7 419,-3 3 368,-22 7 1,-4 13-258,-11 17 0,-4 21 0,6 15 0,-2-2-225,0-5 0,1-1 0,-2 3 0,1 4 113,-2 0 1,4 4-1,-2-5 1,-2 3 112,-2 1 1,-1 11-1,0-9 1,-1 1 197,1-3 1,-5 0-77,-1 9 1,1-3-367,4 3 1,-4-5-780,-1-5 881,-6-18 0,3-10 0,-7-15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63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14182 16378 11874,'42'9'491,"0"-4"1,4-3-247,4-2 1,3 5 0,8 0 0,3-1-1,1-3 1,10-6 0,0 0 0,0 0-432,2-2 1,-7 5 185,-2-3 0,-3-4 0,-2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64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18679 11223 11874,'-52'-9'276,"-3"4"0,0 6 215,-5 10 1,-1 6-1,-2 15 1,2-1-1,3 1 1,6 6-27,10 4 0,11 5-793,10 5 0,5 3 0,5 6-71,6 2 0,3-9 280,2 9 0,4-4 303,6 4 1,10-7 182,16-4 1,11-10-217,11-5 1,7-11 0,-2-7 0,-8-5-104,-4-3 1,2-8 0,-1 2-1,-1-3-41,-2-2 1,3-2 0,0-3 0,-1-5-155,-2-4 0,-2-2 0,0 0 0,-1-1 6,-4-4 0,1-4 1,-3-10-21,6-7 1,-8 4 0,8-11 29,-6 4 1,-10-2 90,-9-1 0,-6-2 279,-4-18 0,-8 3 131,-13 2 1,-16 7-44,-22 4 1,-20 5 0,-10 7-126,3 8 1,1 8 0,20 10 0,-2 1-91,-3 3 0,-2 5 1,-2-4-1,2 2-60,3 4 0,-3 1 0,3 2 0,-1 0 12,1 0 0,4 2 1,7 3-114,0 5 0,-9 16 0,2 4 1,6 0-18,6-2 0,6-2 0,4 5-2,1 1 0,-6 13 1,2 6-201,6 3 0,4-5 0,9-5 184,1 5 1,4-9-46,1 12 0,10-5 366,5 16 1,19-7-125,24-9 0,20-1 0,-29-25 0,2-2-30,39 12 1,-3-12-1,-12-8 1,0 1 102,-3 2 1,10-5 0,-9-4 0,2-2-322,-1 3 0,4-5 0,0 5 1,-1-6-48,-2-6 1,-4-2-1,-2-10 1,-3-1 36,-2-2 1,-1-7-1,-8 2 1,-3-5 11,-5-6 0,-4-2 0,-2-4 1,-1 1 104,-4-2 1,-3 4 0,-7-2 0,-3-2 39,-2-1 0,-4-6 221,-7-6 0,-14 3 0,-5-6 1,-7 13 81,-6 7 1,-1 0-71,-19-2 1,-10 3 0,-13-2 0,11 14-142,6 13 0,-5 2 0,0 7 0,-3 1-308,-6 3 0,-12 8 0,6 3 0,-3 6-35,1 5 1,3 1 0,5 6 0,8 0-8,4 6 0,12-1 0,0 9 0,12 1 103,8 3 0,5 1 0,7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65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17846 9698 11901,'-39'-23'491,"-3"7"1,7 13 491,-1 8-1104,6 14 125,-8-8 303,6 5-201,8-2 0,8 3-43,11 15 1,3 9-106,2 17 1,0-14 60,0 13 1,2-8-1,3 18-162,5-3 1,-3-10 0,0 9 50,0-2 0,-3 25 0,0-40 0,1 0 58,-2 1 1,1-1-1,1 34 1,-5-12 42,0-1 1,5-3-63,0-11 0,6-9-64,-6 3 4,7-18 0,6-6-281,13-18 1,9-3-99,13-2 0,-10-5-259,5 0 751,-12-1 0,-4 6 0,-10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66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18129 9776 11832,'22'-34'337,"5"2"0,-1 11-205,5 0 1,-1 5 243,12 6-853,-14-4 474,16 12 0,-27 6 146,4 17 0,-11 0 6,-10 15 0,-1 6 1,-3 12-69,-1 2 0,0-10 0,5 1-117,0-2 0,0 11 1,0 2-1,0-4-14,0-3 0,0-3 1,0 3-1,0 2-260,0-3 0,0 11-1,0 13 1,0-3-1,0 11-35,0-15 0,0-15 204,0-5 0,0-8-157,0 8 390,0-24 0,-11 13-228,-10-20 1,-1 1 136,-20-11 0,10-5 0,-13 6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67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18899 9714 11835,'-33'-6'983,"3"3"-492,8-20 1,-3 18-271,-6 10 1,11 13-13,5 18 0,8-6-50,-4 7 1,8-1-18,-3 12 0,6 6-71,6 3 0,-5 11-159,5 6 1,1-1-1,-2-1-28,-2-4 0,-1-14 1,-2 7-211,0 0 0,2-21 0,1 8 56,3-5 1,6 3 133,-2 6 0,4-3 85,2 3 0,0-13-155,0-3-238,-1-6 1,15-5 114,7-15 0,-6-10-92,0-10 421,-3-1 0,4-19 0,-1 6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568"/>
    </inkml:context>
    <inkml:brush xml:id="br0">
      <inkml:brushProperty name="width" value="0.08819" units="cm"/>
      <inkml:brushProperty name="height" value="0.35278" units="cm"/>
      <inkml:brushProperty name="color" value="#00FFFF"/>
      <inkml:brushProperty name="tip" value="rectangle"/>
      <inkml:brushProperty name="rasterOp" value="maskPen"/>
    </inkml:brush>
  </inkml:definitions>
  <inkml:trace contextRef="#ctx0" brushRef="#br0">20251 9651 11835,'37'1'491,"0"5"1,-4-5-128,14 5 1,-14-5-570,9-1 0,-2 0 234,13 0 247,-18 0 445,15 0-286,-30 7 1,2 18-210,-17 17 0,-3-7 1,-2 7 1,0 5-224,0 16 0,4 8-250,6 13 0,2 3 0,0-42 0,1-1 0,10 35 0,-2-9 0,-6-18 0,1 4 65,0 0 1,-6 5 0,1-5 0,-1 0 172,-1-4 0,3-6 1,-7-1-72,-1 4 0,-2-3 279,-2-5 0,-6-13-133,-9-1 0,-8-10-94,-24-6 1,0-4-94,-16-7 0,-4-2-60,-11-3 1,-8 3 0,2-3-149,7 3 0,15 2 0,20 0 116,-2 0 0,-15 7 0,-6 2 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59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22154 6020 11981,'-7'-33'245,"12"66"1,-10 5 0,10 48 0,-2-20-1,3-10 1,-5 16 0,6 1 0,-1 7-83,-1 6 1,2-4 0,-5-38 0,-1 1 0,3 0 0,-1 1-42,2 0 1,-1 1 0,0 0 0,1 0 0,1 0 0,0 0 0,-1 0 0,1-1 40,-1-2 1,2 1 0,0 1 0,0 0 0,7 42 0,-2-1-109,-2-3 1,-1-7-1,3-6 1,-3-4-125,-2-1 0,4-5 0,-6-3 2,-2 1 0,-1 2 1,-2 0 271,0-3-156,0-18-328,0-3 0,-2-46 231,-3-17 1,-2-25-1,-5-24 1,3 4 42,2 2 1,-3 1 0,3-12-1,-2-2 17,-3-2 0,7 37 1,1 0-1,-1 1 0,0 1 1,-1-1-1,-1-1 64,0-1 0,0-1 0,0 0 0,0 0 0,1-3 0,0 1 0,1 2 0,0 2 65,-2 0 0,1 1 0,-1-39 1,0 8-1,2 0-107,0 7 1,0-9 0,5 13 0,0 2 21,0 1 1,0-2 0,0 9 0,0-2-182,0 1 1,0 6-1,1-1 1,3 3-20,1 2 1,6 3 162,-6-3 295,7 10 19,-10-8 0,5 27-137,-7 18 1,-2 21 0,-1 35 48,-3 7 1,1 9 0,5-2 0,0 3-167,0 7 1,2 1 0,0-36-1,1 2 1,2 3 0,1 1-86,0 6 1,2 0-1,-1 1 1,1 1-1,0 1 1,0 0-1,0 2 1,0-1-6,0 0 1,-1 2 0,1 2 0,0 1 0,0-1-1,0-1 1,0-1 0,0 0-131,0-2 1,-1 0-1,-1-6 1,-1-2-1,0-1 1,0-1-1,6 37-105,-2-10 0,-1 6 0,-4-7 0,3-2-46,2-3 1,-6-1-1,2-15 184,-3 0 1,0 3 119,3-6-231,-3-15 0,5-15-83,-7-28 1,-2-20 0,-2-31 205,-1-5 1,0 9 0,5-13 0,0-1 95,0 5 0,-5-18 0,0 2 0,1-10 17,3 40 0,0 0 1,-1-1-1,-1 0 1,0-7-1,1-1 0,0 2 1,0 0-13,2 1 1,-1 0 0,-2-7 0,0 1 0,0 7 0,-1 1 0,1-2 0,-1 1 8,1 1 0,-1-1 0,-2-4 0,0 0 1,2 8-1,-1 0 0,0 1 0,0 0-4,0 0 1,-1 0 0,2 2 0,0 1 0,-9-44 0,3 10 73,-2 6 0,5 2 0,0 18 51,0 1 577,-2 9-390,-7 4 1,8 38-179,2 21 1,5 12-129,1 25 0,0-1 0,1 15 0,5-6-29,4 1 0,2 8 0,1 3 0,-3 10 16,-4-43 0,0 2 0,1 8 1,0 2-1,1 2 0,0 1 0,-1 2 1,0 1-71,-2 4 0,0 1 0,2 4 0,0 1 0,-1 1 0,-1 0 0,1-3 1,0-2-57,-1-3 0,1 1 0,0 3 0,0-1 0,-3-12 0,-1-4 0,0-1 0,1-2-369,4 37 0,-3-8 0,6 4 0,-5-11-492,6-4 984,-8-31 0,36-48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60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22154 5706 12560,'57'34'491,"3"-2"1,1-8-247,5-4 1,4-5 0,11 1 0,1-2-106,1-4 0,-32-3 1,2-1-1,-1-2 1,0-1-1,3 0 1,0 1-19,1-1 1,0 1 0,4 1 0,1 0 0,0-1 0,0-1 0,0 1 0,0 1-1,2 1 1,-2 0 0,-2 1 0,-1 0 0,1 1 0,-1 0 0,-1 0 0,-2-1-1,-2 1 1,-1 0 0,4 1 0,-2 0 0,-7 0 0,-1 1 0,-1 1 0,1 1 122,39 12 1,-6 2 0,-6 6 0,-5-1-335,-3 1 0,-11-1 0,-5 0-403,-5 1 0,8-1 84,6 1 0,5-15 197,-11-6 1,-7-11-774,-8-11 817,-18 1 1,-12-13 0,-15 7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61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24889 6601 12283,'0'-55'983,"7"14"-492,-5 19 1,12 37-247,-3 22 1,1 19 0,-2 12 0,-3-3-1,0-6 1,-3 13 0,5-1 0,-1 4-1,1 2 1,-4 7 0,6-7 0,-1 0-1,-1 0 1,5 6 0,-4-9 0,4-6-1,2-7 1,0-2 0,1-8 0,1-4-738,-2-3 0,4-7-492,-4 4 0,0-6 738,14 4 0,-34-29 0,1-4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62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22500 8771 12262,'-25'-27'120,"25"1"1,12 7 0,37-2 0,2 2 124,5-2 1,15-2 0,8-5 0,5 2-136,-38 12 1,1 0 0,3-1 0,1-1 0,1-2 0,1-1 0,1-1 0,0 0-87,1 0 0,2 0 0,7-3 0,1 0 1,-4 2-1,0 0 0,3-1 0,0-1 20,-1-1 1,1 1-1,5-2 1,-1-1 0,-6 1-1,0 1 1,-2 1 0,0 1-105,2-1 1,-1 0 0,-8 4 0,0 0-1,-1 0 1,-1 1 0,-4 2 0,-1-1-53,-3 1 0,-1 1 0,44-10 0,-20 2-88,-4 1 1,4 3-75,-8-8-408,-8 8 682,-18-4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63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23066 6806 12427,'8'49'491,"-2"3"1,1 6-1,-2 10 1,0 3-403,-5 8 0,2-7-416,3-4 0,11-18 119,10-8 1,16-15-8,5-12 0,12-6 59,4-9 0,0-7-191,5-3 0,-5-4-145,-5-2 0,-4 5 393,-7 1 0,-14-8 1,-3-6-1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64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23129 7104 12578,'38'-24'491,"9"7"1,9 8-774,0 2 0,2 0 0,-4 3-561,3-1 843,1 0 0,3-2 0,4-2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65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23034 6696 12322,'9'-44'235,"8"9"0,15 9-390,13 7 1,2 8-1,6 6 1,-4 3-174,-2 2 0,5 0 0,4 2 291,5 3 1,-8 4 0,8 7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66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19937 6586 12301,'-47'0'809,"13"0"-687,-9-7-5,17-9-222,1-15 1,23-13 43,29-3 0,4 10 26,27 16 0,3 5-45,17 6 0,1 13 56,0 18 0,-9 14 72,-8 23 0,-21 3 0,-20 7 0,-13-10 129,-6-7 0,-18-1 0,-8 3 61,-9-1 0,-6-3 0,1-16-257,-9 4 0,-1-11 1,-4 0-474,3-7 0,-10-10 0,-4-4 0,7-8 246,14-13 0,11 4 0,15-18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67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20581 6523 12301,'0'-26'983,"-7"5"0,34 42-1673,-20-16-294,43 16 720,-30-42 0,-8 0 293,-28-10 0,-8 10 300,-18 21 1,-7 21-3,-9 10 1,4 25 0,7 8 163,14 1 1,6 1-165,22-3 1,16 2 0,13 10-132,9-16 0,11-18 0,-2-20 0,3-6-524,2-4 0,1 1 0,1-7 137,3-1 1,18-3 0,10-1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68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21289 6806 12225,'30'-26'-66,"-2"-1"201,14 22 1,1-5 177,10 4 0,-3 1-430,8 5 1,-7-5-578,1 0 207,-24 0 430,0-2 1,-58 0 44,-6-4 1,-15 2 67,4 4 1,-6-4-11,1-6 0,6-3-40,10-3 0,20 0 6,16-10 1,18 13-34,23-8 1,15 16 29,18-6 1,-4 12 25,-2 4 1,-11 9 74,-4 12 0,-18 5 104,-9 11 0,-16-2-52,-10 7 1,-15 0-38,-17 5 1,1-7 48,-6-3-174,11 3 0,10-14 0,9 4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69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25330 6759 12193,'45'17'17,"4"-6"154,5-8 0,7-3 0,-5 0 1,4-2-219,4-3 1,6 2 0,-3-6 0,-1 0 87,6 0 1,-3 6 0,3-4 0,-4 2-10,-7-1 1,6-4 0,-8 3 0,-1 0 58,-2 0 1,1-5 0,-3 3-364,2 0 0,14-10-76,9 3 0,-8-5 2,-13 0 219,-11 4 1,-40-6 203,-17 8 0,-32 4 0,-23 2 321,1 2 0,-1-5-122,7 2 0,8-4 91,-8-2-222,21 0 1,15 2-268,27 4 1,11 5 67,31 10 0,10 5 0,13 10-204,-3 1 1,-3 1-32,-6-1 1,-7 9 219,6 7 1,-22 6 93,-14-1 1,-12 5 161,-14 6 0,-15-4 0,-9 1-187,-4-6 0,3-6 0,-9-6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70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25157 7655 11993,'38'-20'0,"4"6"0,4 6 78,1 4 0,14 1 0,7-1 1,7-3 84,4-2 1,5 6 0,-40 0 0,1-1 0,1 1 0,2-1-46,2-1 0,1 0 1,7 0-1,1 1 0,-1-1 1,0 1-1,2 0 0,0-1-109,0 1 0,1 0 1,4-1-1,1 1 0,-2-2 1,1 0-1,2 1 1,1 1-88,0 0 1,0 1-1,-3 0 1,-1 1 0,2 1-1,1 0 1,-2-1-1,1 0 16,0 0 1,-1-1 0,-3 0 0,0 1 0,-4 2 0,-1 0 0,-1 0 0,-2 0 22,-1 0 0,-1 0 1,-2 2-1,0 1 0,-5 0 1,-1-1-1,38 2-11,-7-2 1,-7-2-1,-10 0 1,-6 0 12,-3 0 1,-5-7 237,3-4-127,-10-3 1,-11-14-151,-31-3 1,-22 6-224,-30 4 0,-13 9 23,-14-3 0,9-5 145,12 10 0,9-9 220,12 3 135,17 7-134,5-12-131,18 19 0,33 8-87,22 9 0,20-1 64,0-3 1,4-1 3,2 6 0,-15 0 425,-6 0 126,-21 6 1,-14 11-165,-29 15 1,-1-14 0,-24 3-291,1-5 1,-15 3 0,-2 1-1022,5-1 927,-2 5 0,11 0 1,-6 8-1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71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27389 6790 11858,'9'-26'245,"12"12"1,-10-11 0,10-6 0,-4-13-1,-1-5 1,-1-5 0,1-2 0,0 1-1,0 2 1,-1-1 0,1 0 0,0-2-116,-1-3 0,1-1 0,0 1 0,0 1-263,-1-1 1,1 3-1,0 0 64,0 2 0,1-7 804,4 8-470,-11 12 0,4 42-86,-14 25 1,-5 25 171,0 22 0,3-3-397,13-2 1,13-17-373,18-9 1,5-21 89,6-11 0,-6-15 0,0-11-164,-9-8 0,-10-4 0,-1-9 0,-10 1 0,-1-17 0,-8-1 128,-8 2 1347,-6 6-492,4 8 1,-5 45-165,7 24 1,0 22 0,0 15-150,0-10 1,2 8 0,3-1-695,5-3 516,11 7 0,-3-19 0,4 3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72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29072 6947 11912,'54'-8'33,"5"1"1,6 7 0,-4 0 19,0 0 1,0 0 0,4 0-1,3 0-23,5 0 1,3 0 0,-3 0 0,-5 0 243,-3 0-274,-2 0 0,-7 0 0,-2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73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29056 7309 11980,'44'22'245,"3"-6"1,9-2 0,-2-7 0,2 0 81,3 0 1,-3 5 0,2-1-553,1 3 0,6 7 1,-4 1-268,-10 3 0,-18 10 246,-18 12 0,-25-2 0,-18 3 0,-9-10 0,-6-5 0,-8-3 0,-3-2 0,0-4 324,0-1 0,-9-2 1,3-4-1,3 3 249,1 1 1,0 1 0,5-1 163,0 5 1,20 1-1,0 4 1,20-3-247,16 9 1,34-6 0,22-6 0,4-8-50,3-5 1,12-8-1,4-1 1,-39-3 0,1-2-247,1 0 0,0-1 0,0-2 0,-1 0 0,-2 1 0,1 1 0,39-4 50,-4 0 0,-8 2 0,-3 5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74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18129 11584 12420,'-35'-31'86,"-9"-1"0,-10 2 1,-5 4-1,3 7 159,5 7 1,-1 3 0,-3 6 0,0-3-1,-5 3 1,-6 1 0,-4 2 0,0 0-492,0 0 0,-3 0 0,1 0 0,-1 0 0,-2 0 0,-11 0 0,6 0 0,-4 0 0,-2 0 0,2 0 0,4 2 0,0 3 428,1 6 1,-7 4 0,11 6 0,2 4 62,1-1 1,-1 11 0,5-2 0,1 4-101,3 1 0,8 6 0,5-2 1,8 2-101,6-2 1,4 8-1,3-3 1,2 2-70,2 0 1,5 4 0,-4 1-1,1 0-177,-1 0 0,6 4 0,-2-4 0,4 0 154,1 0 1,0-2-1,1-4 1,1-1 43,3 0 1,4 3 0,11 5-2,6 2 1,2-6-1,16-14 185,6-4 1,21 2-1,14-2 1,0-7-61,3-7 1,0 4 0,10-11 0,5-1-94,-40-7 0,0 0 0,3 0 1,0-2-1,0-2 0,0 0 1,0 0-1,1 0-25,-2 0 0,0 0 1,6 0-1,0 0 1,-4-1-1,-1 0 1,2-1-1,1 0-12,1 0 0,0-1 0,-1-2 0,-1-2 0,0 1 0,-1 0 0,-2-2 0,0-2-57,0 0 1,0-1 0,0-2-1,0 0 1,-2 2 0,0-1-1,0 1 1,-1-2 25,-2 0 0,1-2 1,0-2-1,1-1 0,-4-1 1,-1 0-1,1 0 0,-1-1 23,39-18 0,-3-6 1,-2 2-1,-4-3-19,-1-2 1,-3 0-1,-10-1 1,-4 1-11,-4 0 0,-4 0 0,-3 0 1,-7 0-21,-7-1 1,-7-9-1,-11-6 31,-4-3 0,-8 1 0,-9 16 0,-10 0 28,-7 2 1,-15-7 0,-8 10 0,-8 2 30,-11 2 1,-5 0 0,34 22 0,0 1 0,-2 1 0,0 1-21,-1 0 0,-1 0 0,-6-1 1,-1 0-1,1 5 0,1 2 0,-4-1 1,-1 0-47,1 1 0,-2 1 1,-5 3-1,0 1 0,4 1 1,0 1-1,0 1 1,-1 0-205,-2 1 0,0 0 0,-1 3 0,1 1 246,0 1 0,-1 1 0,1-1 0,0 0 0,3 1 0,0 0 0,1 1 0,-1-1 0,-1-1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6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22201 5957 7718,'0'-10'0,"-2"1"0,-1 4 0,-3 6 0,3 8 0,1 7 0,2 5 0,0 5 0,0 12 0,0 8 0,0 4 0,2 22 0,3 5 0,-1-33 0,1 3 70,-1 5 0,1 2 1,2 2-1,0 2 1,-3 3-1,0 2 1,1-1-1,1 1 181,-1 3 1,0 1-1,-2 4 1,0 0-1,1-1 1,0-1-1,1-3 1,-1-1-504,1-2 0,-1-2 0,-2-6 0,1-1 0,2-1 0,0-2 0,1-3 0,1-1-334,7 35 1,1-16 0,-1-10 0,-1-14 649,-3-7 0,-1-4 0,1 8-64,-4-8 0,-10-3 0,-1 4 0,0-1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5T07:27:44.817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17971 9525,'0'0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4.957"/>
    </inkml:context>
    <inkml:brush xml:id="br0">
      <inkml:brushProperty name="height" value="0.053" units="cm"/>
      <inkml:brushProperty name="color" value="#FF0000"/>
    </inkml:brush>
  </inkml:definitions>
  <inkml:trace contextRef="#ctx0" brushRef="#br0">17547 5643 6763,'-77'-41'0,"0"0"0,-1 1 0,-1 1-2,21 13 1,-1 1-1,1 1 1,-20-5-1,-1 2 1,21 9-1,0 1 1,-2 1-1,-3 0 1,-2 1-1,0 1 1,-3 0-1,-1 1 1,-1 0 0,-6 0-1,0 0 1,-1 0-1,-3 1 1,0 1-1,-1-1 1,-3 2-1,-1-1 1,0 1-1,0 0 1,-2 1-1,1 0 1,19 2 0,0 1-1,-1-1 1,1 1-1,-2-1 1,0 0-1,0 0 1,0 0-560,-2 0 0,0-1 0,0 1 1,-1-1-1,-4 0 0,-2 1 0,1-1 1,1 0 560,3 0 0,2 0 0,-1 0 1,-1 0-1,-6 1 0,-2-1 1,0 1-1,1 0 0,1 0 1,1-1-1,0 1 0,0 1 0,-1-1 1,0 1-1,-1 0 0,0 0 1,-2 0-1,-1 1 0,0-1 1,-1 1-1,1 0 0,-1 0 1,0 0-1,0 0 0,-3 1 0,-1-1 1,0 1-1,0 0 0,0 0 1,1 1-1,0-1 0,-1 1 1,0 0-1,1 0 0,-1 0 1,0 0-1,2 0 0,0 1 0,0 0 1,0 0 37,0 0 1,1 0 0,-1 1 0,-1-1 0,14 1 0,-1 0 0,0-1 0,1 1 0,0 1-38,-13-1 1,2 1 0,-1 0 0,-1 1 0,15 0 0,-2 0 0,0 0 0,1 1 0,0 0 0,-15 0 0,2 1-1,0 0 1,-1 1 0,1 0 0,0 1 0,0 0 0,0 0 0,-2 1 0,0 1 0,1-1 0,0 1 0,1 1-1,2-1 1,-1 1 0,0 1-25,1-1 1,0 1 0,-1 1 0,1 0 0,-2 0 0,0 1 0,0 0 0,1 2 0,4 0 0,1 1 0,0 0 0,1 1 0,0-1 0,0 0 0,0 1 0,1-1 9,0 1 0,1-1 1,-1 1-1,1 1 1,-3 1-1,0 0 0,0 1 1,1 0-1,5-2 1,0 1-1,1-1 0,0 1 1,2 0-1,0 1 1,0 0-1,1 1 0,0 0 1,1 0-1,0 1 1,0 0-1,-16 6 0,0 1 1,1 1-1,0 0 1,1 0-1,0 1 0,5 0 1,0 0-1,1 0-22,2 1 1,2 0-1,0 0 1,1-2-1,0 1 1,3 1 91,6-1 0,1 1 0,0 0 0,0 1 0,0 2 0,2-1 1,-17 13-1,3 1 0,3-1 0,2 1 0,5-1 0,2 0 0,8 0 1,3-1 19,4 0 1,3 2 0,7-3-1,2 3 1,4-1 0,3 2-1,5-1 1,3 1 0,5-2-1,4 1 1,3 0 0,3 0-1,4 1 1,2 0 0,4 2 0,2 0 88,3 0 1,4 0-166,10 7 0,5-2 0,-2-9 0,3-1 0,9 5 0,4 0 0,2-1 0,4-2 0,3 0 0,4-3 0,7 2 0,3-2 0,5-2 0,3-2 14,-21-12 0,1-1 0,2 0 1,2-3-1,1 0 0,2-1 1,5 0-1,1 0 0,2-2-4,4 1 0,1-1 0,-1-1 0,-4-3 0,0-1 1,2-1-1,10 2 0,2-1 0,1-1 0,-19-3 0,0-1 1,1 0-1,0 0 0,1-1 0,1-1 0,0 0 0,1 0-23,0-1 1,0 1 0,1-2 0,1 1 0,7-1 0,2 0 0,1-1 0,-1 0 0,-2 0 0,0-1 0,0-1 0,0 1 0,3 0 0,1 0 0,0 0 0,1 0 0,2 0 0,1-1 0,1 1 0,-1-1 0,0 0 0,-1 0 0,1-1 0,0 0 0,-15 0 0,-1-1 0,1 0 0,0 0 0,0 0 0,-1-1 0,1 1 0,-1-1 0,1 0 0,0 0-45,-1 0 0,0 0 0,0 0 0,1 0 0,1 0 56,7 0 0,2 0 0,0 0 0,0 0 1,-3 0-1,10 0 0,-3 0 0,0 0 0,3 0 1,-12 0-1,1 0 0,1 0 0,1-1 0,-1 1 1,-1-1-1,0 0 0,0 0 0,0 0 1,-1-1-1,0 1 0,-1-1 0,-1 1 0,2-1 1,-1 0-1,2-1 0,0 1 0,1 0 0,-1-1 1,0 0-1,0 1 0,-1-1 0,0 0 1,0 0-1,0 0-35,3 0 0,-1 0 0,1 0 1,0-1-1,0 0 0,-2 0 1,0-1-1,0 0 0,0 0 1,-1-1-1,0 2 0,1-1 0,-1 0 1,0 0-1,0 0 35,3-1 1,1 1-1,0-1 1,-1-1 0,-2 1-1,-4 1 1,-2-1-1,-1 0 1,1 0 0,1 0-1,6-2 1,0 0-1,1 0 1,1 0 0,-2-1-1,0 2 1,-1-2-1,0 1 1,0 0 0,-1 0-1,-2 0 1,0 0 0,0 1-1,-1-2 1,1 1-1,0 0 1,0-1 0,1 0-1,-1 0 1,-1 0-1,-1 1 1,-1-1 0,0 0-1,-1-1 1,1 1-1,1 0 1,0-1 0,0 0-1,0 0 1,-1 0-1,14-2 1,0-1 0,-1 0-1,0 1 19,-2-1 1,0-1 0,-1 1-1,2 0-15,3 0 0,2 0 0,-1 0 0,-3 0 0,-11 0 0,-2 1 1,-1-1-1,1 0 0,4 0 0,0 0 0,1-1 0,-1 0 0,-2 0 1,-1-1-1,0 0 0,-1 0 0,-4 0 0,-1 0 0,0 0 1,0 0-1,-1 0 0,1 0 0,-1-1 0,-1 1 0,17-5 0,-1 1 1,-1-1-32,-5 1 0,-1 0 1,0-1-1,1-1 1,-1-1-1,-3 0 0,-7 2 1,-3 0-1,0-1 9,-3 0 0,-1 0 0,-1-1 1,18-8-1,-3-1 0,-5-3 1,-3-1-1,-6 2 0,-2-2 1,-7 1-1,-4-1 0,-4-3 1,-4-1-1,-6 0 0,-5-1 0,-3-1 1,-5-2-1,-5 0 0,-3-1-105,-3-4 1,-3 0 0,-8-2 0,-4 0 177,-2-2 0,-5 0 1,-7-3-1,-6 1 0,-6 1 1,-5 0-1,-5-4 1,-3 0-1,-5-2 0,-2-1 1,-4 1-1,-3 1 45,-1 3 0,-3 0 0,15 17 0,-2 0 0,-2 1 0,-3 1 0,-2 1 1,-2 1-1,-2 0 0,-1 1 0,-1 1 0,-5 0 0,-1 1 0,0 1 1,-2 2-1,-1 0 0,-2 2 0,-3-1 0,-3 2 0,0 0 0,18 7 0,-1 0 1,0 1-1,-1 0-5,-2 0 0,0 1 0,-2 0 0,-1 1-137,-7-1 0,-2 0 0,0 1 0,1 2 0,5 2 0,1 1 0,-1 1 0,0 1 0,-7-1 0,-1 1 0,-1 0 0,-1 1 0,-1 1 0,-1 1 0,0 0 0,0 0 0,15 2 0,1 0 0,-1 1 0,-1 0 0,1 0 0,-4 1 0,-1 0 0,0 1 0,0 0 0,-1 0 0,0 1 0,-2 1 0,1-1 0,0 2 0,-1-1-338,-2 1 0,0 1 1,-1 0-1,1 1 0,-2 0 380,-1 2 0,-2 2 0,1 0 0,-2 0 0,1-1 0,13-1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5.067"/>
    </inkml:context>
    <inkml:brush xml:id="br0">
      <inkml:brushProperty name="height" value="0.053" units="cm"/>
      <inkml:brushProperty name="color" value="#FF0000"/>
    </inkml:brush>
  </inkml:definitions>
  <inkml:trace contextRef="#ctx0" brushRef="#br0">23239 5171 7801,'-11'7'0,"1"2"0,-3 1 0,-1 1 0,-1 1 0,-3 9 151,-3 5 1,-1 4 0,-8 3-1,0 4 1,-3 5 0,-2 5-1,-3 5 1,-3 4 0,-2 3 0,-3 1-1,-4 3 1,-5 1 0,26-29-1,-1 0 1,0 1 0,-1 0 0,-1 1-1,-1 1 1,0 0 0,0 1-1,-2 1 1,0 0 0,0 0 0,-2-1 1290,0-1 1,-1 1-1440,0 5 1,-1-1 0,3-9 0,-1 0 0,1 4 0,0 1 0,1-3 0,1-1 0,0-2 0,1-1-1,-30 27 1,6-6-434,4-4 0,6-9 1,7-5-50,8-7 0,4-6 0,11-6 0,7-2-2149,6-3 2628,8-11 0,18-16 0,3-9 0</inkml:trace>
  <inkml:trace contextRef="#ctx0" brushRef="#br0" timeOffset="1">25047 5124 7633,'0'-9'1459,"0"1"-40,0 2-1252,0 5 1,1-6 0,5 10 0,4 6-1,4 8 1,4 8 17,3 8 0,1 11 0,8 11 0,0 7-154,3 7 1,4 12-1,-19-38 1,0 1-1,2 1 1,0 1-1,2 3 1,0 0-1,0 0 1,0 1-1,1 1 1,1 0-1,-1-3 1,1 0 84,1-3 0,1 0 1,1 0-1,0-1-132,-4-4 1,1-1-1,5 2 1,0 0 0,21 31-1,5-2 1,-1-6-1,-4-6 1,1-4 0,-2-3-1,2-2 1,-2-4-1106,-1-3 817,0 3 0,-8-12 0,-4 4 0,-2-4 0,-5-1 0,-2-3 1,-6-1-630,-4-1 1,-8-6 0,-4 3 277,-3-1 655,-2-2 0,0-6 0,0 1 0</inkml:trace>
  <inkml:trace contextRef="#ctx0" brushRef="#br0" timeOffset="2">21635 6900 7733,'21'-10'956,"0"-1"1,5 8-998,-5-3 1,9-1 0,-1 2 0,8 2 0,5 1 0,5 2-1,6-2 1,4-1 0,8-4 0,5-2 0,5-1 0,2-1-1,5 1 1,3-3-169,-40 6 0,1 0 1,2 2-1,0 0 1,2 0-1,0-1 1,-1 1-1,0 0 276,-1 1 1,2-1 0,5-1-1,1 0 1,-4 2 0,-1 1-1,2-1 1,1 1 0,2-1 0,0 1-1,-2 1 1,0 1 0,2-1-1,0 2 1,-1 0 0,0 0 782,2 0 1,0 0-831,-1 0 1,1 0 0,-2 0 0,0 2 0,0-1 0,0 1 0,1 1 0,0 1 0,1 0 0,0 1 0,1 0 0,1 0 0,-1 0 0,1 1-19,-1-1 0,1 0 0,-1 0 0,-1-1 0,-2 1 1,0 0-1,2 2 1,0-1-1,-1-3 1,1 1 0,-2-1-1,0 1 1,0-1-1,-1 1 1,-3-2-1,-1-1 5,-1 0 1,0 0-1,-2-1 1,0 0-1,0 0 1,0 0-1,-1 0 1,-1 0-81,39 0 1,-2 0 0,-14 0 0,-1 0 0,-4 2 0,-8 1-1,-6 2 1,-8-1-501,-8-2 573,2-2 0,-16 0 0,7 0 0,0 0 0</inkml:trace>
  <inkml:trace contextRef="#ctx0" brushRef="#br0" timeOffset="3">24088 4857 7680,'-16'-14'110,"0"3"0,0 4 1,2 6-1,2-3 0,2-1 1,-2 1-1,-2 3 1,-2 1-1,0 0 0,0 0 1,1 0-1,1 1 1,1 5-1,5 4 2052,1 4-2055,1 2 1,6 1 0,0 4 0,-1 5 0,-3 4 0,-1 2 0,2 1 0,1 2 0,2 3 0,0 1 0,2-1 414,3-3 0,-2-2-496,8-2 1,4 1 0,8-1 0,2-1-1,3-4 1,1-3-247,3 0 1,6-6-1,6 4 1,5-3 0,3-3 1,2-4 0,-3-1 0,3 1 0,2-1-1,2-1 1,-1-2 0,-1-4-869,-2-1 0,4-9 1005,-6-3 1,1-11-1,-8-6 1,-3-4-1,-5-6 1,-6-6 6,-4-8 0,-5 2 0,-6-7 0,-2 0 268,-4-1 1,-3-17 0,-8 8-1,-5 1 1,-4 1 0,-6 4 0,-6 1-1,-8 5 378,-5 7 1,-9 3-448,2 13 0,-15-3 0,-6 14 0,-4 2 0,-3 6 1,-3 7 113,-4 3 1,-1 14 0,-1 7 0,2 9 0,2 11 0,5 4 0,4 4 0,6 6-480,4 10 95,11-11 1,25-12 0,3 2 0,-9 25 0,7 4 0,7 3 0,8-1 145,8-2 0,11 6 0,10-5 0</inkml:trace>
  <inkml:trace contextRef="#ctx0" brushRef="#br0" timeOffset="4">21588 7167 7638,'-2'18'0,"-3"3"0,3 1 288,-3 5 1,3 9 0,2 1-1,0 7 1,0 8 0,0 6-1,0 8 1,0 0 0,0 4 0,2-3-1,1 1 1,4-5 0,0-4-1,2-7-241,0-1 1,-4-16 0,4 3-360,-2-8 0,5-12 1,-3-1-1,1-7 1,-1-4-1,0-8-3166,-1-7 3010,-4-26 468,3 14 0,-14-29 0,-2 17 0</inkml:trace>
  <inkml:trace contextRef="#ctx0" brushRef="#br0" timeOffset="5">21603 7230 7091,'-8'-7'2128,"-5"4"-863,8-8-1082,0 8 0,5-6 1,2 6-1,3-4 0,5 0 1,4 0 256,2 3 0,9-3 0,4 2 1,8 0-421,3-2 0,9 3 0,9-6 0,5-3 0,3-1 0,4 0 0,2 2 0,3 2-347,1-2 0,1-2 72,-3-2 1,3 0 0,-6 0 0,1 2 0,-4 2 0,-5 4-110,-5 1 0,-6 1 0,-8 6 0,-4 0 285,-2 0 1,-3 0-1,-7 2 1,-3 2-1,-1 3 1,-1-1-1,-1 3 1,-2-2 695,-3 0 1,4 4-486,0-6 1,0 0 0,-5-5 0,-1 0 0,1 0 0,0 0 302,0 0 1,-1 0 0,3-2-495,3-3 1,-4 2-1,4-6 1,-3 2-1,-3 2 1,1-1 0,0-1-1,0 1-1028,-1-1 971,1 1 0,0 6 1,-2 2 194,-4 3 1,-3 4 123,-7 7 0,0-1 1,0 1-1,0 0 0,0 0 1,0-1-1,0 1 1,0 0 460,0-1 1,0 1-568,0 0 0,0 0 0,0-1 0,0 3 0,0 3 0,0 3-151,0 1 0,0 10 1,0-2-1,0 3-13,0 3 1,0 8 0,0-2 0,0 4 0,0 5 0,0 1 0,2-1 0,1 0-311,3 4 1,1-4 104,-2-2 0,-2-3 0,8-5 0,-1-4 1,1-5-1,-2-2 0,-1-2 0,-1 1 1,0 1 271,-3 0 0,-9 0 0,-4-1 0</inkml:trace>
  <inkml:trace contextRef="#ctx0" brushRef="#br0" timeOffset="6">21666 8142 7087,'-8'0'1508,"13"5"1,12 0-1132,6-1 0,8-2 0,10-2 0,4 0 354,9 0-711,13 7 0,4-6 1,8 5-1,3-5 1,5-2-1,-39-1 1,0 0-1,3-1 0,0-1-96,2 0 0,0-1 1,0 0-1,-1 0 1,0-2-1,-1 0 1,-2 0-1,-2 0-192,-1-1 0,1 0 1,3 5-1,-1-1 0,-4-3 1,-1-2-1,40-5 0,-5 1 1,-7-3-1,-4 2 1,-7 3 267,-7 6 0,-5-4 0,-2 1 0</inkml:trace>
  <inkml:trace contextRef="#ctx0" brushRef="#br0" timeOffset="7">24842 7089 8236,'0'-9'595,"2"14"0,2 11-430,1 1 0,5 18 0,-3 6 0,2 6-127,3 9 1,2 8 0,2 4 0,0 0 0,-1 4 0,3 5 0,1 8-1,2 1 1,-2-2 0,-1-14 0,-3-7 0,-1-11 0,-1-1 0,-5-6 0,-1-3-2214,-3-4 1236,-2-1 0,-4-20 939,-3-6 0,-11-22 0,-9-6 0</inkml:trace>
  <inkml:trace contextRef="#ctx0" brushRef="#br0" timeOffset="8">24874 7104 7904,'-16'0'551,"7"0"0,2-1 0,9-3 0,3-3 0,8 0 0,7-1 0,12 1-186,8 0 1,13-6 0,6 3-1,9-4 158,11-2-537,6 7 1,-39 3 0,1-2 0,1 3 0,0 0-1,3-2 1,1 0 0,-1 0 0,1 0 0,1 1-1,-1 0 1,-2 1 0,-1 1-279,-1 1 0,1-1 1,1-2-1,1 0 1,-6 1-1,-1 1-187,42-5 0,-6-3 0,-7 5 0,-3 0 0,-3-2 298,-5 1 1,-2 4 0,-13-1 0,-2 3-1,-3 2 1,-5 0 0,-6 0 0,-3 0 639,-1 0-223,-8 7 1,4-3 0,-8 6 0,1 2 0,0 1 0,-2-1-1,-2-3 625,-2-2 1,-4 3 0,2-3-577,-1 2 0,4-4 0,-4 6 0,0 1 0,0 2 592,-4 1-848,6 1 0,-7 2 0,3 3 0,-3 5 1,-2 5-1,0 2-13,0-1 0,0 8 0,0-5-45,0 9 1,5-6 0,0 11 0,-1 0 0,-1 1 0,1 3 0,1-1 0,0 2 0,2 1-421,4-1 1,-3-2 237,3-5 0,-1 4 0,6-2 0,-2-6 0,-2-2 0,-1-7-1134,1 0 0,-3-8-166,1 0 1,-8-14 1510,-2-1 0,-14-1 0,-10-1 0</inkml:trace>
  <inkml:trace contextRef="#ctx0" brushRef="#br0" timeOffset="9">25078 8189 7680,'0'16'301,"2"3"0,3-2 0,7-4 1,8-3-1,9-3 0,10 0 1848,8-3-2098,24-3 0,-8-1 1,21-1-1,-39-2 1,-1-1-1,2-3 1,1 0-1,3-3 1,1-1-1,1-1 0,-1-1-130,3-1 1,1 0 0,2 2 0,1 0 0,-5 0-1,-1-1 1,0 2 0,1 0 0,-2 0 0,1 1-1,-5-1 1,0 1 0,-1-1 0,-1 1 0,37-9-3870,-3 1 3676,-6 9 1,-17-5 0,-6 6 271,-6-1 0,2 2 0,-6 7 0</inkml:trace>
  <inkml:trace contextRef="#ctx0" brushRef="#br0" timeOffset="10">28537 7042 7680,'-16'-37'9,"1"-2"0,-1-1 0,2-2 0,2 2 0,1 2 0,1 1 0,-1 0 0,3 4 0,-1 4 0,2 4 1,-2 1-1,2 1 0,0-1 0,2 1 270,-2 0 1,5-3-1,-3 5 1,3 2-134,2 1 0,0-3 1,0 0-1,0 2 1,2 2-1,1 4 1,3 8 920,-3 10-954,-1 15 1,3 13 0,0 14 0,1 12 0,-1 11 0,2 12-1,-4-37 1,1 1-8,-1 4 0,1 1 0,1 2 0,0 1 0,-1 2 0,-1 0-120,2 1 0,-1 1 1,-2-1-1,0 0 0,0 1 1,1 1-1,-2-3 1,0-1-1,-2-3 0,2-1 1,-1-2-1,1-2 0,3 41 1,3-10-1,0-10-183,0-8 1,0-8 108,-2-10 1,2-10-1,5-11 1,-1-6-262,1-4 1,0-13 0,-1-14-1,-6-10 1,-3-11 0,-2-8 348,0-6 0,0-1 0,0 5 0</inkml:trace>
  <inkml:trace contextRef="#ctx0" brushRef="#br0" timeOffset="11">28238 6256 7919,'-22'0'122,"-3"0"0,1-6 0,3 1 0,3 2 0,4-1 0,2 1 0,5-4 0,7 0 0,12 0 0,13 3 0,12 3 1709,10 1-1782,7 0 1,12 0 0,8 0 0,8-2 0,-38 0-1,1 0 1,2 0 0,0-1 0,2 0 0,0 1-1,2-1 1,1 1 0,1-2 0,1 1 0,3-1-1,1-1 1,2-1 0,0 0 93,5-1 0,0 0 1,-2 1-1,1 1 0,5 0 1,0 0-123,3-2 1,0 1 0,-6 2 0,0 0 0,4-1-1,0 1 1,1 0 0,0 1 0,-2 1 0,1 1 0,1-1-1,0 2 1,-3 0 0,0 0 0,0 0 0,-1 2-1,-3-1 1,-1 1-1446,0 0 1,0 1 1411,-4 3 0,-1 1 0,-1-3 0,-1 0 0,-3 3 0,-1 0 1,0 0-1,-1-2 0,-3 0 0,-1-1 0,-2 0 0,-1 1 0,34 4 260,-8 3 0,2-3 1,-13-1-314,1-1 0,-8 4 1,-1-4-1,-6 0 0,-6 0 1,-4-2-1,-7 0 0,-4 0 1,-5-1-309,-1-2 0,-8 3-68,1 0 1,-8 7 0,2-1 0,-3 3 440,-2 2 0,-7-1 0,-2 1 0</inkml:trace>
  <inkml:trace contextRef="#ctx0" brushRef="#br0" timeOffset="12">32201 6256 7840,'-16'0'17,"0"0"1,0 0 0,2 1-1,4 5 173,5 4-225,3-3 1,4 12 0,3-1 0,5 5 0,4 6 0,2 6 0,0 9 438,0 6 1,-1 12-1,1 9-293,0 6 1,-6 0 0,-1 10 0,-5-42 0,-1-1 0,-1 1 0,-1 1 0,0 3-1,0 0 1,-1 1 0,0 1 0,0 2 0,0 1 0,0-2 0,0 0 154,0-2 0,0 0 0,0 3 0,0-1-338,0-5 0,0 0 1,0 42-1,0-8 0,0-8 1,2-3-1,1-6-582,3-4 1,4-8 331,-5-10 0,6 0 0,-6-9 0,0-5 1,1-3-568,-1-6 889,0-9 0,2-3 0,2-7 0</inkml:trace>
  <inkml:trace contextRef="#ctx0" brushRef="#br0" timeOffset="13">28411 8472 7697,'-15'-7'779,"9"5"1,13-3-1,18 3 84,13 2-715,15 0 0,6 0 1,13 0-1,10 0 0,7-2 1,-40 0-1,1-1 0,3-1 1,1-1 90,4 1 0,1 0 0,2-3 0,0 0 0,5 1 0,1 1-262,6-1 0,1-2 1,-4 1-1,1-1 0,10 0 1,1 0-1,-3 0 0,1 0 1,-1 1-1,1 0 0,2 1 1,0 0-1,0 1 0,0 1 1,1 0-1,0 0 0,-1 0 1,-1 1-2089,-2-1 0,1 1 2070,1-1 1,-2 2 0,-8 2 0,-2 0 0,3 0 0,-1 0 0,0 0 0,-2 0 0,-3 0 0,-1 0 0,-2 0 0,-2 0-1,-4 0 1,-2 0 168,-4 0 1,-1 0 0,2 1 0,-2 0 87,33 4 0,3-3 0,-18 5 0,-3-2 0,-6 0 0,-6-1 0,-6-2 0,-7-2 1,-7 0-1,-7 0 527,-3 0-261,-2 0 1,-12-7-1,-4-4-326,-3-3 0,-9 0 1,-4 2-338,-3 2 0,-1 4 0,-1-2 0,0 1 0,0 3 0,2 1 0,2-1 0,2-1-2487,-2 1 3969,5 3-1301,0 1 0,0 7 0,-2 1 0</inkml:trace>
  <inkml:trace contextRef="#ctx0" brushRef="#br0" timeOffset="14">30518 9242 7744,'-16'0'0,"1"0"0,-1 0 0,7 0 49,2 0 1,9 0 0,2 2 0,3 1 0,0 4 0,1 0 0,-1 2 0,0 0-50,-3 3 0,4 9 0,1 3 0</inkml:trace>
  <inkml:trace contextRef="#ctx0" brushRef="#br0" timeOffset="15">30471 9556 7744,'-7'16'308,"5"5"1,-5 0 0,2-2 0,0-1 0,0-3 2475,-2 1-2416,5 0 1,-5 0-1,7-1-975,0 1 1,2-7 721,3-4 1,-2-3-116,8-2 0,-8 7 0,4 1 0</inkml:trace>
  <inkml:trace contextRef="#ctx0" brushRef="#br0" timeOffset="16">30613 10185 7744,'-9'0'117,"-5"0"909,3 0-1890,4 0 1,0-7 863,7-3 0,0-4 0,0-2 0</inkml:trace>
  <inkml:trace contextRef="#ctx0" brushRef="#br0" timeOffset="17">30534 10500 7744,'-16'15'445,"7"-6"1,-1-2-1,10-7-1542,7 0 654,5 0 1,-3-7 442,-4-4 0,4-2 0,0-3 0</inkml:trace>
  <inkml:trace contextRef="#ctx0" brushRef="#br0" timeOffset="18">30754 9415 7744,'-16'-9'0,"2"2"-52,4 0-61,3-1 1,7 1-1,0 7 1,0 8-1,0 6 1,0 2 112,0 0 0,7 6 0,2 3 0</inkml:trace>
  <inkml:trace contextRef="#ctx0" brushRef="#br0" timeOffset="19">30833 9714 7716,'0'15'-763,"0"-6"1,-2-2 762,-3-7 0,-4 0 0,-7 0 0</inkml:trace>
  <inkml:trace contextRef="#ctx0" brushRef="#br0" timeOffset="20">30848 10374 7668,'9'24'598,"-2"1"0,-5-6 0,1 2-1188,3-2-100,6-8 690,-10-4 0,5-7 0,-7 0 0</inkml:trace>
  <inkml:trace contextRef="#ctx0" brushRef="#br0" timeOffset="21">31163 9462 8448,'16'-16'0</inkml:trace>
  <inkml:trace contextRef="#ctx0" brushRef="#br0" timeOffset="22">31257 9541 8643,'-7'15'358,"-2"1"0,2-7 0,6-2-358,4 0 0,2 2 0,-5 6 0</inkml:trace>
  <inkml:trace contextRef="#ctx0" brushRef="#br0" timeOffset="23">31336 10295 7620,'-7'16'421,"3"0"0,-4-1 0,1 1-1483,3 0 492,-5-8 570,8-1 0,-13-14 0,5-1 0</inkml:trace>
  <inkml:trace contextRef="#ctx0" brushRef="#br0" timeOffset="24">31430 9415 7639,'-7'-9'709,"-2"2"1,1 6 0,2-5-1,6-2 1,6-3-1342,4 1 587,4 6 45,2-10 0,0 12 0,-1-5 0</inkml:trace>
  <inkml:trace contextRef="#ctx0" brushRef="#br0" timeOffset="25">31823 9729 8058,'0'9'177,"2"3"0,3-6-1926,6-3 1583,-4 6 0,-2-2 1,-9 5-1,-1-2 166,2 3 0,-6 1 0,0 1 0</inkml:trace>
  <inkml:trace contextRef="#ctx0" brushRef="#br0" timeOffset="26">31980 10562 7671,'-15'41'579,"-1"-3"1,2-12-1,3-1 1,6-3-580,3-2 0,2-3 0,0-1 0</inkml:trace>
  <inkml:trace contextRef="#ctx0" brushRef="#br0" timeOffset="27">31194 11223 8295,'-15'8'406,"-1"6"1,0-10 0,0 4 0,2-2-1,2-8-406,2-7 0,-1-12 0,-5-3 0</inkml:trace>
  <inkml:trace contextRef="#ctx0" brushRef="#br0" timeOffset="28">30565 11191 8269,'-17'2'0,"-2"1"1035,-2 3 1,0-3 0,7-8-2486,3-6 1403,4-3 47,7-1 0,-7-8 0,-1-1 0</inkml:trace>
  <inkml:trace contextRef="#ctx0" brushRef="#br0" timeOffset="29">29968 10845 8256,'-16'-15'244,"0"6"0,2-7 0,2 2 0,4-9 0,1-4 0,1-7 0,1 1-4033,0 0 3789,-7 2 0,3-1 0,-7 1 0</inkml:trace>
  <inkml:trace contextRef="#ctx0" brushRef="#br0" timeOffset="30">29858 10044 7609,'0'-23'285,"0"6"1,0-8-1,0 6 1,0-2 0,0 0-1,0 0 1,0-2-1236,0-1 495,0 5 0,0-11 0,0 5 455,0 1 0,0-13 0,0 4 0</inkml:trace>
  <inkml:trace contextRef="#ctx0" brushRef="#br0" timeOffset="31">30298 9148 7642,'0'-16'276,"0"7"0,2-5 0,3 4 0,4-4 0,1-2 0,-1 0-3138,-2 1 2671,12-1 1,-8 0 190,10 1 0,3-8 0,1-2 0</inkml:trace>
  <inkml:trace contextRef="#ctx0" brushRef="#br0" timeOffset="32">31147 8975 7652,'-7'9'1834,"14"-2"1,2-7-1,10-2-3198,5-3 1070,-4 3 0,2-12 1,-6 5-1,0-1 294,0-1 0,-1 1 0,1-6 0</inkml:trace>
  <inkml:trace contextRef="#ctx0" brushRef="#br0" timeOffset="33">31839 9242 7663,'9'7'0,"5"-5"0,-6 5 0,1 0 0,12 2 0,-4 6 0</inkml:trace>
  <inkml:trace contextRef="#ctx0" brushRef="#br0" timeOffset="34">32248 9871 7644,'7'24'-208,"-6"1"1,6-6 207,0 2 0,2 7 0,7-4 0</inkml:trace>
  <inkml:trace contextRef="#ctx0" brushRef="#br0" timeOffset="35">30723 11081 10096,'-16'0'931,"9"-9"0,9-6 0,10-10-931,7-5 0,9-1 0,-4 0 0</inkml:trace>
  <inkml:trace contextRef="#ctx0" brushRef="#br0" timeOffset="36">31226 11191 8915,'15'9'0,"15"-9"0,3-9 0</inkml:trace>
  <inkml:trace contextRef="#ctx0" brushRef="#br0" timeOffset="37">31996 11034 10349,'16'-7'-1971,"0"-2"1,-2-1 1970,-4-1 0,4 1 0,-5-6 0</inkml:trace>
  <inkml:trace contextRef="#ctx0" brushRef="#br0" timeOffset="38">32389 10594 7612,'-16'0'0,"1"0"0,-1-2 0,2-3 0,4-6 0,4-3 0,5-15 0,1-4 0</inkml:trace>
  <inkml:trace contextRef="#ctx0" brushRef="#br0" timeOffset="39">31524 9918 7603,'0'-16'566,"0"7"0,-5-6-566,0-1 0,14-7 0,8-8 0</inkml:trace>
  <inkml:trace contextRef="#ctx0" brushRef="#br0" timeOffset="40">25283 11537 7604,'-16'9'454,"0"-2"1,6-7 0,1-2-1,0-2 1,0-3 0,-3 0-1,0-1-2891,1-1 2231,4 5 0,7-4 1,-1 2-1,-5-4 206,-4-4 0,-4-2 0,-2 1 0</inkml:trace>
  <inkml:trace contextRef="#ctx0" brushRef="#br0" timeOffset="41">24795 11395 7623,'-7'9'0,"-3"-4"1725,-4-3 0,-2-2-428,0 0-1606,7 0 0,3-2 0,7-3 0,4-4 0,8-1 0,4-1-683,4-1 1,7-2 0,-2 0 0,2 2 991,-2 2 0,4-1 0,-5-5 0</inkml:trace>
  <inkml:trace contextRef="#ctx0" brushRef="#br0" timeOffset="42">25283 11285 7623,'8'0'712,"6"0"0,-3 0 0,3 0-964,1 0 0,1 0 1,2 0-1,1 0-205,2 0 1,2 0 0,-3 0 0,7 0-609,2 0 1065,3 0 0,6 0 0,2 0 0</inkml:trace>
  <inkml:trace contextRef="#ctx0" brushRef="#br0" timeOffset="43">26100 11285 7623,'0'9'554,"0"5"0,0-3 1,2 1-1,3-2 586,6-4-1248,3-5 1,1-1-1,1 0 1,1 0-1,3 0 1,1 0-1,0 0-994,1 0 1,-2 0 0,4 0 1101,-1 0 0,5 0 0,-4 0 0</inkml:trace>
  <inkml:trace contextRef="#ctx0" brushRef="#br0" timeOffset="44">26619 11521 7623,'7'9'96,"-7"5"1,0-5 1909,-9-1-2200,-5-1 0,4-7 0,-1-1 0,-1-3-1103,-2-1 0,-2 0 1297,1 5 0,-8 0 0,-2 0 0</inkml:trace>
  <inkml:trace contextRef="#ctx0" brushRef="#br0" timeOffset="45">25393 11710 7604,'-32'0'83,"6"0"0,1-2 1,3-1-1,3-3 1,1 3 1692,2 1-1946,8-5 1,1 4 0,7-8 0,1 1 0,5-1-1,4 1 1,4-1-244,2 2 0,7-3 0,1 5 0,0 0 0,-3 0 413,-3 4 0,-2 1 0,-1 2 0</inkml:trace>
  <inkml:trace contextRef="#ctx0" brushRef="#br0" timeOffset="46">25455 11898 6530,'9'0'26,"5"0"1,-3 0 0,3 0-1,1 0 3084,1 0-3364,0-7 0,1 4 0,2-8 0,4 1 0,2-1 0,4 1 0,5 0 254,2 1 0,6-3 0,-2 5 0,6-2 0,-3 5 0,19-17 0,-7 4 0</inkml:trace>
  <inkml:trace contextRef="#ctx0" brushRef="#br0" timeOffset="47">26242 11773 7604,'8'7'615,"-2"-4"0,-12 8 0,-4-1 0,-4-1 786,-2-4-1700,0-3 0,9-9 0,7-4 0,9-3 0,7-1 0,3-1 0,2 0 0,-2 0 299,-1 1 0,4-8 0,3-1 0</inkml:trace>
  <inkml:trace contextRef="#ctx0" brushRef="#br0" timeOffset="48">26147 11521 7604,'-45'0'378,"6"0"0,-9 0 0,0 0 0,5 0 1,-1-2-1,4-1-510,3-2-64,4-1 0,3 1 1,4-2-1,5-2 1,4-1-1,1 0-477,0-1 1,6 1 404,-1-6 1,8 0 0,-4 2 0,1 2 267,1 1 0,-14 1 0,2-6 0</inkml:trace>
  <inkml:trace contextRef="#ctx0" brushRef="#br0" timeOffset="49">25314 11443 7604,'-16'15'1085,"1"1"0,-1-6 0,0-1-644,0-2-811,15-2 0,-1-10 1,16-2-1,5-2 1,2-3-1,3 0 370,1 2 0,1-4 0,6 5 0</inkml:trace>
  <inkml:trace contextRef="#ctx0" brushRef="#br0" timeOffset="50">25943 11395 7604,'16'7'477,"-6"-5"1,-1 5-1,0-2 1,-1 1 163,5-3-811,0-1 1,3-2 0,2 0 0,3-2-1,3-1-842,1-3 0,-3-4 1012,-6 5 0,7-15 0,1 3 0</inkml:trace>
  <inkml:trace contextRef="#ctx0" brushRef="#br0" timeOffset="51">24811 11238 7928,'-25'-14'291,"4"4"1,4 3 0,3 5-395,3-3-15,5 3 0,6-7 0,1 6 118,4-2 0,4-8 0,7 5 0</inkml:trace>
  <inkml:trace contextRef="#ctx0" brushRef="#br0" timeOffset="52">25172 11097 7604,'25'0'208,"-2"0"0,-2-5 0,0-1 0,0 1 0,1 0 0,4-2 0,4 0-535,2 0 95,6-5 0,-5 8 1,4-5-1,-2 1 0,-2 1 1,2 0-1,-4 3-464,-1 2 696,3 2 0,-8 7 0,6 2 0</inkml:trace>
  <inkml:trace contextRef="#ctx0" brushRef="#br0" timeOffset="53">26289 11128 7756,'16'9'0,"-3"-2"245,-2 0 1,1-4-1,-5 6 246,2-2-613,1 5 1,1-10-1,-1 3 1,3-3 0,1 0-486,1 3 607,1-3 0,0 12 0,-1-5 0</inkml:trace>
  <inkml:trace contextRef="#ctx0" brushRef="#br0" timeOffset="54">26588 11411 7604,'0'25'226,"-2"-3"0,-3-6 0,-4 0 0,-2-2 1,1-2-1,-2-3 363,-2-2-757,5-2 0,-5 0 0,3 0 0,-3-1 0,-1-2 0,-1-2-234,0 0 0,1 0 0,-1 0 1,0 0 401,0 0 0,-1-6 0,-4 1 0,-3 2 0,-4 1 0,-4 2 0,-6 0 0,-13 0 0,-5 0 0</inkml:trace>
  <inkml:trace contextRef="#ctx0" brushRef="#br0" timeOffset="55">25172 11804 7604,'-38'5'0,"-4"1"84,4-1 1,1-5 0,11 0 0,5 0 0,3 0 0,3-2-313,-1-3 0,2-4 1,2-8-1,1-3 228,-1-1 0,-2 0 0,-2 6 0</inkml:trace>
  <inkml:trace contextRef="#ctx0" brushRef="#br0" timeOffset="56">24732 11553 11085,'0'-16'-464,"0"-7"0,2 6 1,1-4-1,6 2 0,5-2 1,9-6-1,3-1 464,0 2 0,11-10 0,-4 2 0</inkml:trace>
  <inkml:trace contextRef="#ctx0" brushRef="#br0" timeOffset="57">21572 7293 7604,'0'-10'368,"0"-1"0,0-1 0,-2 0 1,-1-1-1,-4 3 0,0 1 1,0 6-1,5 10 1170,6 10 1,-3 4-1456,5 11 1,-3 4-1,0 18 1,3 8 0,-3 6-1,-1 1 1,-2 1-1,0-2 1,2 1 0,1-1-156,2-2 1,1-8 0,-5-6-1,3-3 1,3-4 0,2-4-1,1-8 1,1-5-768,-1 0 664,1-6 0,-1-1 0,1-10 0,-1-8 0,-1-6-539,-4-8 0,-3-4 407,-2-6 0,-2-6 0,-3-8 0,-6-3 0,-1-2 0,0-4 0,0-1 1,-2-4 306,0-3 0,-13-4 0,10-7 0</inkml:trace>
  <inkml:trace contextRef="#ctx0" brushRef="#br0" timeOffset="58">21509 7230 7867,'0'-16'483,"-7"1"1,5 4 0,-3 1 0,3-2 0,2-2 1332,0-2-1476,0 7 0,2 2 1,3 5-1,8-1 1,4-2 295,4 1 1,5 2 0,-1 2-504,4 0 1,1-1-1,12-3 1,2-3-1,3-2 1,5-1-1,4 0 1,4-1-1,1-1 278,3-2 1,8 3-456,-4 1 1,5-1 0,-3-3 0,0 2 0,2 4-1,-2-1-159,0 0 0,-2 6 0,-5-3 1,-2 3-1,-2-1 0,-3-1 0,-2 2 1,-3 1-1609,-2 2 1834,-2 0 1,-2 0 0,-1 0 0,-4 0 0,-1 2-1,-3 1 1,1 2-39,0-1 1,-6-2 268,-5-2 1,-1 0 0,1 0 0,-5 0 0,-4 0 0,-1 0 140,0 0 0,0 0 240,-1 0 938,1 0-784,-7 0 1,-4 1-499,-10 5 0,3 2 1,-3 10-1,3 3-261,2 5 1,-5 5 0,0 6-1,1 5 1,2 5 0,2 5-1,0 6 1,0 1-721,0-1 0,0 8 433,0-3 1,6 4 0,1-4 0,1-1 0,5 1 0,1-2 0,1-1 0,-1-6 0,-2-3-1,-1-8-2212,1-3 2124,2-3 0,-5-7 0,-2-4 0,-2-5 0,0-4-1202,-1-1 0,-11-7 1547,-9-4 0,-7 4 0,-8 0 0</inkml:trace>
  <inkml:trace contextRef="#ctx0" brushRef="#br0" timeOffset="59">21493 8440 7804,'0'-15'906,"-5"4"1,2 1 0,6-1-1,11 1 952,11-1-1439,4 8 1,10-4 0,4 7 0,10 0 0,8-2 0,9-1 0,5-3-216,5 3 1,8 3 0,-3 3 0,3 3 0,-43-4 0,0-1 0,2 0 0,1 0 0,1-1 0,0 0 0,0 0-1,-1 0-135,-1 0 0,-1 0-248,2 0 0,-2 0 0,35-2 0,3-1 0,-8-3 0,-6 3 1,-9 1-1,-5 2-1025,-5 0 0,-4 0 0,-3 0 1084,-2 0 0,-13 0 0,3 0 0,-2 0 0,-2-2 0,0-1 0,-4-2 1,-1 1-1,-4 2-757,-2 2 530,-1 0 1,-5 0-1,-3 2 347,-1 3 0,-8 11 0,-8 9 0</inkml:trace>
  <inkml:trace contextRef="#ctx0" brushRef="#br0" timeOffset="60">25078 7214 7769,'-5'-15'397,"0"-1"1,-2 7-1,3 6 1,1 6 0,3 8-1,3 6 1,1 6-1,-3 7 1,1 3 2161,3 7-2455,-3 11 1,5-6-1,-7 6 1,0 1-1,0 2 1,0 6 0,2 1-1,1 2 1,4 1-1,0-1 1,2-2 149,0-5-469,1-2 0,6-7 0,0-3 0,-1-4 1,1-8-1,0-10 0,0-8-1173,-1-3 1,-4-8 1022,-1 3 1,-6-24-1,1-10 1,-5-10 0,-5-9 13,-6-4 1,-8-10-1,-2 5 1,2 4 228,1-1 0,-2-8 0,-3 2 0,0-1 0,0-3 0,4 0 0,2-5 0,1 2-177,0 0 0,1 3 532,-1 16 1,5 3 0,3 6 0,1 8 0,1 4-1,1 3 1,-2 0 0,0 4 2476,0 2-2085,2 8 1,7 2-1,3 7-222,5 0 1,4 0 0,4 3-263,3 8 1,5-6 0,9 9 0,5-3 0,4-4 81,5-1 1,10 5 0,2-6 0,6-1-110,-1-3 0,4-1 0,2-1 0,1-3 1,4-3-1,-4-2 0,2-1 0,-3 0-119,-2-1 0,12 6 1,-14-4-199,0 2 1,0-3 0,-3 3 0,0 0 0,-6 0 0,-3 1 0,-6 1 0,1 0 0,-2 1-411,-2 3 1,4-5 563,-9 1 0,1 0 1,-1 3-1,-5-1 0,-4-4 1,-3 0 291,-4 0 1,2 2-1,-7 5 1,-2 0 0,-1-2 341,-2-3 206,-8 3-489,6-5 1,-14 9-1,2 3 1,-7 5-1,-2 4 958,0 2-1117,-5 7 1,5-2-1,-6 8 1,5 6-1,-1 2 1,2 3-1,0 0 41,3 4 0,3 7 0,1 4-411,0 7 0,0-13 0,0 6 0,0-2 0,1-4-405,5 0 0,-3-4 0,6-3 1,0-4 37,-1 1 0,1-8 1,2 2-1,-4-6 0,-2-5 1,0-3-889,-1-1 0,-10-4 747,-4-4 1,-6-3 0,-5-8 734,-5-5 0,-11 5 0,-3-6 0</inkml:trace>
  <inkml:trace contextRef="#ctx0" brushRef="#br0" timeOffset="61">25345 8158 7769,'-14'10'2833,"4"1"-2420,3-8 1,9 9 0,3-7 0,9 2 0,9 2 0,12 2 0,7-4 302,6-4 1,15-3 0,4 0-652,8 0 1,2 0-1,-33-1 1,3 0 0,0 0-1,2-1 1,0-1-1,1 1 1,2-1 0,-1 0-1,0 0 1,0-1 0,0 0-1,1-2 1,-2-1-1,1 0-133,1-1 0,-1 0-234,-3 0 1,0 1 0,1 1 0,-2 1 0,39-5 0,-4-1-1,-7 1 1,-3-1 0,-8 1-98,-4 1 1,-3 0 0,-8 6 0,-5-3 0,-4 3 0,-5 1 0,-2 0-1,-3-1 8,-4-2 295,4 0 0,-13 5 1,4 0-1,-5-2 1,-4-2-1,-3-3 1,-2-1 95,-4-5 0,-1-8 0,-2-3 0</inkml:trace>
  <inkml:trace contextRef="#ctx0" brushRef="#br0" timeOffset="62">28301 6366 7555,'-15'-11'-298,"-1"1"506,0-8 0,6 15 0,1-8 0,0 1 0,2-1 0,0 1 1179,4-2-1065,1-2 1,4 5 0,3 5-38,5 8 1,3 6-1,-1 11 1,-2 6-97,3 2 1,1 4 0,0 4 0,-2 7 0,-2 8-1,1 9 1,-3 9 0,-2 5 221,-5 6 0,0-32 1,0 1-381,2-1 0,-1 2 0,-1 7 0,0 1 0,2-2 0,-1 1 0,0 2 0,-2 0 1,0 3-1,0 0 0,0-1 0,0 0-131,0-1 0,0 0 0,3 6 0,1-1 0,1-10 0,1-2 0,1-1 0,1-1 3,2-2 0,1 0 1,12 35-1,5-6 1,-4-11-1,1-11 1,-2-9-1,-1-12 1,-2-8-505,-3-7 1,-7-5-33,1-6 1,-2-11 0,3-13-1,-3-7 633,-2-4 0,5-1 0,-3-5 0</inkml:trace>
  <inkml:trace contextRef="#ctx0" brushRef="#br0" timeOffset="63">28176 6256 8033,'6'-16'42,"-4"7"1,12-3 0,-3 5 0,4 0 0,6-2 0,6 2 0,4 0 1292,6 4-1140,3-6 1,9 6 0,3-6-1,9 0 1,9 0 0,11-3-1,4-2 201,-40 6 0,1 1 0,5 1 0,1 1 0,2 0 1,0 0-311,2-1 0,0-1 0,4 0 0,1 0 0,4 0 0,1 0 0,-1 2 0,1 0 0,-1 1 0,1 1 0,0 0 0,1 1 0,0-1 0,0 0 0,1 1 0,0 1 0,1 0 0,-1 0-232,0 1 0,0 0 1,-3 0-1,-1 0 153,2 0 1,-1 0 0,2 0 0,-1 0 0,0 0-1,-1 0 1,0 0 0,-1 0 0,0 1 0,-2 0 0,-2 0-1,-1 1-28,-4 1 0,0 0 0,1 2 0,0 0 1,-5-1-1,-1-1 0,-2 1 0,0-1 0,-1 1 1,-1 1-1,41 4 0,-3 3 0,-5 0-154,-6-1 192,-3 3 0,-9-13 0,-3 6 1,-8-2-1,-6 1 0,-7-1 0,-6 0 357,-5 0 0,-3 1 0,-7-6 289,-1 0 0,-4 0 245,-1 0-981,-6 7 0,3-4 0,-7 8 1,0 3-1,0 5 0,0 7-38,0 4 1,0 8 0,0 4 99,0 3 0,0 10 0,0 2 0,-2 6 1,-1 2-1,-3 3 0,1 0 0,0 5 1,0-1 13,1-1-66,2 12 1,-3-15-1,0 9 1,1-6-1,3-5 1,2 1-1,3-4-232,1-6 1,7 6-1,-1-17-50,3-3 1,2 3 0,-2-10 0,-2 1 0,-2 0 0,1-1 0,-3-1-1,-2-1 1,-5-5 344,-1-3 0,-7 4 0,-1-5 0</inkml:trace>
  <inkml:trace contextRef="#ctx0" brushRef="#br0" timeOffset="64">28993 8566 8005,'-40'0'213,"-6"-7"0,15 5 0,1-1 1,11 5-567,7 3 527,22 0 0,8-7 0,26-1 0,10-6 0,12-1 0,14-4 1,-36 8-1,2 0 315,1-1 0,2 0 0,6 0 0,1 0 0,3-1 0,1 2 0,3-1 1,0 1-314,-1 1 1,2 0-1,8 3 1,1 0 0,-7-1-1,1-1 1,2 2 0,1-1-1,4 0 1,-1 1 0,-2 0-1,0 1 1,3-1 0,2 2-1,-2 0 1,0 0-897,3 0 1,2 0 716,5 0 1,-1 0 0,-10 0 0,-2 0-1,4-1 1,2 0 0,-2 0 0,0-1 0,-3-2-1,-1 1 1,0-1 0,0-1 0,-6-1-1,-1 0 9,-4-1 1,-1 0-1,-3 1 1,-2 1-1,-9 1 1,-1-1 444,33-2 1,-11 0 0,-10 4-1,-11-2 1,-10 1 0,-8 1 1999,-5-3-2271,-8 5 1,-7-8-1,-8 4 1,-5-4-1,-4-1-390,-4-1 0,-2 6 0,0-4-708,1 2 0,-3 0 0,-1 4 0,-2-4 0,2 0-4270,1 0 5350,10 1 1,-1 6 0,5 2 0,-1 3-163,2 6 0,-13 3 0,-2 2 0</inkml:trace>
  <inkml:trace contextRef="#ctx0" brushRef="#br0" timeOffset="65">20063 11647 7855,'-14'7'580,"3"-7"0,8-9-580,6-5 0,6-9 0,7-1 0</inkml:trace>
  <inkml:trace contextRef="#ctx0" brushRef="#br0" timeOffset="66">19528 11285 7844,'-16'0'-22,"1"0"0,6 2 1,4 3-1,5 4 0,7 2 1,7-3-1,7 1 1,3-2-1,4 2 0,2-2 22,1 0 0,8 5 0,1-3 0</inkml:trace>
  <inkml:trace contextRef="#ctx0" brushRef="#br0" timeOffset="67">20314 11474 7844,'16'9'0,"0"-4"133,-8-3 0,6-2 1,-3 0-1,3 0 0,1 0 1,1 0-1,0 0 0,0 0-876,-1 0 1,6 0 742,0 0 0,7 0 0,-3 0 0</inkml:trace>
  <inkml:trace contextRef="#ctx0" brushRef="#br0" timeOffset="68">21037 11411 8376,'16'0'629,"0"0"1,0 0-1,1 0 1,2 0-1,2 0-938,-2 0 145,-1 0 1,-2 0 0,-1 2-1,1 1 164,0 3 0,7-8 0,1-7 0</inkml:trace>
  <inkml:trace contextRef="#ctx0" brushRef="#br0" timeOffset="69">21100 11207 7844,'-38'-7'111,"3"5"1,-5-3-1,1 3 1,4 2 0,2 0-1,2-2-414,-1-3 140,1 3 1,5-6-1,1 4 1,1-3 0,1 0 162,0 0 0,-5-5 0,4 3 0</inkml:trace>
  <inkml:trace contextRef="#ctx0" brushRef="#br0" timeOffset="70">20047 11065 8605,'-16'-5'0,"0"-2"255,1-2 0,-1 6 0,0-2 0,1 3-1643,-1 2 1031,0 0 1,0 2 356,1 3 0,-8 4 0,-2 6 0</inkml:trace>
  <inkml:trace contextRef="#ctx0" brushRef="#br0" timeOffset="71">19670 11254 9038,'-16'9'976,"0"-4"1,7-2-2217,4 3 1041,10-5 0,6 6 0,10-7 0,5 2 0,5 2 0,4 1 0,4-2 199,1-1 0,9 5 0,7 2 0</inkml:trace>
  <inkml:trace contextRef="#ctx0" brushRef="#br0" timeOffset="72">20692 11411 7844,'8'16'520,"6"0"0,-5-1 0,1-1 0,1-3 170,1-6-995,-5-3 1,7-9 0,-5-4 0,0-3 0,-4-1 0,-2-1-1399,3 0 1703,-5 0 0,6 1 0,-7-1 0</inkml:trace>
  <inkml:trace contextRef="#ctx0" brushRef="#br0" timeOffset="73">19764 11395 8692,'-40'9'0,"3"-4"405,4-3 1,8-2 0,4 0-1491,4 0 874,8-7 0,9-3 0,11-10 0,6 0 1,8 0-1,6 1 211,2-2 0,7-3 0,1-8 0</inkml:trace>
  <inkml:trace contextRef="#ctx0" brushRef="#br0" timeOffset="74">20141 11160 9370,'-31'0'791,"-1"0"0,3 0 0,2 0 0,8-2-3284,7-3 2255,12-4 0,10-7 1,11-1-1,7-2 0,7-2 1,7 0-1,5 0-917,6 0 1,1-2 1154,4 2 0,3 4 0,-5-6 0</inkml:trace>
  <inkml:trace contextRef="#ctx0" brushRef="#br0" timeOffset="75">20754 10940 7847,'0'15'408,"0"1"1,-1-2 0,-3-2 0,-3-1-1,0 1 326,0 2-748,2-5 1,5-1 0,2-4 0,3 1 0,5-1 0,6-3 0,3-1 13,2 0 0,7 0 0,-3 0 0</inkml:trace>
  <inkml:trace contextRef="#ctx0" brushRef="#br0" timeOffset="76">21053 11317 7847,'-7'23'443,"-9"-6"1,-8 7 0,-7-4 0,-1 1 0,1-4 0,1-3 0,2-5 11,2-2-1109,0 5 0,-4-10 0,2 3 654,2-3 0,-7-9 0,-8-2 0</inkml:trace>
  <inkml:trace contextRef="#ctx0" brushRef="#br0" timeOffset="77">19921 11474 7847,'-31'10'0,"-1"1"744,1-8 1,1 4-1,7-7 1,13-1-421,13-5 1,18-2 0,11-10 0,8-1 0,9-4-325,9-1 0,-1-2 0,13-6 0</inkml:trace>
  <inkml:trace contextRef="#ctx0" brushRef="#br0" timeOffset="78">31572 8755 8465,'-23'-16'7,"0"0"0,-5 2 1,2 2-1,-4 2 1,-5-3-1,-5 1 0,0 2 1,2 3-1,1 2 1,-2-1-1,-1 3 0,-5 1 1,-4 2-1,-3 2 1,-1 1-1,-1 4 1,-5 4-1,-8 5 0,-4 3-255,-1 0 1,-5 4 0,4-1 0,-2 3 0,-1 3 0,5 1 0,1 5 0,4 1 2386,1 1-1907,2 8 1,11-7 0,3 10 0,2 7 0,5 7 0,1 7 0,7 4-160,0-1 1,8 13-1,2 0 1,12-40 0,1 1-1,0 1 1,1 1-1,-1-1 1,1 0 0,-1 3-1,1 0 1,1 1 0,1-1-1088,1 2 1,1 0 952,-1-1 0,0-1 0,4-1 0,-1 0 0,-1 0 1,0 0-1,2 1 0,1 0 0,0-1 0,2 0 0,0 1 1,2 0-1,0-2 0,1 0-33,1-1 0,2-1 1,4 3-1,1-2 1,2-2-1,2-2 257,20 38 0,-12-41 1,1-1-1,4 1 0,0-1 1,2 0-1,1-1 1,1-1-1,1-2 0,3 1 1,1-2-1,2 0 1,1-1-1,4 1 0,1 0 1,2-1-1,1-1 403,0-1 1,3-1-639,9 3 0,1-2 0,-9-6 0,0 0 0,10 3 0,0-1 1,0-1-1,1-1 0,-2-2 0,0-1 0,1-1 0,2-1 0,-1-4 1,1-1-338,0-1 1,1-1 0,5-2 0,0-1 326,-7-3 0,0-1 0,2-2 1,-1-1-1,0-4 0,0-3 1,0-1-1,-1-2 0,1-3 1,0-1-1,-3-1 0,0-2 46,-1 0 0,-1-3 1,-2-2-1,-1-2 0,-2 0 1,-1-1-1,-2-3 1,-1-1 34,-1-1 0,-2-1 0,4-3 0,0-1 0,-6 4 0,-1-1 0,-2-2 0,0-1 0,-2-2 0,0-2 0,-3 2 0,-1-1 0,1-1 1,0-1-1,-3 1 0,-2 0-53,0-1 1,-1-2 0,-2 0 0,-2 0 14,15-39 0,-5 2 1,-11 0-1,-7-1 0,-7-6 1,-7-3 27,-3-3 0,-16 3 1,4 41-1,-2 0 1,-4 0-1,-2 1 95,-1-1 1,-4 1 0,-5-4 0,-3 2-1,-2 2 1,-2 1 0,-2-2 0,-1 1-1,-3-1 1,0 1 0,-2 0 0,-2 1-1,-1-1 1,-2-1 0,-1 1 0,0-1 518,-2 2 1,1-1-548,2-1 1,0 0 0,-1 5 0,0 0-1,3-3 1,-1 0 0,0 2 0,-2 1-1,1 2 1,0 1 0,0 2 0,0 2 0,2 3-1,-1 1-26,3 3 1,-1 1 0,-1-1 0,0 2 0,2 5 0,0 2-124,1 0 0,-1 1 1,-1-2-1,-1 3 1,-38-3-1,2 5 1,2 7-1,1 5 1,2 4-1,4 3 93,5 5 0,9 6 0,1 1 0,2 3 0,5-1 0,6 2 0</inkml:trace>
  <inkml:trace contextRef="#ctx0" brushRef="#br0" timeOffset="79">20566 10641 8181,'-54'-5'32,"-4"-1"0,-5 1 0,-3 5 0,-4 0 0,0 2 0,0 1 0,2 4 0,0 2 0,-2 2 0,0-1 1,-2 1-1,2-1 0,-3 1 0,1-1 0,-3 1 0,2-1 472,-6 1 0,6 4 0,3 8 0,4 0-367,3-1 1,-4 12 0,12-1 0,-1 3 0,3 6 0,6 2-1,5 5 1,5 0-31,4 0 1,11-2 0,6 2 0,9 0 0,7 1 0,5-3 0,9 1 0,9-5 328,8 3-403,18-1 1,-3 2-1,15-1 1,5-4-1,2-6 1,7-3-1,4-3 8,-37-16 0,2-2 1,5 0-1,1-1-44,-3-3 1,0 0 0,7 0-1,1-1 1,0 1 0,0-2 0,0 0-1,2-1 1,2-2 0,0-1 0,1-1-1,1 0-59,4-1 0,1 0 0,1 0 0,1 0 0,1-1 0,1 0 0,-1 0 0,-1-1 65,-2-1 0,0 0 0,5-2 0,0-2 0,-6 2 1,-1 0-1,2-2 0,1 0 0,-1-1 0,-1 0 0,-3 0 1,-2 0-1,-2 0 0,-2 1 0,-4-1 0,1 0-13,-1 0 0,0 0-242,-5-3 1,-1-1 0,0 3 0,-1-1 0,28-14 0,-6-1 0,-8 1 0,-8-4 0,-8-2 80,-6-1 0,-11-6 0,-5-1 0,-5-1 0,-6-1 0,-4 0 1,-6-2-1,-6 0 177,-4 0 56,-11 0 1,-7 0 0,-12 2 0,-9 0 0,-5 2 0,-9-1 0,-7 4-54,-9 2 0,-5 7 0,-1 1 0,40 14 0,-1 0 1,-2 1-1,-2 0 0,-1 1 0,-1 1 0,-3 0 0,-2 0 1,-1 1-1,-1 0-394,-1 2 1,0 0 336,-1-3 1,1 2-1,0 4 1,0 2-1,-1-2 1,1-1 0,0 2-1,0 0 1,0 0-1,1 0 1,0 0-1,1-1 1,1-1 0,2 1-331,3 0 1,-1 0 0,-3 1 0,0 0 377,6 1 0,1 0 0,-1 0 0,0 0 0,0 0 0,1 0 0,0 0 0,1 0 0,1 0 0,0 0 0</inkml:trace>
  <inkml:trace contextRef="#ctx0" brushRef="#br0" timeOffset="80">28223 6570 7720,'-6'-10'19,"1"-1"1,-7 2 0,3-3-1,0 2 1,2-3 0,2-1 0,0-1-1,2-1 1,1 0 0,2 1 1427,0-1-1307,0 7 0,0 13 1,0 15-1,0 16 1,0 12-1,2 16 1,1 8-1,4 11 1,2 4-1,-3-40 1,0 1-1,1 0 1,0 2 185,1 0 1,0 1-351,0 7 0,-1 0 0,-1-6 0,-1 1 1,0 4-1,0 0 0,1-4 0,1-1 1,-1-3-1,0 0 0,6 39 0,-3-7-813,-2-6 0,0-6 659,-2-11 0,-3-9 0,3-12 0,-3-4 0,-1-6 0,3-5-126,1-4 1,2-8-1,-2-4 1,6-3 64,3-2 1,2-9 0,1-5 0,4-7 238,5-3 0,4-9 0,1-7 0</inkml:trace>
  <inkml:trace contextRef="#ctx0" brushRef="#br0" timeOffset="81">28144 8110 7666,'-31'6'942,"-1"-1"-894,1 7 0,5-5 0,1 5 0,6-3 0,10 0-104,13 0 1,20-6 82,8 2 1,18-5 0,3-3 0,4-2 0,11-1 0,6 1 0,6 0 0,0 1 0,3 3 0,-1 1 719,5 0 1,2 0-686,0 0 0,-41 0 0,0 0 0,-2 0 0,-1 0 0,1 0 0,1 0 0,1 0 0,2 0 1,0 0-1,1 0 263,0 0 0,1 0 1,4 0-1,0 0-281,-4 0 0,1 0 0,5 0 0,1 0 0,-3 0 0,-1 0 0,3-1 0,0 0 0,3-1 0,0 0 0,0-1 0,0-1 0,2 1 0,0-1 0,-4 0 0,-1 0 0,0 0 0,-1 1 0,-3-1 1,-1 1-3,-2 1 0,1 0 1,4-1-1,0-1-28,-9 2 1,0-1-1,4-2 1,0-1-1,36 1 1,-2 2 0,-2 1-1,-8 0-105,-5-3 1,-1 3 0,-16-3 0,-2 3 0,-3 2 0,-2 0 0,-4 0 0,-6 0-1948,-2 0 1728,-10 0 0,-1 5 1,-7 1-1,-1-3-580,1-1 912,-7-2 1,-2-7 0,-7-4 0,0-2 0,0-5 0,0-1 0,0-6 0,0-3 0,1-5 0,5 0-1646,4 0 993,4-6 630,2 13 0,7-17 0,1 9 0</inkml:trace>
  <inkml:trace contextRef="#ctx0" brushRef="#br0" timeOffset="82">32326 6429 7708,'-15'-41'0,"-1"6"158,0 8 1,6 4-1,-1 7 1,1 0 716,1 1-857,-5 6-16,12-5 0,-5 19 0,7 2 132,0 11 0,0 8 0,0 11 1,0 6-1,0 8 0,0 10 1,0 7-1,0 9 0,0 3 461,0 8 1,5-5-539,1 1 0,-1-39 1,0 1-1,-2-1 0,-1 1 1,1-1-1,0 1 0,-1 0 1,1 0-1,0 0 0,1-1 147,0 0 1,1-1 0,-2 40-283,2-11 1,2 1 0,0-10 0,2-4 0,2-6 0,-1-9-314,1-6 0,-6-13 1,4-5-117,-3-4 1,5-10 0,-6-9-1,-3-10 507,-6-7 0,-11-9 0,-10 4 0</inkml:trace>
  <inkml:trace contextRef="#ctx0" brushRef="#br0" timeOffset="83">19198 11065 7812,'-18'6'-9,"-1"-1"0,-2-2 1,2 1-1,2-1 1,1 3-1,4-3 1,6-1-1,12-2 9,6 0 0,10 0 0,3 0 0</inkml:trace>
  <inkml:trace contextRef="#ctx0" brushRef="#br0" timeOffset="84">19371 11521 7904,'16'9'-98,"6"5"0,3-12 1,6 3-1,1-3 1,1-2-1,2 0 1,3 0 97,2 0 0,2 0 0,5 0 0</inkml:trace>
  <inkml:trace contextRef="#ctx0" brushRef="#br0" timeOffset="85">20597 11615 7812,'32'9'-18,"-1"-2"1,-1-5 0,-1 1 0,1 3 0,3-3 0,1-1-1557,-1-2 1574,5 0 0,-12 0 0,18 7 0,-11 2 0</inkml:trace>
  <inkml:trace contextRef="#ctx0" brushRef="#br0" timeOffset="86">21525 11521 7809,'16'0'48,"-1"0"0,1 0 0,0 0 0,-1 0 1018,1 0-1175,7 0 0,-6-2 0,4-3 0,-3-7 0,-3-6 0,1-2 0,-2 0 109,-3 3 0,3-6 0,-6-1 0</inkml:trace>
  <inkml:trace contextRef="#ctx0" brushRef="#br0" timeOffset="87">20456 10971 7662,'-45'-13'0,"1"0"0,0 0 0,0 1-182,-41-10 0,3 1 1,8 3 181,6-3 0,3 4 0,2-6 0</inkml:trace>
  <inkml:trace contextRef="#ctx0" brushRef="#br0" timeOffset="88">19465 11018 7081,'0'16'0,"7"0"0,2-1 0</inkml:trace>
  <inkml:trace contextRef="#ctx0" brushRef="#br0" timeOffset="89">20393 11097 7792,'31'7'-172,"1"2"1,-6 1 0,-2 2 0,-1 4 0,-4 3-1,0 0 1,1-1 171,1-2-97,0-1 0,-4 1 0,2-2 0,2-4 1,-2-3-1,1-1 97,1-1 0,3 7 0,8-3 0</inkml:trace>
  <inkml:trace contextRef="#ctx0" brushRef="#br0" timeOffset="90">21352 11207 8343,'16'0'834,"-1"0"1,-1 7-1,-1 2 1,-3 1-788,2 0-636,2-6 0,2 8 589,0-7 0,6 8 0,3-5 0</inkml:trace>
  <inkml:trace contextRef="#ctx0" brushRef="#br0" timeOffset="91">23522 12464 7750,'-6'-7'671,"1"7"1,-7 7-562,1 9 0,-3 7 0,-3 3 1,-2 4-1,-4 3 0,-1 3 0,-4 6 1,-4 5-1,-5 6 0,-6 4 0,-8 5 1,-7 2-1,27-29 0,0 0 0,-4 3 1,0 1 594,-4 2 1,-1 0-559,-2 4 1,-1 1 0,-6 1 0,0 2 0,-2 4 0,-1 2 0,-5 4 0,-2 1 0,-1 2 0,-2 0 0,19-19 0,-1 1 0,0 0 0,0-1 0,1 1 0,-1 0-281,-1 1 0,-1 1 0,1-1 1,1-2-1,1 0 0,0 0 1,1 0-1,-1 0 0,1-1 90,-20 20 1,2-2 0,9-9-1,2-1 1,1-1 0,2-2 0,5-4-1,1-2 1,6-6 0,2-2 0,-20 23-1,11-14 1,12-9 0,6-8-1093,7-9 0,13-8 775,3-8 1,14-2-1,14-4 1,7-10-1,8-9 360,8-4 0,5-10 0,7-1 0</inkml:trace>
  <inkml:trace contextRef="#ctx0" brushRef="#br0" timeOffset="92">23537 12354 7935,'-15'0'300,"-1"0"1,0 0 0,4 0-1,8 0 1134,15 0-1273,10 0 0,16 0 0,6 0 0,13-2 0,7-3 0,9-5 0,3-4-6,3-2 0,-34 8 0,1 0 0,2 0 0,-1-1 0,1-1 0,0-1-237,2-2 0,0 0 0,2 0 0,0 1 0,-2 0 0,-1 0 0,0 0 1,-1 1-1,0 1 0,0-1 0,-2 1 0,-1-1 0,0 1 0,-1 1 1,38-7-1228,-6 4 0,-7 9 782,-10-3 1,1 5 526,-6 1 0,-8 7 0,-7 1 0</inkml:trace>
  <inkml:trace contextRef="#ctx0" brushRef="#br0" timeOffset="93">25597 12228 8002,'-9'-7'1250,"2"6"0,7-5-989,0 12 0,7 2 0,4 8 0,3 2 460,1 3-641,8 3 1,-2 7 0,9 3 0,5 2 24,3 6 1,4 11 0,5 4-102,0 4 1,1 9-1,-1 4 1,-23-37-1,1 1 1,0 0-1,0-1 1,26 33-1,-2-2 1,0-4 497,5 3-424,-2-1 1,-22-32 0,0 0 0,24 34 0,2 0 0,2-1-1,-1-1 1,1-1-110,1 1 1,1 1 0,1-3 0,-2 1 0,-29-31 0,0 0 0,-2 0 0,-1 2 0,1 1 0,-1 1 0,-1-1 0,0 1-650,-1 0 0,1-1 360,2 0 0,0-1 1,20 36-1,3-4 0,-7-5 1,-7-5-1,-3-6 1,0-5-334,-3-5 0,-3 2 1,-12-8-1,-1-2 653,1-6 0,-7 8 0,-2-3 0</inkml:trace>
  <inkml:trace contextRef="#ctx0" brushRef="#br0" timeOffset="94">21258 16142 7755,'8'-16'0,"-3"1"0,-1 1 36,1 3 0,9 4 0,9 7 0,1 0 0,8 0 0,6 0 0,13 0 0,7 0 0,10 0 0,3 0 0,10-1 0,3-5 0,-38 2 0,2 0 0,0-2 0,2 1 0,3 0 0,0 0 0,1-1 0,1-1 0,2 1 0,1-2 0,-1 1 0,1-1 52,2 0 1,1 0-1,0 0 1,2 0 38,2 0 0,1 1 1,-3-1-1,1 0 0,3 0 1,1 0-1,0 1 1,0 0-1,3 1 0,1 0 1,1 1-1,-1 1-105,0 1 0,0-1 0,4-1 1,1 0-1,-3 2 0,-1 1 11,3 0 1,0 0 0,0 1 0,0 0 0,6 1 0,0 0 0,0 0 0,-1 0 0,-2 0 0,-1-1-33,-1-2 0,1 0 1,6 2-1,0 1 1,-3-3-1,-1 0 1,1 2 0,0 1 0,-4-1 0,0 0 0,2-1 0,-1 0 0,1-1 0,0-1 0,-3 0 0,1 0 0,1-2 0,0 1 0,-4 1 0,-2-1 0,0 2 0,-2-1 0,-2 2 0,-2-1 34,-1 1 0,0-1 0,3-1 0,0 1-31,-5 0 0,0 1 1,-2 1-1,-2 0 0,-3-2 1,-2 1-1,-3 0 0,0 0 1,-3 1-1,0-1 1,-2-1-1,0 1 40,-1 0 1,-1 0-1,35 0 1,-13 2-719,-6 0 0,-8 0 0,-10 0 0,-7 0 673,-7 0 0,-9 0 0,-6 0 0,-1 0 0,-2 0 0</inkml:trace>
  <inkml:trace contextRef="#ctx0" brushRef="#br0" timeOffset="95">18742 14822 7704,'-2'9'160,"-1"-6"0,-4-5 0,0-5 0,-2 0 1916,0 0 0,6 4-1964,-3 8 1,6 4 0,4 10-1,1 6 1,0 8 0,1 5 0,1 2-125,1-5 1,-4 14 0,3-5 0,-2 6 0,0 6 0,-1-3 0,-1 1 0,1-3-502,1-1 391,7 4 0,-10-17 0,5 1 0,-2-6 1,2-2-1,0-1-581,0 3 411,-1-8 1,-1-1-100,0-18 1,0-7-1,-7-26 91,-3 0 0,3-8 1,-3 6-1,4-3 1,1-9-1,0-3 1,0-6-1,0 2 300,0-2 0,0-6 0,0 11 0,0-3 0,0 4 0,0 0 0,-2-3 0,-2 0-120,-1 7 1,0 10-1,5 5 88,0 5 0,-5-2 1,-1 2-1,3 2 1,-1 1 834,-1 3 1,3-3-398,-3-3 0,3-1 0,2-5 0,0 6 0,0 4 1,0 1 634,0 1 1,7-1-722,4 0 1,-2 2 0,1 2 0,2 3 0,2 2 53,2 4 0,5-4 1,2 0-1,-1 0-171,1 0 0,10 0 0,-1 3 1,1-1-1,2 0 0,1 0 1,6-1-1,4 3 286,1 1 0,4 2 1,-1 0-569,1 0 1,-4 0 0,9 0 0,-2-2 0,-3-1 0,-2-2 0,-2 1 0,0 2 0,0 2-904,0 0 1,-1 0 778,-4 0 0,8-1 1,-2-3-1,1-1 1,-1 1-1,-2 3-353,-4 1 1,3 0 0,-3 0 0,2 0 495,-2 0 1,1 0 0,-6 0 0,-2 0 0,-2 0 0,-1 1 0,-3 3 0,-1 3 195,-1 2 1,-6-6-94,5 2 0,-7 4 0,2 0 0,-4 0 0,-1-4 0,-2-2 132,-3 3 0,3-3 0,-6 8 1,1 1 114,-4 2-262,-3-6 0,-2 6 0,0-3 0,0 3 1,-2 2-1,-1-1 155,-2 1 1,-2 1-1,3 3 1,-1 2-1,1 1 1,3 2-1,1-3 1,0 3 268,0-1-490,0 9 0,0 1 1,0 4-1,0 0 1,0 4-1,0 4 1,0 3-173,0 3 0,1-3 0,3 5 56,1 0 1,6-5 0,-6 3 0,0-3 0,0-2 0,2 1 0,0-1 0,2 0 0,-2-3-909,0-8 0,3 4 503,-4-13 1,-1 6 0,-3-9 0,1 1 558,2-4 0,1 3 0,-6 1 0</inkml:trace>
  <inkml:trace contextRef="#ctx0" brushRef="#br0" timeOffset="96">19072 15844 7780,'-21'-9'0,"-2"4"172,-1 3 1,5-3 0,-2-1 0,3 3 344,3 1 362,-1 2 0,5-5 1,3 1-56,1 6 1,3-2-591,9 5 0,4-8 0,7-2 0,0 1 1,1 2-1,4 2 0,3 2 0,3 2 877,-1 1 1,2 2-890,8-2 1,5-3-1,6 1 1,0-4-1,2-5 1,2 3 32,1 1 1,7 2-1,-3 0 1,2 0-273,0 0 0,-2 0 0,5 0 0,0 0 1,3 0-1,-1 0 0,0-2 0,-3-1-757,-1-2 1,6-1 546,-8 6 1,3 0 0,-3 0 0,-4 0 0,-4 0 0,-2 0 0,0 0 0,-2 0 0,-1 2 0,-4 2-1164,-1 1 1352,-3 0 1,-4-5 0,-2 0 0,-3 0 0,-2 0 0,-1 0 0,-1 0 203,0 0 1,-2 0-280,-5 0 0,-1 0 0,-1-2-288,-3-3 235,-11 3 1,-9-5 0,-9 7 0,-2 0-1,-5 0 1,-3 0 0,-2 0-366,-3 0 1,-14 0 369,0 0 0,-6 0 1,1-1-1,-6-3 1,-4-1-1,-5 1-44,-1 3 0,-5 1 0,5 0 0,-1-2 108,-1-3 1,11 3 0,-2-3-1,5 3 1,7 2 0,5 0-1,8 0 1,4 0-229,6 0 0,3-2 325,8-3 0,-8-4 0,-1-6 0</inkml:trace>
  <inkml:trace contextRef="#ctx0" brushRef="#br0" timeOffset="97">21666 18123 7224,'-7'1'72,"-1"-2"0,-1-5 0,4 1 0,5-5 0,3-6 0,4-5 1,2 0-1,5-3 0,3-4 0,4-6 0,0 0 929,2-7 0,0 1 0,5 0-1142,-2 3 1,-2 6-1,4-13 1,-3 1 0,-3 2-1,-2 12 1,-3 8 0,-1 5-1,-1 2 1,1 4 0,0 6-1,-2 8 704,-4 6-447,4 4 1,-10 7 0,6 5 0,1 7 0,-1-1 0,1 1 0,1 0 174,2 4 1,2 0-366,-1-6 0,3 0 1,1 1-1,2-2 1,-2-4-1,-1-5 0,-1-4 1,2-3-1,1-2 1,-5-3-1097,-2-2 344,-10-2 0,9-6 0,-8-5 826,-6-4 0,-12-4 0,-10-2 0</inkml:trace>
  <inkml:trace contextRef="#ctx0" brushRef="#br0" timeOffset="98">21934 17667 7721,'-16'-9'516,"7"-5"1,4 4 0,3-6 156,2-5-620,0-3 0,0-10 0,2 3 0,1 1 0,4 2 0,0-5 0,2-4-90,0 4 0,0-12 0,3 3 1,-3-5-1,-1-2 0,-1 3 0,0 3 1,-2 1-751,2-2 671,-5-1 1,5 12 0,-7 6-1,0 6 1,0 2-155,0-2 0,-2 7-94,-3 9 0,3 5 0,-3 9 364,3 12 0,-5-4 0,-1 13 0</inkml:trace>
  <inkml:trace contextRef="#ctx0" brushRef="#br0" timeOffset="99">21603 17431 7748,'-7'-16'582,"-1"6"1,-8 1 1078,0 2-1582,8 2 0,1-2 1,8-4-1,5-1 1,6 0-1,5 3-30,4 2 1,7-8-1,-2 2-84,4 1 1,1 0-1,-1-4 1,-2 0 0,-2 1-1,2-1 1,0 2 0,0 0-1,-3 2-457,-3 0 1,5 1 453,-6 11 1,-1-2 0,-4-1 0,0-2 0,0 3-1,-1 5-17,1 8 1,0 3-1,0 3 1,-2 3 68,-4 0 0,4 8 1,-4-3-1,4-1 0,2-1 1,-2 0-1,-2-1 1,-1 1-216,1-2 1,0-12-131,-1 7 0,3-13 1,-6 1-1,3-6 0,-2-5 331,-2-12 0,-9 3 0,-7-14 0</inkml:trace>
  <inkml:trace contextRef="#ctx0" brushRef="#br0" timeOffset="100">21808 16535 7721,'-25'16'784,"3"-7"1,6-2-1,0-7 1,2 1 291,4 5-1010,3-5 0,7 8 1,0-4-1,2 8 1,3 2-1,5 4 1,4-3-72,2-2 1,1 9 0,4-7 0,6 1 0,2 4 0,3 0 0,1 0 0,2-9-1154,2-7 991,6-5 0,-8 0 0,5 0 0,-1-1 0,-4-5 1,-2-4-1,-2-8-382,1-8 1,-8 11 486,-3-12 0,-3 12 0,-3-8 0,-1 2 0,-3 0 0,-6 2 158,-3 1 0,-4 1 0,-3-1 0,-6 1-16,-3 3 1,-8 2-1,-5-2 1,-4 2-1,-4 3 1,-3 2-1,-3 3 1,-2 3 65,-3 1 1,-1 8-1,2 6-504,3 5 1,3 4 0,11-4 0,8 4 0,9 0 357,8 0 0,3-3 0,0-4 0</inkml:trace>
  <inkml:trace contextRef="#ctx0" brushRef="#br0" timeOffset="101">21792 8378 8021,'-23'-7'13,"4"5"1,-5-3 0,1 3 0,4 0-1,1-1 1,3-3 1284,-1 3-1068,0 1 0,0 2 0,2-2 0,6-1 0,9-2 0,13 1 0,14 2 0,11 2-22,8 0 1,11 0-174,-1 0 1,17 0 0,4 0 0,4-1 0,6-3 0,-43 1 0,1-1 0,1 0 0,0-1 0,0 0 0,0 0 0,1 0 0,0 0 0,1 0-1,0 1 341,0 0 0,0 1-352,3-4 1,-1 2 0,36 1 0,-42 0 0,-1-1 0,44-2 0,-8 2 0,2 0-1,-7 0-193,-3 1 1,3 1-1,-15-1-45,-1-1 1,-8 0 0,-4 5 0,-9 0-1,-6 0 1,-6-2-292,-5-3 526,-11 3 0,-10-5 1,-12 7-1,-9-2 0,-10-1 1,-11-2-1,-9 1-146,-7 2 1,-15 2 0,-7 2 0,-4 2 0,40-2 0,-1 1 0,-1-1 0,-1 1 0,-3 0 0,-1-1 0,-2 1 0,-1-1-272,0 0 0,-2 0 384,-2 2 0,-1 1 1,2-4-1,1-1 0,-3 4 1,1-1-1,1 0 0,2 0 1,3-1-1,1 1 1,1-1-1,2 1 0,2 0 1,1-1 582,-39 4 0,7-1 0,18-5-72,7 0 1,6 0-1,16 0 1,8 0 0,13 0-1,19 0 867,18 0-1549,11 0 1,17 0-1,7-2 1,10-1 0,7-3-1,6 1 1,1 0 31,-41 3 1,-1-1 0,1-3-1,1 1 1,1 2 0,0 1 0,0 0-1,0 0 1,1 1 0,0-1-1,-1 0 1,0 0 0,1 0 0,0-1-1,-2 1 1,0 1-159,-2 0 0,1 0 305,0 1 1,0 0 0,35-5 0,1 0 0,-7 1 0,-7 2 0,-5 2 0,-7 0 19,-9 0 1,-7 0 0,-10 0 32,-4 0 0,-3 0 59,-7 0 1,-16 0 0,-13 0 0,-15 0-180,-12 0 1,-14 0-1,-9 0 1,-10 2-1,-11 2 1,38-1 0,-1 0-1,-4 1 1,-1-1-1,-2 2 1,-2-1-259,-2 1 1,-1-1 0,-4 0 0,-1 1 211,0 0 0,2 0 0,3 1 0,1 0 0,-2-2 0,1-1 0,4 1 0,2-1 1,2 1-1,2-1 0,-35 1 0,18-4 0,19-5 0,15-6 0,17-3 117,13-2 0,30 1 0,14-1 0,28-7 0,1-1 0</inkml:trace>
  <inkml:trace contextRef="#ctx0" brushRef="#br0" timeOffset="102">25267 8000 8009,'-21'0'0,"0"0"283,0 0 1,5 0 0,2 2 0,5 3-26,9 6 1,14-4 0,14-2 0,7-3 0,9-2 0,8 0-1,10 0 1,4 0 550,0 0-763,13 0 1,-9-2 0,14-1-1,3-4 1,-42 3 0,1 1 0,2-1-1,0 1 1,0 0 0,0 0-152,-1 0 0,0-1 0,2 4 0,0-1 0,-4-3 0,-1 1 0,2 0 0,-1 0 0,0 1 0,-1-1 0,38 0 0,-5 1 0,-5 2-616,-2 0 583,-2 0 0,-19 0 1,-7 0-1,-9 2 0,-7 3 16,-5 5 1,-12-1 0,-11 0 140,-12-2 0,-9-2 0,-10-5 0,-4 0 0,-4 0 1,-7 0-1,-4 0 0,-7 0 0,-8-2-115,-6-3 1,-9 3 94,-2-3 1,34 4 0,-1 0 0,0 1 0,0 0 0,-1 0 0,-1 0 0,-1 0 0,-2 0 0,1 0 0,0 0 73,0 0 1,0 0 0,-2 0 0,1 0-1,4 0 1,1 0 0,0 0 0,0 0 181,4 0 0,0 0 1,-39 0-1,13 0 0,8 2 1,11 2-1,14 1 0,10-2 1,9-1 717,4-2 1,10 0-1060,7 0 0,21 0 0,16-2 0,10-1 0,10-2 0,13-1 1,11 1-1,-36 2 0,0 1 0,2-1 0,1 1-241,-2-2 0,2 1 1,8 2-1,2 0 171,-6-2 1,0 1 0,8 0 0,1 2 0,-5 0-1,0 0 1,0 0 0,0 0 0,1 0 0,-1 0 0,-2 0-1,0 0-26,2 0 1,-1 0-1,-1 0 1,0 0-1,-7 0 1,-2 2-1,43 3 1,-10 4-1,-8 1 1,-9 1-1,-6 1-887,-8 2 1118,-18-5 1,6 3 59,-14-7 0,-19 0 0,-14-5 0,-7-2 0,-8-3 0,1-5 0,-5-6-109,-2-5 0,3-3 0,-9-8 0</inkml:trace>
  <inkml:trace contextRef="#ctx0" brushRef="#br0" timeOffset="103">27028 7230 7884,'-14'-10'0,"3"-1"138,-3 1 0,6-6 0,-8 0 1,2 1-1,2 1 0,1 1 1,1 3 447,1-2 0,-3 3 0,5-2-214,-2-1 0,6 4 1,-1-1-196,8 2 1,-1 3-174,7 10 0,-4 2 0,2 8 0,1 1 0,-2 4 0,2 6 47,0 2 1,-1 8 0,5 3-6,-3 6 0,-5-3 0,6 11 0,1 1 0,2 0 0,2 3 1,-1 0-1,1 1 0,0 0 205,0-1-369,-1 3 1,-1-12-1,-1 3 1,-3-3 0,1-5-1,-1-6 1,-1-8-375,-2-5 0,-2-4 0,-3-7 28,3-4 0,-3-5 0,3-10 1,-5-9-1,-4-9 464,-1-8 0,0-18 0,5 0 0</inkml:trace>
  <inkml:trace contextRef="#ctx0" brushRef="#br0" timeOffset="104">25314 7104 7940,'-23'0'-233,"11"0"0,-4 0 1,4-1 1999,3-5-1598,2 5 1,9-12-1,5 8 1,9 0-1,7-2 1,4-2 0,3-1-20,3-1 0,15 3 1,0-5-1,7 5 1,4-1-1,2 2 1,6 0-1,4 3 230,8 3-412,-35-3 1,1 1 0,42 1 0,-40-1 0,1 1 0,-1 1 0,0 0 0,-1 1 0,0 0 0,0 0 0,-1 0 0,44 0-43,-43 0 1,-1 0 0,44 0 0,-3 0-44,-7 0 0,-11-2 0,-2-1 1,-7-2-1,-8 1 0,-7 2 0,-9 2 1,-7 0-1,-9 2-279,-7 3 1,-5-1 376,-7 6 1,-7-5 0,-7 6 0,-10 1 0,-15 2 0,-11 2 65,-13 0 1,-7-1 0,-11 3-48,-2 3 0,36-12 1,-1-1-1,-4 3 0,-2-1 1,-2-1-1,0 0 0,-2-1 1,-1-1-1,-1 1 0,-1 0 1,-1 0-1,-1 0 0,-2 0 1,0-1-1,0 1 0,-1 0-274,0 0 1,-1 0 0,7-3 0,0 0 377,-1 1 0,1-1 0,4-3 0,1-1 0,2 2 0,3 0 0,2-2 1,3-1-1,-34 0 0,16 0 278,15 0 1,9 0 0,13 0-1,7-1-215,6-5 1,8 5 0,12-5 0,11 5 0,11 1-1,15 0 1,10 0-610,9 0 1,23-6 0,-41 4 0,2-1 323,5 1 1,1 1 0,1-3 0,0 1 0,6-1 0,1 1 0,2-1 0,0-1 0,1 0 0,1-1-134,0 2 0,1 0 0,5-3 0,0 0 0,-7 2 0,1 1 0,0-1 0,1 0 73,-3-1 0,0 1 1,-5 1-1,-1-1 1,-5-1-1,-1 0 1,-3 1-1,-2 1 178,42-3 0,-42 2 0,-1 0 0,28 0 0,-3 1 0,-4 2 0</inkml:trace>
  <inkml:trace contextRef="#ctx0" brushRef="#br0" timeOffset="105">18821 14759 7940,'-16'-16'165,"7"8"1,2-1 529,7 4 1,-2 3 0,-1-5-1,-2 3-117,1 4 1,2 4 0,2 15 0,0 6-477,0 6 1,2 13 0,2 5 0,1 12 0,-2 10 0,-1 4 0,-2 0 0,0-3-349,0-2 1,0-4 0,0-8 155,0-6 1,0-8 0,0-6 0,0-3 0,0-7-1,0-3-509,0-6 393,0-9 0,-2-4 1,-3-12-1,-4-6 1,-1-7-1,-1-9 1,1-5-251,1-4 0,-5-1 0,5 1 53,1-5 0,-5-3 1,8-2-1,0-2 0,0-4 197,0-4 0,-1-3 1,6 1-1,0 3 222,0 2 0,0-4 1,0 6-1,0 3 1,0 4-1,0 4 0,0 5 1,0 4 431,0 4 1,-1 9 0,-3-2 142,-1 4 0,0 1 0,5 0 0,0 1 1440,0-1-1797,0 7 1,0 4 0,0 10 0,1 4-1,5 1 187,4 1 0,4-6-307,2 6 0,5-8 1,1 4-1,3-2 1,3 0-1,3-1 176,6-2 0,-2-2-394,7 0 0,0 0 1,3 0-1,-1 0 0,-1 0 1,5 0-176,2 0 0,3 0 1,-4 0 121,3 0 0,-7 0 0,6 0 0,-2 0 0,-2 0 59,2 0 0,-10 0 1,8 0-1,-4 0 112,-2 0 1,2-2-1,-4-2 1,-1-3-1,1 0 1,-4-1-1,-1-1 1,1-1 219,2 1 1,-2-3-181,-9 6 0,4-4 1,-6 5-1,3 1 0,-3 2 1,-1 2 30,-4 0 1,4 0-1,-2 0 1,-4 2-1,-3 2 1,-3 1-1,1 0 1,0 2 119,-1 4-280,2-4 0,-4 0 1,7-7-1,0 0 1,-1 0-1,1 0 0,0 0-424,0 0 1,-1 0 432,1 0 1,0 0 0,-1 0 0,1 0 226,0 0 0,-6 1 0,1 3-402,1 1 179,-5 0 1,7-6 0,-3-3 0,1-3 0,0-2 0,-2-1-335,3 1 0,-5-3 1,3 5 256,1-2 1,-3 6 0,1-3 620,3 5-308,1 1 0,-6 1 1,-2 5-1,-3 2 275,2 1-300,-3-2 0,5-5 0,-5 1 157,3 3-221,-3-1 1,5-3-1,-7 3 1,0 5-1,0 4 115,0 2 1,0 1-1,0 4-153,0 6 1,0 2 0,0 3 0,0 1-1,1 2 1,3 3 0,1 1 0,-1 1 0,-3-2-124,-1 1-138,0 4 1,0-4 0,0 3 0,0-4 0,2-1 0,2-1-1,1-1-295,-2-1 0,-1-5 1,-2-1-292,0-2 1,0-6-1,-2 1 800,-3-4 0,-4 6 0,-6 1 0</inkml:trace>
  <inkml:trace contextRef="#ctx0" brushRef="#br0" timeOffset="106">18883 15702 7887,'-15'0'-200,"-1"0"0,0 0 1,1 0-1,-1 0 1677,0 0-881,0 0 0,8 7-405,2 4 1,6-4 0,6 0-1,4-2-106,4 0 1,9 0 0,3-5-1,4 0 1,5 0 0,5 0 0,9 0-1,5 0 51,5 0 1,2-5-141,2 0 0,11 0 1,3 3-1,-1-2 1,5-1-1,-4 2 26,-1 1 0,8-3 0,-9-1-146,1 3 0,-7 1 0,3 2 0,-2 0 0,-4 0 0,-1 0 0,-4 0 0,-3 0 0,-6 0-905,-3 0 1,-3-5 896,-5 0 1,-2-6-1,-9 4 1,-2 0 0,-4-2-1,-1 2-200,-4 0 1,-2-3 0,-1 3-304,0-2 635,-7 6 0,5-11 0,-6 5 0</inkml:trace>
  <inkml:trace contextRef="#ctx0" brushRef="#br0" timeOffset="107">26352 14319 8490,'-62'-12'0,"0"-1"0,-1 3 0,0 1 0,0 3 0,-2 0-34,-4-1 0,-1 0 1,5 3-1,0-1 1,-5-2-1,-1 0 1,-1 2-1,1 0 1,2 2-1,0 1 0,-3 0 1,0 0-1,2 1 1,-1-1-48,-3-1 0,-1 0 0,-1 0 0,0 1 0,3 2 0,0 0 0,0 0 0,1 0 0,-4 1 0,1 0 0,2 0 1,0 1-1,-3 2 0,0-1 0,2 1 0,1 1-92,0 1 0,-1 0 162,-11 1 1,1 0 0,16 1 0,1 0 0,-11 1 0,-1 0 0,0 0 0,1 1 0,2 1 0,0 0 0,-1 1 0,0 1 0,3 0 0,1 2 77,2 0 1,-1 0-1,-5 0 1,0 1-1,6 0 1,1 1-32,1 1 0,1 1 0,0-2 0,0 1 0,3 1 0,1 2 0,1-1 1,2 0-1,3-1 0,1 1 0,2-1 0,1 2 0,3-2 0,1 2 0,1 0 1,2 2-1,3-1 0,1 1 169,1 0 1,1 1-182,-30 23 1,8 0 0,10-1 0,6-1 0,7-1-1,9 1 1,10-1 179,8 1 0,8-1 1,12 0-135,9-2 1,8-6 0,15 4-1,10-1 1,14-4 0,15-4-1,-33-16 1,1-2 0,4 0-1,1-1 1,3 0 0,1 0 270,3 1 0,1-2-343,1-1 0,2 0 0,7 1 1,2 0-1,1-2 0,1-2 1,3 0-1,0 0 0,0-1 1,2 0-1,1 0 0,1-1 1,0 0-1,2 0-157,3 0 1,1-1-1,-2 0 1,0-1-1,-1-2 1,0 0 160,1 1 0,1 1-1,2-2 1,1 0 0,-26 0 0,2 1 0,-1 0 0,-1-2 0,0 0 0,1 0 0,-2-1 0,0 0 0,0-1 0,0 0 0,0 0 0,0-1 0,2 1 0,-1-1 0,0 0 0,3-1 0,-1-1 0,1 0 0,0-1 0,1 1 0,-1-2 14,1 1 1,0-1-1,-1-1-18,-1-1 1,-1-1 0,1 1 0,0 3 0,0 0 0,0-1 0,-1-1 0,0-1-1,0 0 1,1 0 0,0 0 0,0-1 0,0 0 0,0 0 0,0 0 0,-1 0 0,-1-1-1,0 1 1,-2 0 0,0 0 0,0 0-9,26-3 0,-1 0 0,-26 2 1,1-1-1,-1 0 0,27-4 1,-1 1-40,1-2 0,-2 0 0,-6 1 0,-2-1 0,-6 2 0,-1-1 0,0 0 0,-1 0 0,-3 1 0,-1-1 0,-1 0 0,-2-1 0,-5 0 0,-2-1 0,-3-1 0,-2-1 0,-5 1 0,-1 0-105,-1 0 0,-2 0 0,30-23 124,-7 5 0,-9-7 0,-12 2 0,-7-3 0,-9-4 0,-10-1-6,-9-3 0,-14-5 1,-12 4 30,-16-2 1,-11 4-1,-18-4 1,26 28-1,-1 0 1,-4 1-1,-2 0 1,-5 0-1,-3 0 1,0 1-1,-2 1 1,-3 0-1,-1 1 1,-2 2-1,0 1-12,-4 2 0,-1 1 0,-14-1 0,-1 1-50,0 4 0,-1 2 0,-3 3 0,-3 3 1,29 1-1,-1 2 0,0 0 0,-2 1 1,1 1-1,-2 1 0,-2 0 0,-2 0 1,0 1-1,0 1 0,0-1 0,-1 2-75,-3-1 1,0 2 0,-1 0 0,-2 2 0,-2 1 0,1 1 141,3 0 0,1 1 0,-1 0 0,-2 2 0,0 1 0,0 0 0,2 0 0</inkml:trace>
  <inkml:trace contextRef="#ctx0" brushRef="#br0" timeOffset="108">21509 14900 8197,'0'-15'63,"0"-1"0,0 0 1,0 1-1,2 1 0,1 5 1,3 11-1,-1 13 0,0 15 1,2 10-1,0 6 0,2 6 486,-1 11 0,-2-9 0,2 14 0,1-5 0,-2-2 0,2 0 0,-2-3 0,2-7-1396,-1-8 365,-4 3 0,5-15 1,-6 2-1,4-7-595,2-3 1,-6-11 0,3-15 323,-5-16 0,-1-4 753,0-8 0,-7-15 0,-1 4 0</inkml:trace>
  <inkml:trace contextRef="#ctx0" brushRef="#br0" timeOffset="109">21588 14853 8197,'-11'-15'0,"1"-1"609,6 7 1,-10 2-1,6 9 1,1 1-1,7 3 1994,8-3-2567,13-1 0,11-2 1,11 0-1,8-2 0,7-3 1,5-6-1,5-3-106,5-1 1,9-6-1,2-2 1,-2 0-130,-2 1 1,-35 9 0,0-1-1,0 3 1,0 0 0,1-1-1,-1 1 1,1-1 0,-1 1 0,42-6-1,-3 3 1,-5 5-712,-6 2 1,-5 2 886,-10 5 0,-6 0 1,-8 0-1,-4 2 1,-3 1-1,-6 4 1,-4 2-1,-5 3 1,-2 2-1,-3 2 1412,-1 0-1183,0 6 0,-6 1 1,-1 5-1,-2-2 1,-4 2-1,-1 4 0,-2 2 204,0 3 1,0 5-391,0-5 1,0 6 0,0-1-1,2 4 1,1 3 0,2-1 0,1 3-1,1-4 1,3 0 0,4-3-443,2 1 0,-2-6 1,-2-2-1,-1-6-1243,1-5 877,-5-3 1,5-7-1,-5-1 788,2 1 0,-13-7 0,2-2 0</inkml:trace>
  <inkml:trace contextRef="#ctx0" brushRef="#br0" timeOffset="110">21824 15608 8995,'-34'7'0,"8"3"1407,7 4 1,14-3-1,8-3-861,11-1-458,19-1 0,2-1 0,19 0 0,9-1 0,9-3 1,8-2-1,8-3-40,-42 2 0,2-1 1,3-3-1,1 0 0,-1 1 1,-1-1-209,2-1 0,-1 0 1,0 2-1,0 0 1,1 0-1,1-1 1,-1 1-1,0 0 1,-2-1-1,0 1 1,0 1-1,0 0 1,-3-1-1,0 1 1,-1 0-1,1 1 1,38-6 159,-5 0 0,3 6 0,-12-4 0</inkml:trace>
  <inkml:trace contextRef="#ctx0" brushRef="#br0" timeOffset="111">25172 14995 8328,'0'-25'106,"-5"1"1,-2 5 1184,-1-2-1004,4 7 0,-3 0 0,9 5 0,1 4 0,4 10 0,0 14 289,0 9 1,4 11-513,-6 3 0,5 8 0,-4 6 1,-3 3-1,1 6 0,-1 0 1,2-2-1,-1-6 0,-1-6 1,1-7 103,1-8-826,0 4 0,-3-19 1,2 0-1,3-7-1608,1-5 1,-4-11 2265,1-13 0,-3-15 0,-2-10 0</inkml:trace>
  <inkml:trace contextRef="#ctx0" brushRef="#br0" timeOffset="112">25094 14728 8328,'0'-16'399,"0"7"1,2-3-1,5 7 1,8 1-1,12 2 1,6 2 1278,3 0-1644,22 0 1,-11 6 0,21-1 0,4-2-1,3 1 1,7-1 0,4 3-67,-42-4 1,1-1 0,8 0 0,0 0 0,-2-1 0,0 0-90,1 0 0,1 0 1,-3-1-1,-1 0 0,0 0 1,0-1-1,-2-2 0,-1 1 1,41-4-1,-1-2 0,-6 2 1,-5-2-1,-7 2-2808,-3 0 2852,-9 2 0,-2 3 0,-9-1 0,-3-2 0,-7 1 0,-5 4 0,-6 4 333,-1 1 1,-2 7 0,-7 0 8,-4 7 0,-1 1 0,-5 6 0,1 4 0,-3 4 1,-6 7-1,-6 1 0,-6 1 0,-3 3 1146,-2-1 0,0 9-1347,5-12 0,2 5 0,4-10 0,4 0 0,5-1 0,1 1-209,0-2 0,0 3 1,1 1-1,5 1-252,4 4 0,-1-6 1,0 0-1,-1-1 1,-1-2-1,0-4 0,-1-3 1,-1-1-1469,0-3 0,0-1 1865,-5-8 0,-7 1 0,-1 0 0,-8 0 0</inkml:trace>
  <inkml:trace contextRef="#ctx0" brushRef="#br0" timeOffset="113">25298 15545 8148,'-45'7'2032,"3"3"-1616,3 4 1,15 2 0,5 0-1,8 0 1,13-3 0,14 0 1,13-3 0,17-6 0,17 3 0,10-2-338,11 0 0,-31-2 0,2-1 0,0-1 0,0-2 0,5 1 0,1 0 0,3 0 0,1-1 0,1-1 0,-1-2 0,3 0 0,-1-2 0,-2-1 0,1 0-31,0-1 1,-1 0 0,-3 0 0,0 1-257,-7-1 0,0 0 1,3-2-1,-1-1 1,-8 0-1,-2 1 1,0-1-1,-1 1 0,-2 0 1,-1 1-1,34-9-862,-7 4 1,-7 4-1,-6-1 1,-6 6 596,-7 3 1,-6 2-1,-6 2 1,-3 3 0,-2 6 471,-6 3 0,-4 8 0,-1 3 0</inkml:trace>
  <inkml:trace contextRef="#ctx0" brushRef="#br0" timeOffset="114">22264 13297 8328,'-9'2'251,"2"2"0,2 3 0,0 1 0,1 6 0,2 5 0,2 8 0,0 2 1,0 4-1,0 4 342,0 5 0,2-2 0,3 2 1,4 2-1,2 1 0,-1 2 0,2 1 1,0-3 751,-1-3-1373,3 10 1,-7-20 0,5 8 0,-3-5 0,0-6 0,-2-2 0,0-5-506,-4-2 0,4-8 361,-2-2 1,1-8 0,-6-2-1,0-9 1,0-8 0,0-6-1,0-7 1,0-1-1616,0-4 0,-6-2 1280,1 1 0,-5 1 1,3-7-1,0 0 0,-2 0 1,0 0 172,-3-2 0,0-1 0,-1-2 0,5 2 468,1 3 0,-4 3 0,6 8 0,0-1 0,0 3 1,-1 1-1,3 3 0,1 3 1709,2 2 0,0 8-1118,0 2 1,0-1 0,2-3 0,3 2-68,6 1 0,4 8 1,6-2-1,7 1-445,7-1 1,5 1-1,9-4 1,4-1-1,6 0 1,6-3-1,5-2 1,1-2-69,4 1 1,0 1-434,-1 3 1,-4-3 0,-7 4 0,-2-2 0,-4-1-1,-6 5 133,-7 1 1,-2 1 0,-9 6 0,-5 0 427,-4 0 0,2 0 0,-5 2 1,-1 3-1,-5 6 0,-4 3 1,-6 2 1103,-3-1 0,-2 6-1177,0 0 0,-2 7 0,-1 0 0,-4 5 0,-2 7 0,-2 4 0,1 7 0,1 3 0,2 5 0,4 2-1103,1 2 641,2 0 1,2-2 0,3-1-1,5-5 1,4-2 0,2-6-1,0-5-1206,-1-4 1,-1-1-1,-1-7 934,-3-4 0,-6-3 0,3-9 1,-2-2-1,-2-3 0,-4-4-3998,-8-7 4050,-12 2 0,-5-14 1,-9 4 481,-2-4 0,-21-2 0,1 0 0</inkml:trace>
  <inkml:trace contextRef="#ctx0" brushRef="#br0" timeOffset="115">22342 13957 7834,'-22'9'486,"6"0"0,-2-6 1,8 4-1,5 2 1,7 2 2958,6-3-3149,13-1 1,5-1-1,11-1 1,7-2 0,6-3-1,10-5 1,6-5 682,8-4 0,2-2-974,3 0 1,5 0 0,0 1 0,-4-1-1,-3 2 1,-5 2 0,-1 3 0,-3 2-1,-1 4 1,-8 1-1703,-3 2 0,-5 2 569,-9 3 1,-4 4 0,-8 6-1,-4 1 1128,-5 0 0,-4-1 0,-1 1 0</inkml:trace>
  <inkml:trace contextRef="#ctx0" brushRef="#br0" timeOffset="116">25408 13297 7834,'-15'0'638,"4"-3"1,2 3 0,2 7-1,2 5 1060,-2 4-1637,5-1 0,-5 3 1,7 3-1,0 5 1,2 7-1,3 7 1,6 6 111,3-3 1,-4 10 0,1-6 0,1 2-234,2 0 0,-3-4 0,-3-3 0,1-5 1,-2-6-1,0-3 0,-4-3 0,1-4-1190,1-7 1126,-3 1 0,5-9 1,-7-1-1,0-10 1,0-13-1,0-10 0,0-10 1,0-4-2856,0-4 2819,0 8 0,-5-13 0,-2 6 0,-2-2 1,-3 1-1,-2-1 0,-2 2 132,0-1 1,-5-1 0,0 9 0,0-1 0,0 1 0,0 5 0,2 5 0,2 7 27,1 3 894,0 3 1,1-1 0,1 0 0,3 1 87,6-1 1,10 7-873,6 4 0,10 3 0,7 2 1,7-2-1,8-1 0,8-2 96,7 1 1,1 2-1,2 2 1,0 0-256,4 0 1,3 0-1,-2 0 1,2 0-1,1 0 1,-3 0-1,-1 0 1,-4 0-346,0 0 0,-7-5 221,-2 0 1,-10 0 0,-5 5 0,-4 0 0,-3-2 0,-4-2-35,-5-1 1,-3 0 0,-3 7 457,1 3 1,-7 4 0,-4 8 0,-3 2 0,-2 4 0,0 3-1,0 4 663,0 0 1,-5 15-856,-1-8 1,1 10 0,3-3-1,-1 4 1,-2 5 0,1-3 0,2-1-1,2-1 1,0-3 0,2-3-1377,3-5 933,-3-4 1,7-4 0,-6-2-1,3-6 1,-1-6 0,0-3-1216,0-1 0,-1-9 1599,-9-2 0,-11-7 0,-9-9 0</inkml:trace>
  <inkml:trace contextRef="#ctx0" brushRef="#br0" timeOffset="117">25393 13989 7834,'-2'9'919,"5"-1"0,20-4 0,8 1 0,10-1 0,6-3 1,5-2 1314,6-5-2104,10-2 0,4-8 0,8 0 1,2-1-1,2-3 0,0 0 0,0 0-124,0 3 0,-2 6 0,-9 3-639,-5 1 0,-8-4 1,-6 6-1,-4 1 1,-8 3-806,-7 1 0,-2 1 0,-12 3-879,-1 1 2317,-10 0 0,-3-5 0,-7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5.237"/>
    </inkml:context>
    <inkml:brush xml:id="br0">
      <inkml:brushProperty name="height" value="0.053" units="cm"/>
      <inkml:brushProperty name="color" value="#FF0000"/>
    </inkml:brush>
  </inkml:definitions>
  <inkml:trace contextRef="#ctx0" brushRef="#br0">6258 11411 8073,'0'-16'251,"0"8"1,-2 1 0,-1 10 0,-2 6 0,1 10-1,2 9 787,2 11-1010,0 18 0,0 23 1,0-27-1,0 3 1,0 8-1,0 3 0,0 10 1,0 3-1,0-20 1,0 1-1,0 1 1,0 6-1,0 0 0,0 2 1,0 5-1,0 2 1,0 0-1,1 5 0,-1 0 1,1 2-1,0-17 1,0 1-1,-1 1 1,2 0-1,-1 1 0,1 1 1,0 1-1,0-1 1,0 3-1,0 1 0,0-1 1,0 0-1,1-2 1,0 0-1,0 0 1,1 0-1,-1 0 0,1 1 1,0-1-1,0-1 1,1 0-1,0-2 0,-1 1 1,1 0-1,1 1 1,-1 1-1,0 0 1,0-1-1,1 1 0,-1-1 1,0 0-1,0 0 1,1 0-1,-1 0 0,0 0 1,0-1-1,1-2 1,-1-1-1,0 0 1,0 0-2104,2 18 1,-1-1 0,1 0 2038,1 0 1,0-1-1,0-2 1,-2-12-1,0-2 1,-1 0-1,2-2 1,1 0 0,-2-1-1,3 23 1,0-2-1,-1-10 1,0-3-1,-1-7 1,1-2 0,0-8-1,0-2-128,-1-3 0,2-2 1,12 34 287,0-19 1,-2-11-1,-7-14 1,-3-13-125,-2-16 0,5-8 0,-3-23 0</inkml:trace>
  <inkml:trace contextRef="#ctx0" brushRef="#br0" timeOffset="1">9120 11270 7985,'0'-9'199,"1"4"0,3 12 0,1 8 0,0 12 1,1 9-1,1 10 0,1 10 0,5 10 2868,0 14-3022,-5-26 1,0 2-1,0 1 1,0 2-1,1 11 1,-1 5-1,2 6 1,0 3-1,-3-25 1,0 1-1,0 1 1,0 6 0,0 2-1,0 0 1,0 1-1,0 1 1,0 1-271,-1 2 1,1 1 0,0 1 0,2 9 0,0 2-1,0-1 1,-2-5 0,1-2 0,-1 1 0,1 4-1,0 0 1,1 1 123,0 0 0,0 0 0,1 2 0,-3-19 0,0 0 0,0 1 0,0 0 1,0-1-1,0 0 0,0-1 0,0 1 0,1 18 0,0 0 0,0 0 1,0-1-1,0 0 0,-1-2 0,0-4 0,-1-1 0,0-1 0,0-1 1,0-1-1,0 0 0,-1-5 0,-1-1 0,1-1-46,-2-2 1,1 0 0,-1 0-1,1 3 1,1 0 0,-2-1 200,-1-6 1,0-1 0,-1-1 0,1 1 0,0-1 0,0 1 0,-1 28 0,-1 0 0,2-2 0,0-1 0,1 1 0,-1-1 0,0-4 0,0-2 0,-1-1 0,-1-2-1,1-7 1,0-1 0,1-2 0,0-3 0,1-5 0,1-2 52,0-5 0,0-1-106,1 0 0,1-3 0,10 24 0,1-4 0,2-14-1,2-10 0,2-1 0,-2-6 0,3 0 0</inkml:trace>
  <inkml:trace contextRef="#ctx0" brushRef="#br0" timeOffset="2">6290 11395 7946,'17'0'0,"7"2"0,13 3 0,16 6 0,11 3 0,10 2 0,-28-8 0,4-1 100,1 1 1,2 0 0,6 0 0,1 0 0,0-1 0,1 0 0,0-1 0,0 0 0,1-1-1,0-1 1,1 0 0,0 0 0,2 0 0,1-1 0,1 2 0,0-1 0,1 0 0,-1 1 0,-1 0-1,1 0 1,-2 1 0,1-1 0,0 0 0,1 0 0,-1 1 0,0 1 0,-1-1 0,0 1-217,-5 1 0,0 0 1,-4 3-1,0 1 1,-2 1-1,0 0 1,0 2-1,-1 0-139,0 0 0,0 1 0,-1 0 0,-1 1 1,-5 0-1,-1 1 0,-2 1 0,0 1 255,-3 0 0,0 0 0,1 0 0,-1 0 0,28 22 0,-2-5 0,-1-4 0</inkml:trace>
  <inkml:trace contextRef="#ctx0" brushRef="#br0" timeOffset="3">6462 17667 7839,'7'16'179,"4"-1"0,8 3 0,7 3 0,6 3 0,11 2 0,10-1 2452,13-3-2609,15-1 1,2-5 0,-38-9 0,1 0 0,3 0 0,0-2 0,2 1 0,1-1 0,5 1 0,2 0-1,0 1 1,0 0-147,3 0 1,0 2 0,-3 1 0,-1 1 0,1-1 0,-1 1-1,0-2 1,0 1 54,-1-1 0,1-1 1,0 2-1,-1 1 1,-3 0-1,-1 1 0,-2-1 1,-1 1-1,-3-1 1,-1 0-1,-2 0 0,-1-1 1,38 10-1,-6-3-321,-7-3 1,-7-4 0,-7 1 0,-7-6 0,-3-3 389,-4-2 0,6-14 0,-6-3 0</inkml:trace>
  <inkml:trace contextRef="#ctx0" brushRef="#br0" timeOffset="4">6588 13282 7851,'16'-7'27,"0"5"1,-1-3 0,1 3-1,0 2 1,0 0 0,-1 0 998,1 0-882,7 0 1,-6 0-1,4 0 1,-2 0-1,1 0 1,2-2-1,3-3 57,3-6 0,7-4 0,1-6 1,1-7-1,1-7 0,4-7 0,4-3 1,-1-3-245,-3 1-114,4-7 1,-8 5-1,6-5 1,-4 2-1,0-1 1,-2 3-1,-1 2-161,-7 7 1,1 2 0,-6 9-1,-1 4 327,-3 5 0,-3 6 0,-3 4 0,1 6 0,0 3 1,0 4-1,1 3 0,2 7 480,2 8 1,5 9-421,-5 8 0,9 8 1,0 1-1,5 4 1,0 3-1,0 1 1,0 2-1,3 0 1,0-4-1,1-5-791,-4-5 577,5-3 0,-7-8 0,4-1 0,-2-4 0,0-5 0,1-4 1,-1-3-316,-1-3 1,-3-4 0,0-7-614,1 0 1073,-1-7 0,1-9 0,-1-8 0</inkml:trace>
  <inkml:trace contextRef="#ctx0" brushRef="#br0" timeOffset="5">6903 14429 7972,'-9'0'235,"4"0"1,8 2 0,4 1 0,2 2 0,5-1 0,3-2 413,4-2-511,7 0 1,-3 0 0,6 0 0,2 0-1,4-4 1,5-5 0,2-6 351,-2-3 0,7-6-441,-8-2 0,8-11 1,-8-5-1,0-3 1,1-3-1,-1 1-249,-6 0 1,6-3-1,-9 1 1,-1 3 49,-3 1 0,2 3 0,-4 3 0,2 8 0,0 3 0,-3 4 0,-1 3 0,-1 5 24,-1 5 1,5 5 172,-6 6 0,7 6 1,0 8-1,3 7 1,4 11-1,-2 5 254,2 8 0,0 4 1,-2 0-1,2 0-335,2-2 0,5 3 0,-4-8 0,1 0 0,1-2 0,-4-6 0,1-3 0,-4-5-597,2-1 0,0-4 435,-3-6 0,3-6 0,0-4 0,-4-3 0,2-2 196,0 0 0,-3 7 0,8 2 0</inkml:trace>
  <inkml:trace contextRef="#ctx0" brushRef="#br0" timeOffset="6">6997 16001 7970,'9'15'75,"5"1"0,-6-2 0,8-2 0,2-3 0,3-2 0,5-3 0,4-3 767,1-1-804,0 0 1,6-14-1,2-7 1,-1-7 0,2-5-1,-1-3 1,-1-8-87,-3-7 0,3-3 0,-1-5 0,-4 3-9,-5 2 0,2 1 0,-6 8 1,3 3-1,-1 7 0,0 5 1,0 8-1,0 3-162,2 5 0,2 8 260,2 1 1,1 16 0,3 6 0,5 6-1,0 6 1,1 6 414,2 7 0,2-2 0,1 2 1,2 2-439,3 1 1,-7 3 0,6-1 0,-2-2-1,-4-1 1,-1-2 0,-2 0 0,0 0-146,0-1 0,-7-6-167,2 2 0,-4-4 0,-2-3 0,-1-2 0,-2-4 0,-4-1-148,-1-4 0,-2-3 1,-5-6-1,-1-3 442,1 0 0,0-5 0,0 5 0</inkml:trace>
  <inkml:trace contextRef="#ctx0" brushRef="#br0" timeOffset="7">6934 17180 7639,'0'-9'-83,"7"2"1,4 7 0,3 2 0,1 1 0,3 2 1276,3-1-1053,-4-2 0,13-2 1,-4 0-1,4 0 0,3 0 1,2-2-1,3-3 330,3-6 1,-5-3-373,6-2 0,-2-5 0,6-1 1,-1-3-1,4-3 0,0 0-510,0 2 0,-2-2 1,2 9-1,2 5 256,1 7 1,1 12-1,-5 9 1,3 9-1,1 14 1,-1 8 0,-2 13-1,-2 3 77,0 5 0,-1 6 174,-4-4 1,1-2 0,-4-8 0,-1-7-1,1-8 1,-3-10 238,3-10 1,-4-4 0,8-13 0,3-3-620,-1-1 0,9-9 0,-8-5 1,1-8 283,4-6 0,6-10 0,-1-5 0</inkml:trace>
  <inkml:trace contextRef="#ctx0" brushRef="#br0" timeOffset="8">17940 17211 8430,'-16'-9'-34,"1"-3"125,-1 7 1,2 1-1,3 10 1,10 4-1,8 2 1,8 0-1,5-1-262,2 1 1,5-3 0,9 1 179,6 3 0,7-5 0,5 1 0,9-2 0,5-3 1,9-3-1,3-1 0,8-1 0,-43-2 0,1 0 182,-1-1 0,2-2 1,7-1-1,1 0-128,-6-1 1,1 0-1,7 0 1,1-1-1,-1-1 1,0 0-1,1-1 1,1 0-1,2-1 1,0 1-1,-1 0 1,1-1-26,1 3 0,2-1 1,0-1-1,1-1 1,0 2-1,1 0 1,1 0-1,0 0 1,2 2-1,-1 1 1,-1 0-1,0 1 1,1 2-1,-1 0 1,-1-1-1,0 1 230,1-1 1,-1 1-292,0 2 1,-1 1-1,-3-3 1,-1 1-1,0 2 1,2 2-1,-1-1 1,1 0-1,0 0 1,-2 0 0,1 0-1,-1 0 1,-1 0-1,0 0 18,0 0 0,-1 0 0,3 0 0,0 0 0,-2 0 0,1 0 0,0 0 0,2 0 0,0 0 0,-1 0 0,0 0 0,0 0 0,1 0 0,0 0 0,1 0 0,0 0 111,2 0 0,1 0-89,3 0 1,1 0 0,-4-3-1,1-1 1,1-1 0,1-1-1,1 0 1,0 0 0,-1 0-1,1 0 1,3 0 0,-1 1-1,-1 0 1,-1 0 62,0 1 0,0-1 0,0-1 1,-1 0-1,-1 3 0,-1 1 0,1-1 1,1 0-70,2 0 0,0-1 1,4 3-1,0 1 1,-7-3-1,0 0 0,-1 2 1,0 1-1,1 0 1,0 0-1,-1 0 0,0 0 1,3 0-1,0 0 1,-1 0-1,1 0-53,1 0 1,1 0 0,1-1 0,-1 0-32,-5-2 1,0 1 0,9 1 0,0 0-1,-5-2 1,-1 1 0,3 0 0,1 2-1,1 0 1,0 0 0,-3 0 0,-1 0 74,-4 0 1,2 0 0,6-2 0,0-1-1,-7 0 1,0 0 0,0 1 0,0-1 36,-1 0 0,0-1 0,-1 3 0,0 0 0,-2-2 0,0 0 0,-2 0 0,1 0 0,1 0 0,-1-1 0,1 1 0,0-1 0,-1 1 1,1-1-1,-1 2 0,0 1 92,-2 0 0,0 0 0,0 1 1,1 0-126,0 0 1,0 0 0,3 0-1,-1 0 1,-4 0 0,0 0-1,2 0 1,0 0 0,0 0-1,0 0 1,-1 0 0,0 0-1,-1 0 1,0 0 0,-2 0-1,-1 0 1,1 0 0,-1 0 0,-1 1-1,0 0-506,-1 1 1,0 1 485,5-2 0,-2 0 1,-11 2-1,-1 1 0,4-4 1,1 0-1,-2 0 0,-1 0 1,-1 0-1,0 0 1,1 0-1,0 0 0,-1 0 1,-1 0 12,42 0 1,-39 0 0,-1 0 0,37 0 46,3 0 0,-2-5 0,-42 2 0,1 0 0,2 1 0,0-1 0,1 0 0,0 1 0,3-1 0,1 1 0,-2 0 0,-1 0 0,2 1 0,-1 0 0,-2 1 0,0 0 280,0 0 0,0 0-375,5 0 0,0 0 0,35 0 1,-40 0-1,0 0 0,-2 0 1,-1 0-1,41 0 0,-3 0 1,-7 0-252,-7 0 1,-7 2 0,-6 2 224,-4 1 0,-10 0 0,-2-5 0,-3 0 0,-5-2 163,-5-3 0,2 2 0,-4-8 0,4-1 134,1-2 0,2-4 1,4-1-1,5-2 1,3 2-1,4 2 1,4 1-1,4 0-305,4 0 0,2 2-137,0 4 1,-2-2-1,-1 7 1,-4 1-1,-2 2 1,-7 2-198,-9 0 1,-3 0 177,-14 0 1,-10 0 0,-15 0-1,-11 0 1,-6 0 0,-6 0 612,-2 0 0,6 0 0,-7-1-164,6-5 0,1 3 0,4-8 0,-2-1 0,2 0 0,1 0 0,3 1 0,-3 1 0,-1-1 1851,-2 1-1989,-7 6 1,4-3 0,-8 7 0,-1 0-1,-2 0 1,-2 0 0,1 0-553,-3 0 1,6 0 0,-4 0 289,4 0 0,3 0 0,2 0 0,4-1 0,1-5 0,6-4 0,5-4 0,6-2-633,5 0 868,1 1 0,12-1 0,5 2 0,8 2 0,6 3 0,6 0 0,3 2-66,4 0 1,-4 2-1,2 7 1,2 3-1,-1 6 1,-1 3 0,-5 3-1,-4 2-727,-2 2 667,-6 7 1,-4-9 0,-11 8 0,-4 0 0,-5 1-1,-2-1 1,-5-6-42,-4-4 0,-9 2 1,-4-1 252,-2-4 1,-2-2-1,-8 2 1,-4-2-1,-1-3 1,-4 0-1,-1-2 1,-2 1-1,1 1 337,4 3 0,-3 2-619,3 2 1,2 0 0,0 1 0,3 4 0,6 5 0,4 6 150,5 4 0,1-2 0,5 4 0</inkml:trace>
  <inkml:trace contextRef="#ctx0" brushRef="#br0" timeOffset="9">33238 16331 9843,'0'-16'0,"0"0"378,0 1 0,0 4-297,0 1 1,0-1 0,0-4 0,0-1 0,0 0 0,0-1 0,0-3 0,0-2 0,2-3-1,1-1 1,3 0 0,-1 0 0,0-2 0,0-2 254,-1-1 0,-1-1 0,1 1-275,1-1 1,0 6 0,-5 0 0,0 0 0,0-1 0,0 1 0,0 0 0,0 0 0,0 1 451,0 3-535,0-13 0,0 12 0,0-10 0,0 0 0,0 1 0,0-3 0,0 0 120,0-3 0,6 5 0,-1-4-7,-2 4 1,4 0-1,-1-2 1,-1-2 0,0 2 83,0 2 1,1 2 0,-6-3 0,0 0-107,0-3 0,0 0 0,0 6 0,0-1 0,-2-1 0,-2-2 0,-1-1 0,0-1 86,-2-2-125,5 6 1,-5-10 0,7 4 0,0 1 0,-2-2 0,-1 1 0,-2 1 96,1 3 1,2-4-126,2 3 1,0-6-1,0 3 1,0 1-1,0-2 1,0 1-42,0 1 1,0-4-1,0 4 26,0-3 1,0 5-1,0-6 1,0-2-1,0 1 1,0-1-1,0 4 1,0 0-1,0 1 52,0 1 1,6-4 43,-1 5 0,0-5 0,-5 6 0,0 1 0,0 0 0,0 0-15,0-2 1,0 0 0,0 4-43,0-3 1,0 6 0,0-3 0,0-1 0,0 3 0,0-4 0,0 2-1,0 0 1,0 1-50,0 1 1,2 1 35,3 4 0,-3-7 0,3 5 0,-3 0 0,-2-2 0,0 2 32,0 2 1,0-4-1,0 6-27,0 0 0,2-6 0,1 5 0,2-1 1,-1 2-1,-2-1 0,-2 1 0,0-2 1,0-1 35,0 1 1,0 2-20,0-2 0,0-4 1,0 4-1,1-2 0,3 0 1,1 2 43,-1-2 0,-3 3 0,-1 1-42,0 1 1,0-3-1,2 3 1,2 0-1,1 1 1,-2 1-1,-1 0 1,-2 0-1,0 0 28,0-2-59,0 6 0,0-6 0,0 7 0,0 1 0,0-3 0,0-1 0,0-2 11,0 2 0,0 0 1,0-1-3,0-1 1,0-1-1,-2 3 1,-1-2-1,-2 1 1,1 3-1,2 1 1,2 0-1,0 1 120,0-1-97,0 0 1,-1 1-1,-3-1 1,-1 0 0,1 0-1,3 1 1,1-1-41,0 0 1,0 1 0,0-1-24,0 0 1,0-1 0,0-3 0,0-1 0,0 2 0,0 2 0,0 1 0,0 0 0,0 1 23,0-1 1,0 0 10,0 1 1,0-1 0,0 0 0,0 0 0,0 1 159,0-1 0,0 0 0,0 0-192,0 1 0,0-1 0,0 0 1,0 1-1,0-1 0,0 0 1,0 0-1,0 1 0,0-3-199,0-3 193,0 4 0,0-8 0,0 6 0,0-4 0,0 1 0,0-3 0,0 3-44,0-1 1,0-3 0,0 3 54,0-1 0,0 3 0,0-4 0,0 1 0,0 1 0,0 0 0,0 2 1,0 0-1,0 0-67,0 2 0,0 2 98,0 1 0,0-5 0,0 0 1,0 2-1,0 1 0,0 3 2,0-1 0,0-5 0,0 0-19,0 2 1,0-4 0,0 2-1,0 0 1,0 0 0,0-1 0,0-1-1,1-2 1,3 3 42,1-1-13,0-5 1,-5 11 0,0-6 0,0 2 0,0-2 0,0 1 0,0-1 11,0 4 0,2-6 1,2 1-39,1-1 1,0-4 0,-5 2 0,0-2-1,0-3 1,2 1 0,1-1 0,2 1 0,-1 0 48,-2-1-45,-2 1 0,5 4 0,0 1 0,-1-2 0,-3 0 0,-1 0 1,0 2 37,0-2 0,0 4 0,0-1-20,0 3 0,0-6 0,0 3 1,0-1-1,0 0 9,0-2 0,0 4 0,-1-1 4,-5 2 0,5-3 0,-5 3 0,3 1 1,-1-3-1,-1 1 0,2-2 0,1 0 0,2 1 196,0 2-224,0-5 1,-5 9 0,0-5 0,1-1 0,2 1 0,2-2-1,0-1-30,0 1 0,0 7 0,-1-4 18,-5 1 0,5 2 0,-5-4 0,5 0 0,-1 1 0,-2-2 0,-1 1 1,2-4-1,-1 0 36,-1 2-83,3-4 1,-5 6 0,7-8 0,0 1 0,0-1 0,0 1 0,0 0 25,0-1 1,-5 1 3,0-1 0,-1 1 0,6-1 0,0 1 0,-1-1 0,-3 1-33,-1 0 0,0 4 0,3 1 114,-3-2 0,3 4 1,-5-2-1,2-2 0,-1-2 1,3-1-1,1 1 1,0 0-1,-1 2 188,-2 0 1,-1-8-259,6 9 0,0-9 0,0 6 0,0 0 0,0-1 0,0 3-49,0-2 1,0 2 0,0 0 39,0 2 0,-5 0 0,0-4 0,2 2 0,1 2 0,2-2 0,0-1 1,-2-3-1,-1 2 159,-3 4 0,1-3-72,5 2 0,0-1 1,0 0-1,0 2 0,0 0 1,0 0 58,0 0 0,0 1 0,0-3-125,0 2 0,0 2 0,0-4 1,0 3-1,0 1 0,0-1 1,0-1-1,0 0 0,0 0-43,0-2 82,0-2 1,0 2 0,0 0 0,0-1 0,0 1 0,0-2 0,0 0 95,0-1 1,0-1 0,0 1-49,0-1 0,0 5 0,0-1 1,0-2-1,0 2-16,0-2 1,0 1-1,0-3 1,0 2-148,0 4 0,0-7 1,0 3-1,0 1 0,0-3 1,0 4-1,0-1 1,0-1-260,0-1 1,0-1 338,0 1 1,0-1 0,0 1 0,0-1 0,0 1-1,0-1 54,0 1 0,0 0 0,0-1-24,0 1 0,0-1 1,0 1-1,0-1 0,0 1 1,-2 0-1,-1-1 0,-2 1 1,-1-1 178,-1 1 0,6-1-157,-5 1 0,-1-6 0,2 1 1,2 1-1,1 0 0,0 0 54,-3-2 1,3 0 0,-3 4-97,3-3 1,2 2-1,0-2 1,0 1-1,0 0 1,0-2 0,0 2-1,0 2 1,0 2 34,0-1 1,0 1-160,0-1 0,0 1 0,0-2 0,0-2 1,0-2-1,0 2 77,0 2 0,0 2 0,0-3 94,0-2 1,0 1-1,0-5 1,0 1-1,2 3 1,1-1-1,4 0 1,0 1 0,0-1 260,-3 0 1,-1 0-225,3 6 0,-5 0 0,5-3 0,-5 1 0,-1-2 0,0 4 131,0 1 0,0-3 0,0 7-225,0-4 0,0-1 0,0-1 1,0-1-1,0-2 0,0-2 1,0 3-1,0-1 0,0 0-135,0-2 1,0 0 117,0 6 0,0-4 0,0 0 0,0 4 0,0-1 1,0 4 47,0-1 0,0-1 0,0 0 0,0 2 0,0 2 1,0 0-1,2 0 0,2-1 127,1-1-186,0-1 0,-5-3 0,2 3 0,1 1 0,3 2 0,-1-2 0,0-2-76,0-2 1,0 6-1,-5 0 137,0-2 0,0 4 0,0-1 0,0 1 0,0 1 4,0 0 1,0 2 0,0 4-1,0-2 35,0-2 1,0 0 0,0 3 0,0-1 0,0-2 0,0 2 0,0 0 0,0 0-117,0-2 0,6 0 3,-1 5 0,2-5 1,-4 0-1,3 2 1,-1 1-1,0 3 87,0-1 1,1 5 0,-6 1 0,0-2-28,0-2 1,0 3-1,0 1 1,0-2 0,0-2 12,0-2 1,0 5-142,0 1 0,0 5 1,0-6-36,0-1 0,0-2 118,0-2 1,0 6 0,0-1 79,0-1-178,0 5-122,0 0 1,1 2 261,5 0 0,-5-2 337,5 1 54,-5 5 0,-1-8-305,0 4-234,0 3 1,0-7-119,0 4 448,0 3 0,0-6-70,0 2 1,-1 5-200,-5-5 0,5 3-804,-5-2 458,5-4 0,1-7 1,0 0 55,0 1 1028,-7 6 1,5-5-540,-3 4 1,-2 1-127,1-2 0,1 6 0,5-5 0,0-3-386,0-1 282,0 6 1,-2-5 0,-1 6 160,-2-1 1,-1 2 6,6-4 1,-1 6 0,-3-2 0,-1-1-1,2-4 18,1-3 1,2 4-144,0-1 0,-2 6 0,-1-6 0,-4-1 73,-2-2 0,4 4-14,-6-1 0,6 6 0,-6-4 0,-1 1 0,-2 1 0,-2-2 0,1 2 0,-1-2 119,0 0 0,1 4 39,-1-5 1,0 6 0,0-3 0,1 2-1,-3-2 1,-1 0 109,-2 0 0,0 2 0,4 3-194,-4-3 0,-2 3 0,-5-3 0,3 3 0,1 2 0,1 0 0,-1 0 0,-1 0 0,-1-2-16,2-3 1,-6 3 39,4-3 0,-2 3 1,-2 2-1,2 0 1,-3 0-1,-1 0 0,-3 0 0,0 0 0,2 0 0,-3 0-45,-6 0 1,1 0 0,0 0 0,-1 0 0,0 0 0,0 0 0,-2 2 0,0 2 217,2 1 0,-3 0-220,3-5 0,-2 0 0,1 0 0,1 0 0,-2 0 0,1 0 55,1 0 0,-4 0 1,4 0-772,-3 0 1,-2 0-1,-1 0 1,3 0 0,1 0-1,4 0 1,0 0-1,0 0 1,-2 0 228,2 0 1,-6 0 314,4 0 0,4 0 0,0 0 0,1 0 0,-2 0 1,1 0 22,0 0 0,-4 0 0,3 0 1,1 0-1,-1 0 0,3 0 0,-1 0 1,0 0-628,2 0 603,-5 0 1,7 0-1,-5 0 1,1 0-1,0-2 1,2-1-1,2-2-336,2 1 1,-1 2 290,1 2 1,-6 0 0,0 0 0,2-1 0,2-3 0,2-1 40,-1 1 1,1 3 0,-1 1 104,1 0 1,-2 0-1,-2 0 1,-2 0 0,2 0-1,0 0 1,0 0 0,-1 0-1,1 0 5,1 0 1,-2 0 13,-1 0 0,-5 0 1,5 1-1,1 3 1,-1 1-1,0-1-22,3-3 1,-5 1 0,1 2 8,-3 1 0,5 0 0,-4-5 0,-1 0 0,3 0 0,-2 0 0,0 0 0,-4 0 0,-1 2-14,-3 3 1,6-3 12,0 3 0,1-3 1,-7-2-1,1 0 1,0 0-1,0 0 23,0 0 1,0 1-1,-1 3-5,1 1 0,0 0 1,2-5-1,-1 0 1,1 0-1,-4 0 1,0 0-1,2-1 1,3-3 210,2-1 1,0-2-267,-5 2 1,5 3 0,0-3-1,0 1 1,0 1 0,0-2-74,-1 1 0,3 1 1,-2-1 88,-2-1 0,4 0 0,-2 5 0,-2 0 1,-1 0-1,-2 0 0,1-2 0,3-2 1,-1-1-77,-5 2 130,9 1 0,-13 2 1,11-2-1,-3-1 1,-2-3-1,1 1 1,3 0-16,1 0 1,2-6 0,-4 6-19,2 1 1,0-3 0,-5 2 0,0 2 0,0-1 0,-1 1 0,1-2 0,-2 1-1,0 2-165,2 2 132,-10 0 1,18 0 0,-10 0 0,0 0 0,2 0-1,-3 0 1,2 0-48,5 0 1,-8 0 0,4 0 88,-2 0 0,0 0 0,2 0 0,0 0 0,0 0 84,-1 0 1,1 0 0,2 0-1,1 0-69,2 0 0,0 0 1,-5 0-1,2 0 1,1 0-1,4 0 1,0 0-1,1 0 22,1 0 1,-6 0-38,2 0 1,2 0 0,-2 0 0,0 0 0,2 0-1,1 0-7,1 0 0,5 0 0,-6 0 0,3 0 16,-1 0 1,-5 0 0,4 0 0,-1 0 0,-1 2 0,2 2 0,-1 1 0,4-2 110,2-1 0,-4-2-65,1 0 1,-6 2-1,5 1 1,2 2-1,0-1 1,2-2-37,2-2 0,-8 0 0,9 0 0,1 0-74,-1 0 1,-3 0-1,8 0 1,-1 0-1,0 0 1,-2 0-1,0 0 1,0 0-178,2 0 0,0 0 0,-6 0 187,1 0 0,-1 0 0,3 0 0,1 0 0,2 0 1,-2 0 1,-6 0 0,-1 0 109,1 0 1,4 5-1,-7 0 1,4-1 0,2-1-1,-1 1 1,1 1 0,-1-2-1,1 1 88,-1 1 0,1-3-163,-1 3 1,1 2 0,0-2 0,1-1-1,2-2 1,2-1-149,-2 5 0,-2-5 1,-1 6 150,-1 0 1,1-5 0,-1 5 0,-1-2-1,-2 2 1,-2 0 0,2 2 0,1-2 0,-1 2 502,-2-1-453,0-4 1,1 8-1,-1-7 1,2 1 0,2-1-1,1 0 1,1-1 28,-1-3 0,3 1 1,1 2-139,2 1 1,1 0-1,-3-5 1,4 0-1,-1 0 1,2 0 0,-1 0-1,0 0 1,-3 0-423,3 0 461,-6 0 0,11 0 0,-7 0 0,0 0 1,-1 0-1,1 0 0,-2 0 41,-1 0 1,-1 0 0,2 0 184,2 0-174,-1 0 1,-2 0 0,1 0 0,2 0-1,-2 0 1,0 0 0,0 0 0,2 0-151,-2 0 1,3 0 42,-1 0 0,1 0 0,-2 0 1,0 0-1,-1 0 0,-1 0 11,-3 0 0,1 2 0,-1 1 1,1 3 76,-1-3 1,1-1 0,0-2 0,-1 0 0,-1 2 0,-2 1-1,-2 2 1,2-1 64,2-3 0,-4-1 0,1 0-72,1 0 0,0 0 1,0 0-1,-2 0 0,2 0 1,2 0-1,2 0 1,-1 0-1,1 0-333,-1 0 295,-6 0 1,5 0 0,-4 0-1,2 0 1,0 0 0,-2 0-1,3 0-24,0 0 1,-4 0 0,-2 0 46,0 0 0,-1-5 0,5 0 0,-4 2 0,-2 1 35,0 2 0,1 0 0,-2 0 0,3 0-51,1 0 0,-3 0 0,6 0 0,1 0 0,0 0 1,0 0-1,-4 0 0,1 0-238,-1 0 0,3 0 214,4 0 1,-4 0-1,-1 0 1,0 0-1,1 0 1,-1 0 10,2 0 1,-3 0 0,1 0 0,0 0 46,-1 0 1,5 0 0,-4 0 0,2 0-1,0 2 1,-2 1 0,2 2 0,2-1 23,2-3 1,-1-1-34,1 0 1,-1 6 0,1-1-1,-1-2 1,1 1 0,0-1-22,-1 3 1,6-1 0,0-5-1,0 0 24,1 0 0,-5 5 0,6 0 1,-2-1-1,1-2 0,1-1 1,1 3-1,-1 1 27,-1-1 1,6-3 0,-4 1 17,1 3 0,4-3 0,-3 5 0,4-2 1,1 1-1,0-1 0,0 0 0,1 2 1,-1 0 100,0 0 0,6 5 0,-1-1-218,-1 3 0,3 1 5,-1 1 1,5 0 0,-4 0 0,2-1 0,2 1 0,-1 0 20,1-1 0,-2 6 0,4 2 47,-3 2 1,-4-5 0,5 7 0,0 1 0,-1 1-1,1 3 1,0-3 0,0 1 0,-1-2 327,3 0-317,1 5 1,-3-10-1,0 5 1,1-2 0,2 0-1,2 0 1,0-1-2,0-2 0,-5-1 1,0-1-1,1 4-18,3-1 0,1 1 0,0-6 0,0 3 1,0 3-1,0 1 0,0 0 0,0-1-78,0-3 0,0 6 22,0-1 0,0 1 1,0 0-1,0-2 0,0 0 1,0 0 56,0 0 0,0-1 0,0 3 49,0-2 1,0-7 0,0 2 0,0-3-1,0-1 1,0 2 0,0 2 0,0-2-1,0-1 437,0-2-479,0-1 1,1 1-1,3 0 1,1-1 0,-1 3-1,-1 1 1,1 2-39,1-2 0,0 4 0,-5-2 13,0-2 0,5 0 0,1 1 0,-3 2 1,-1 1 46,-2 0 0,0 3 1,0-3-1,0-1 18,0 1 1,0 3-1,0-3 1,0 0 0,0 1-1,0-1 1,2 1 0,1 1 10,2 3 0,1-4 0,-6 2 0,0 0 0,0 1 1,0-1-1,0 2 0,1 0-124,5-2 66,-5 4 1,6-6 0,-7 7 0,0 1-1,0-2 1,0-2 0,2-2-12,3 2 1,-3 1 0,3 3-2,-3-1 0,-2-5 0,2 1 0,1 1 0,2 1-3,-1 3 1,3-3 0,0-1 0,0-1-4,0 0 0,0 3 0,-2 2 0,4-1 0,0 2 0,-2 2 0,0 2 1,1-2 8,1-2 1,3 4 0,-5-1 22,2-1 0,-4-2 1,4-1-1,0 1 1,-2 2-1,0 2 1,-2-2-1,0-1 0,0 1 62,-1 2-76,5 0 1,-8-4 0,5 2 0,-3 2 0,1-3 0,1 1 0,-2 0-45,-1 2 1,3 0 0,1-4 38,-3 4 1,-1-4 0,-2 3 0,0-2 0,2-3-15,3 0 1,-3 6 0,3 0 0,-3-2 35,-2-2 0,0-2 0,0 2 0,0 2 0,0 2 0,0-2 0,0-2 0,0-1 6,0-1 1,0 6-1,0-1-35,0-1 0,0 0 0,0 0 0,-2 2 0,-2-2-13,-1-2 1,0 4 0,5-1 17,0-1 12,0-2 0,-2-1 1,-1-1-1,-3 1 1,3-1-1,1-1 1,2 0-1,0-2 29,0-1 1,0 7 0,0-8 1,0 4 1,0 1 0,0 0 0,0 1 0,0-1-31,0 1 1,0 4 0,0 1-1,0 0 1,0-1 0,0 1-1,0 0 1,0-1-32,0 1 29,0 0 1,0-6 0,0 1 0,0-1 0,0-1 0,0-2 0,0-2 31,0 2 1,0 2 0,0 1-5,0 0 0,0-4 0,0-1 0,0 2 0,0 1 21,0 3 0,0-1 1,0 1-1,0-1 0,0 2 1,2 2-1,1 2 0,3 0-336,-3 1 290,-1-5 0,-2 7 0,0-3 0,2 3 0,1 2 1,2 0-1,-1 0 84,-2-2 1,-2 4-66,0-7 1,0 4-1,0-2 1,0-1-1,0 2 1,0-1 65,0-1 0,5 4 1,0-3-1,0-1-92,2 0 1,-5 4 0,3-3 0,-1-1 0,-1 2-1,4-1 1,0 1 0,0-2-122,-3 1 0,-1 3 98,2-6 1,-3 3 0,3-4-1,-3 1 1,0 1 0,1 0-28,3-1 0,-1 6 0,-5-5 0,0-2 68,0-2 1,0 2 0,0 0 0,0-2 0,0 2 0,0-2 0,0 0 0,0-1-1,0-1 0,0 1 7,0-1 0,0 1 1,0-3-1,0-1 0,0-2 1,2 2-42,3 2 0,-3 0 1,3-2-1,-3-4-6,-2-1 1,0 5 0,0-2-1,0 2 1,0 0 0,0-2 0,0 0-1,0 1-57,0-1 0,0-2 130,0 2 0,0 4 0,-2-5 1,-2 1-1,-1-2 0,2 1 18,1-1 1,2-3 0,0 3 0,0-1-1,0-2 1,0 0 0,0 2 0,0-1 179,0 1-256,-7-2 0,5 0 0,-3 0 1,3 0-1,2 0 0,0 2 1,-2-1-46,-3 1 1,3 3 69,-3-5 1,-2 7 0,2-3 0,0 1-1,-1 0 1,1 0 50,2-1 0,-4 4 1,0-4-1,0 1 1,0 0-1,2 0 1,-1 1-1,1-3 191,2-1-219,-6-2 0,7 0 8,-3 0 0,1 1 0,1-2 0,-2 0 0,1 0-87,2-3 1,2-1 20,0 0 1,-1-1 0,-3 1 0,-1 0 0,1-1-1,3 1 10,1 0 0,0 0 0,0-1 0,0 1 0,0 0 0,-2 0-15,-3-1 31,3 1 1,-5 0 0,7-1 0,0 1 0,0 0 1,0 0 0,0-6 1,-2-1 6,-3-2 0,3 5 0,-3-2 3,3 4 1,2 2 0,0 0-55,0 0 0,0-1 0,0 1 0,0 0 0,0-1 0,0 1-60,0 0 1,0-6 94,0 1 0,0-1 0,0 6 0,0 0 0,0-1 0,0 1 41,0 0 0,0 0 0,0 1 0,0 2 14,0 2 0,-5 5 0,0-5 0,1-1 0,2-1 0,2 0 0,0 2 181,0-2 0,0-1-325,0-3 78,0 1 0,0 0 0,0 0 0,0-1-73,0 1 1,0 0 0,0-1 0,0 1-1,2 0 17,3 0 1,-3-1 38,3 1 96,-3 0 0,-2-1 0,0 1 1,0 0 25,0 0 1,0-1 0,0 1-1,2-2 1,1-2-303,3-1 253,-1-8-68,2 11 0,-4-7 0,6 5 0,0-1-155,0 1 1,-6 2-1,2 2 188,-3-1 1,0 1 0,1 0 0,3 0 0,-3 1 0,-1 2 0,-2 4 0,0 0 0,0-1 670,0-2-634,0 4 0,0-5 0,0 6 0,0-3 1,0-1-1,0 0 0,0 0 130,0-1 1,2 2-179,3-1 1,-3 2 0,5-4 0,-2 4-1,2-1 1,0 3-8,0-1 0,3-3 1,-3 4-1,0-1 0,2-1 1,0 1-1,1-1 0,1 2-481,-1-1 485,1-5 1,-1 6 0,-1-4 0,0 3-1,-1 1 1,3-3 0,-1 1 38,1 3 1,-6 2 8,5-2 1,-1 4 0,3-4-1,-3 4 1,0 3 0,0 2-13,3 2 1,-3 1 0,-1-3 0,1 2 0,-2-1 0,2 1 0,-2 0 0,1-1-472,1 3 399,-5-6 1,8 7 0,-7-5-1,-1 3 1,-1 3 0,1 2-1,1 1-35,-2-2 1,-1 7-1,-2-4 138,0 4 1,0-4 0,0 6 0,0-4 0,0-1 0,0 3 0,0-1 0,0 1 0,-2-1 32,-3-1 0,3 3 0,-3-1 1,3-3-281,2-1 1,0-5 71,0 2 0,0-2 1,0 4-1,0-4 1,0 0-1,0-1 29,0-1 1,0 9-1,0-5 1,0-2 0,0 1-1,-1-1 1,-3 2 0,-1-2-127,1-2 246,-4 6 1,4-4 0,-5 7 0,1 0 0,1 1-1,-2-1 1,2 0 11,0 0 1,-3 4-1,3-1-30,-2 1 1,4-9-21,-6 10 0,8-8 1,-3 5 1,5-6 1,-5-2-1,1 2 1,2-1-30,1 2 0,2 0 1,0-1-1,0-3 0,0 1 1,2-3-1,1 0 1,4-3-138,2-2 0,-4 2 0,6-1 0,-1-5-313,-1 1 1,3-6-1,-5 1 1,0-2 0,2-4-1,-1-2 486,5-1 0,1 0 0,1-1 0</inkml:trace>
  <inkml:trace contextRef="#ctx0" brushRef="#br0" timeOffset="10">18742 5596 8196,'-5'-21'0,"-1"0"133,-6 0 1,10 5-1,-3 4 1,5 5 0,5 8-1,6 6 1,3 6-1,3 1 1,4 1 0,6-1-391,2-3 257,3 3 0,1-5 0,2 6 0,3 1 0,2 0 0,4-1 0,2 1-56,1 0 0,5 5 260,0 0 0,8 5 1,-4-3-1,1 1 0,1 4 1,0 2-1,1 3 0,2 2 1,4 3-1,0 1 1124,-1-1-1333,6-1 0,-4-1 0,8 3 1,1 1-1,2 2 0,1 0 1,-1 0-96,-3 1 0,-1 3 64,-10 1 1,7 5 0,-13 4 0,-2 4-1,-5 6 1,-4 6 0,-4 6 0,-23-36 0,-2 0-1,0 1 1,-2 1 0,-1 1 0,-2-1 131,-1 0 1,-1 0 0,-1 2 0,-1 0-78,0-1 1,0-1 0,0 3 0,0-1 0,-1 1 0,0 0 0,-1 0 0,0 1 0,-1-1 0,-1 0 0,0-1-1,1 0-125,-1-1 0,0 0 0,-1 0 0,-1 0 0,7 39 117,-2-2 0,4 0 1,-6 0-1,0 4 1,0 1-1,-2-42 1,0-1-1,-1 1 1,-1-1-1,-1 46 0,-1-45 1,-1 0 261,0 1 1,-2 1-258,-5 7 1,-1 0 0,4-4-1,0 0 1,-6 4 0,0 2-1,-1-1 1,1 0 0,-1 1-1,0 1 1,-2 3 0,-2-1 0,0 1-1,-2-1-290,-1-1 1,0-1 0,1-1 0,1 0 254,-3-1 1,0 0 0,3 2-1,-1-1 1,-1 1 0,-2-2 0,1-1-1,0-1 1,1-1 0,-2 0 0,2-2-1,-1 0 1,-1 0 0,0 0 0,-1-2-1,0 0 1,-1 1 0,0 1 0,-2 0-1,-1 0-34,-1 0 0,-2 1 115,0 2 1,-1 1 0,-1-5 0,0-1 0,-1 4 0,-1-1 0,0 1 0,-2-1 0,1 1 0,-1-1 0,-2 2 0,1-1 0,-1 0 0,1-1 344,0-1 0,0 0 1,-3 2-1,0 1-382,3-4 1,0 1 0,-2 1 0,0-1 0,4-6 0,0-2 0,0 0 0,0 0-1,0-1 1,0 0 0,3-4 0,0-1 0,-28 31 0,8-11 0,5-6 0,5-6-358,5-8 244,4 1 1,7-14-1,1 3 1,2-7-1,6-5 1,3-5-1,3-2 42,-1-4-164,5 6 1,0-5 0,7 6 0,0 2-1,0 2-844,0 2 1054,7 0 0,9-7 0,8-2 0</inkml:trace>
  <inkml:trace contextRef="#ctx0" brushRef="#br0" timeOffset="11">24827 10515 8006,'-74'0'4,"-3"0"0,0 0 0,-1-2 0,4-1 0,3-4 0,6 0 0,4-2 0,7-1 0,3-6 0,8-5 0,2-3 0,6-6 0,2-5 0,2-5-114,-1 0 0,6-6 90,0 4 1,5-8 0,-3-3 0,-1 3 0,1-1-1,-3 0 1,-1-1 0,-1 0 0,-4-1 0,-1 1 345,1 1 0,2 2-264,-1 2 0,1-2 1,-1-3-1,3-4 1,1-2-1,3 1-27,3-3 1,1-6 0,5-2-14,0 1 1,6 3 0,-1 1 0,1 2-1,-1 3 1,3 4 0,-1 2 0,2-1-1,0 3 131,3 1 0,3-2-88,1 4 0,-6-4 0,1 9 0,2-3 0,1-2 0,2 1 212,0 5 0,0-5 0,2 4-163,3-3 1,0-4 0,9-2 0,4-1 0,1-1-35,3-1 0,3 4 0,8-8 1,2 0-40,2 3 1,12-12 0,-2 4 0,2 0 0,3 2 0,2 5 0,6 1 0,-1 0 53,2 1 1,0 2-157,2 5 1,0 0-1,0-1 1,0 1 0,2 0-1,1 2-40,2 3 1,-30 17 0,1 1-1,33-18 117,-3 4 1,-6-3 0,5 5 0,-1 1 0,-2 2 0,1 1 0,-1 1 0,1 1 0,-1 2 95,-1 2 1,3 1-69,-5-1 1,15-2-1,-9 7 1,1 2-1,-1 2 1,-4 1-40,-1 0 1,9 1 0,-9 1-1,1 1 1,5 5 0,-1-1-1,5 2 1,-1-2-24,1 0 22,6 6 0,-13-4 0,6 7 1,-1 0-1,-1 2 0,4 3 1,-3 5 5,-1 4 0,12 2 1,-12 2-11,3 3 1,-4-4 0,-1 6 0,-2-1 0,-1 5 31,-2 2 0,1 3 1,-11-1-5,-3 1 1,4 4 0,-1 3 0,-2 1 0,-3 3 0,-2 3-1,-2 3 1,-4 1 0,-2 5 114,-3 0 1,-3 8-147,-6 5 1,2 1-1,-7-5 1,-2 3 0,-2 4-1,-3 2 6,-3 3 1,1 4 0,-7-7-6,-1 4 0,-3-4 1,-2 1-1,-4 1 1,-4 0-1,-3 0 1,-2-3-1,-4-1 1,-1-1 84,-4 0 1,-1 3-66,-8-5 0,-4 8 0,-3-3 0,-1 2 0,-4-2 1,-1-3 48,-2 0 0,-6-5 50,1 3 1,-8-4 0,5-1 0,-3 2 0,0 1 0,-1 1-45,-2-6 0,26-28 0,0 0 0,-1-3 0,0 0 1,0-1-1,-1-1-65,0 0 0,1 0 0,0 0 1,0 0-1,-1-3 0,-1-1 1,-36 21-1,-1 1 0,-2-3 1,-1-1-1,-1-5-122,1-4 1,36-17 0,0 0 39,0-1 0,0 1 1,-3 0-1,-1-1 0,1 0 1,1 0-1,-1-1 0,-1 0 1,0-1-1,-1-2 0,2 1 1,0-1-1,-3 0 0,0-1 1,-1 1-1,0-1 0,-4 1 1,1 1-1,1-1 0,1 0-319,1 1 1,0-1 359,-7 0 1,0-1 0,9 1 0,0-1 0,-9 1-1,0-1 1,1 0 0,0-1 0,3 0 0,1-2 0,-1-1-1,1 0 1,1-1 0,0 1-54,-1 0 0,-1 0 0,-2-2 0,0-1 1,4 0-1,0-1-90,1-1 0,0 0 1,3 1-1,0 1 1,0 0-1,1-1 1,-2 0-1,1 0 1,-43 0-1,2-2 0,5 0 176,1 0 0,36 0 0,-2 0 0,-1 0 0,0 0 0</inkml:trace>
  <inkml:trace contextRef="#ctx0" brushRef="#br0" timeOffset="12">28348 5077 7665,'-38'0'43,"-4"0"0,-9 0 0,-3 0 0,0 0 1,-2 2-1,4 1 0,-1 4 0,4 0 1,-1 2-1,1-2 0,0 0 0,4-4 1,1-1-1,4-2 0,0 0 0,-1 0-127,-2 0 0,2 0 0,0 0 1,-1 0 52,1 0 1,-4 0-1,3 0 1,-3 0-1,-2 0 1,-1 0-1,-1 0 1,-1 0 0,-4 0-1,-1-2 1,0-1-1,0-4 744,1-2-626,-5-1 0,3-1 0,-5 1 1,1-4-1,5-4 0,-1-3 0,0 2 57,-4 2 1,1-4 0,-2-2 0,1 0-150,1 0 0,-6-3 0,9 5 0,-1 2 0,-1 2 0,-1-1 0,-2-1 0,-4-2-267,-3 2 0,-2 7 297,-3 1 1,-1 1 0,6-6 0,0 0-1,-5 0 1,1 1 31,0-1 0,4-5 0,4-2 1,-3-1 36,-1-4 0,-5 0 0,5 0 0,1 2 0,1-2 0,-1-2 0,-1-1 0,2-1 49,1 1 0,-1-4-137,3 4 1,-9-10 0,8 10 0,-4-2 0,-4 0 0,4 1 0,-2 1 0,2-1 0,-6 1 0,3 1 418,-1 4-418,-3-4 0,14 6 1,-5-8-1,-1 1 1,2 0-1,3-1 1,4 1-113,6-1 0,-3-6 1,3-4 82,1-3 1,-3-3 0,2 1 0,1 0 0,2 0-49,2 0 0,5 0 1,0-1-1,0 1 157,2 0 1,2 2 0,6 3-1,1 3 1,1 3 0,2-1-1,4 2 1,1 2 248,4 1 1,6-1-376,3-3 0,6 1 0,1-7 0,6 0 0,10-2 0,6 1 1,7-5-1,4 3 0,3-4 0,2 4-1260,2-1 1271,6-3 1,-3 14-1,8-5 1,-1 2-1,0 5 1,0 3-1,2 6-36,3 1 1,-3-3-1,7 5 149,4 1 1,-8 5 0,11 3 0,-2 3 0,0 0 0,4 2 0,1-2 0,4 2 0,0 0 1,0 4-90,12 1 0,-12 2 0,10 0 0,1 0 1,-3 0-1,4 0 0,-1 2-14,-1 3 1,-1 4 0,-1 7 47,1-1 0,-6 6 0,-1 2 1,1 1-1,-1 4 80,-2 2 0,7 1 1,-13 1-1,3-1-82,-3 1 0,8 4 1,-7 1-1,3-2 0,5-2 1,0-3-1,6-2 0,-2-4-23,0-1 1,-34-13 0,1-1-1,38 3 1,6-1 0,-1-1 0,0 1-1,1-1 1,-43-4 0,1-1-27,0-1 1,0 1 22,1 2 1,0 0 0,1-3 0,-1 0 0,-1 3 0,0 0 0,0 0 0,-1 0 0,43 7 0,-1 4 0,-1-1 0,-1 1 0,-40-8 0,-1 1 1,42 10-1,-43-12 0,1 1 0,1-1 1,-1 1-1,1-1 0,-1 1 0,1 1 1,-1-1-1,1 0 0,0 1-152,-2 1 1,1-1 138,2-3 0,0 1 1,-2 5-1,0 0 0,3-2 1,0-1-1,0 0 1,-1 1-1,-1 0 0,1 0 1,-3 0-1,1 0 1,0 2-1,-1 0-28,1 1 0,0 0 0,38 17 0,-40-16 0,0 1 4,38 19 1,-1-1-1,-1 5 1,1-1-1,-2-2 62,-4 1 1,0-5 0,-6 7 0,-3 1 32,3 0 1,-1 7 0,-1-10 0,1 2 0,2 4 0,-1 0 0,-1 1 0,1-1-106,1-1 1,-2 6 0,-5-5 0,-1 5-1,-1 3 1,-5-1 0,-3-2 0,-6-2-740,-3 0 695,-3 0 0,-10-7 1,-3-1-1,-6-3 1,-8 1-1,-7-2 0,-5-4 15,-5-4 0,-6 2 1,-11-3 83,-10 4 1,-8-4 0,-11 1 0,-6 1 0,-6 1 0,-10 3 0,-4-1 0,34-14 0,0-1-1,-1 2 1,-1-1 294,-2 1 0,-2 1-262,-7 3 0,0 0 0,4-5 0,-1 0 0,-5 4 0,-1 0 0,0 1 0,-1 0 0,0 0 0,-2 0 0,-2 0 0,-1 1 0,0-1 0,-1 0-93,-1-1 0,-1 1 0,1 2 0,0 0 0,2-5 0,1 0 0,-2 0 0,0-1-10,1-1 0,-1-1 1,-4 1-1,1-1 1,5-5-1,2-1 1,-1 0-1,0-1 1,2 0-1,0-2 1,4-1-1,2-2 58,4 0 0,1-2 0,-1-1 0,2-1 0,-36-3 0,2-8 0,7-6 0</inkml:trace>
  <inkml:trace contextRef="#ctx0" brushRef="#br0" timeOffset="13">29889 10044 8439,'-52'-35'-2,"-2"5"1,1 9 0,1 9 0,3 3 0,-3 2 0,-1-2 0,-3 2 0,4-1 0,1-1 0,6-3 0,-1-2 0,3-2 0,-1 0 0,4 1-126,1-1 1,1 0 0,3 2 195,-2 4 1,-6-2-1,2 5 1,-2 0 0,-4 1-1,-8 8 1,-4 9 0,-6 10-1,-3 8-118,-5 6 0,33-11 0,0 1 1,-1-1-1,-1 1 0,1 2 0,0 0 59,-2 2 0,-1 1 1,2 2-1,0 1 0,-1 1 1,1 0-1,0 0 0,1 0 1,0 3-1,0 0 1,1-1-1,0 1 0,-1 2 1,2 1-1,1-1 0,2 0 482,3 0 1,2 1-1,-1 3 1,2 1-363,4-5 1,0 1-1,0 6 1,1 2 0,3 0-1,2 0 1,2 1 0,2 0-1,1 1 1,2 1-1,1-2 1,3 0-10,-1-1 1,2 2 0,3 6 0,1 1 0,2-4 0,1-1 0,2 1 0,1 1 0,4-1 0,2 0 0,3-3 0,3 0-1,4 1 1,2 1 0,4-2 0,1-1-470,3 1 0,2 0 252,3 1 1,2-1 0,1-8-1,3-2 1,4 4 0,1-1-1,4 2 1,2-2 0,2-1 0,1 0-1,4-1 1,1 0 0,1-3-1,1-1 56,0-1 0,2-1 1,7 0-1,0-3 1,-1-3-1,1-2 1,2-3-1,1-1 1,4-4-1,0-2 1,-2-2-1,0-3 0,2-3 1,-1-1-1,-3-2 1,1-1-108,-1-2 1,1 1 91,8-1 1,0-1-1,-12-2 1,-2-2-1,7 0 1,-1-1-1,-3-3 1,-2-2-1,-2-2 1,-1-3-1,1-2 1,-1-3-1,-2-1 1,-2-2-124,1-3 1,-1-1-1,-2-1 1,-1-2 0,-4-4-1,-2-3 118,1 0 0,-1-3 0,-5 1 1,-1-3-1,1-6 0,-2-2 0,-1-2 1,-2-1-1,-3-3 0,-1-1-4,-2-2 0,-2-1 0,-5 3 1,-1-2-1,-1-2 0,-3 0 1,-2-1-1,-2-1 118,-3-1 0,-3-2 1,-3 1-1,-4-1 0,-4 2 1,-1 2-1,-2 0 0,-2 1 1,-3-1-1,-4 1 0,-4 0 1,-5 1-1,-5-1 0,-3 1 1,-4 1-1,-3 1-47,-3-1 1,-1 2-1,-2 5 1,-3 2 0,-6 0-1,-3 2-9,-4-2 1,0 3 0,0 4-1,-2 2 1,-10-1 0,-3 3-1,-1 1 1,-3 2 0,-1 2-1,-1 3-97,-2 1 0,-2 2 1,-2 1-1,-2 3 1,-1 0-1,-1 2 0,28 7 1,-1 1-1,0 0 98,0 0 1,0 1-1,0 1 1,-24-3-1,0 1 1,3 2 0,0-1-1,2 2 1,0 1-1,-1 1 1,1 0-1,1 1 1,0 2 0,1 0-1,2 2 1,4 1 0,2 1 0,2-1 0,1 2 0,2-1 0,0 0 0,0 0 0,0 0 0</inkml:trace>
  <inkml:trace contextRef="#ctx0" brushRef="#br0" timeOffset="14">17830 1415 8346,'-16'8'179,"-1"13"1,-1 0 0,1 9 0,3 7 0,2 6 0,3 8 518,4 7-553,3 3 1,9 9 0,5 1 0,9 2 0,11 3 0,9 2 0,-16-36 0,1 0-10,2 2 1,2-1-1,3 1 1,2 0-1,2 1 1,3 0-95,3 0 0,1 0 0,1-2 0,1-1 0,5 2 0,3-2 0,-1-3 0,2-1 0,0-3 0,0-1 0,2-2 0,1-2 0,0-3 0,0-2 1,2-2-1,0-2 0,0-3 0,1-2-237,1-1 1,0-2 0,0-1-1,0-3 320,1-3 0,0-1 0,0-1 0,-1-1 0,1-3 0,0-2 0,0-1 0,0-1 0,-1-3 0,0-2 0,-1-2 0,0-2 30,0-1 0,-1-2 1,0-3-1,0-2 0,3-2 1,-2-1-278,0-3 0,-1-2 0,-1-4 0,-1-2 1,-3-1-1,0-1 0,1-4 0,0 0 1,-1-4-1,0-1 0,-1-4 0,-1-2 1,-4 1-1,-1-2 0,-1-1 0,-3-1 0,-2 2 1,-2-2-630,-2 1 1,-2-2-1,-6 0 1,-3-1 680,-2 2 0,-2-1 1,-4-2-1,-2-1 1,-5 6-1,-3 0 1,-2 1-1,-3 1 0,-4 0 1,-2 1-1,-3 2 1,-4 1-1,-5-1 1,-4 0-1,-4 1 1,-4 2-1,-7-2 0,-4 1 1,-4 3-1,-2 2 322,-2 2 0,-3 1-167,-12 2 0,-2 3 0,6 3 1,-2 4-1,-10 0 0,-3 3 1,-1 2-1,-1 3 0,-2 5 1,-1 2-1,-5 3 0,-2 4 1,-1 2-1,-1 4-103,-2 0 1,-1 4-1,26 2 1,-1 3-1,1 0-46,2 2 1,1 1 0,0 1-1,-1 3 1,0 1 0,0 2 0,0 2-1,-1 1 1,2 2 0,1 0 0,1 0-1,1 2 1,-2 3 0,1 1 0,1 1-1,1 2 1,1 1 0,0 2-286,0 1 0,1 1 0,1 3 0,0 4 1,0 1-1,2 2 349,4-2 0,1 1 0,0 1 0,1 0 0,0 1 0,1 0 0,4-3 0,1 1 0</inkml:trace>
  <inkml:trace contextRef="#ctx0" brushRef="#br0" timeOffset="15">6069 2452 8071,'-7'-23'80,"-3"8"0,-4 8 0,-2 7 0,2 7 0,2 8 0,3 11 0,2 13 0,4 15 0,1 16 0,3-26 0,0 3 0,0 6 0,1 4 0,2 9 0,1 4 0,1 6 0,0 2 481,3 6 0,0 3 1,1 0-1,1 2 0,-5-26 1,1 1-1,-1 1-601,1 3 1,0 1-1,0-1 1,0-7-1,1-2 1,0 2-1,-2 6 1,0 0-1,1 0 1,0-4 0,0 0-1,0-2 1,2 25-1,-1-3 1,0-3-1,-2-2 1,-1-9-1,-1-1 1,0-4-1,-1-2 1,-1-6 0,-1-2-1,1-3 1,-2-2-1,0 36 1,0-10-1,0-12-1066,0-9 0,-5-19 0,-2-10 1106,-2-11 0,-1-14 0,-6-9 0</inkml:trace>
  <inkml:trace contextRef="#ctx0" brushRef="#br0" timeOffset="16">6148 1870 8035,'-9'-8'717,"-3"-1"0,9 5 0,4-1 0,10 2 0,8 1-290,7 2-307,18 0 1,5 0 0,14 0 0,3 0 0,6-2 0,8-1 0,6-4-7,-41 2 1,1 1-1,0 1 1,0 1 0,2-3-1,0-1-206,2 0 0,0 0 1,-1 2-1,1-1 0,4 0 1,1 0-1,0 0 1,1-1-1,0 1 0,-1 0 1,-3 0-1,0 1 0,-3 0 1,-2 1-1,-2 1 1,0 1-1,40-1-1557,-3 2 1488,-1 7 1,-10-4-1,-4 8 1,-6 3 0,-7 3-1,-2 4 1,-5 0-176,-1 2 0,-4 0 549,-11 3 1,4 11-1,-2-1 1,-3 8 0,-2 5-1,-4 3 1,-3 8-1,-3 6 1,-2 9 0,-1 7 963,-6-38 1,-2 1-1118,-2 4 1,-1 2-1,2 1 1,0 2-1,-2 4 1,-1 1-1,0 3 1,1 0-1,0 2 1,1 0-1,-2 3 1,1 0-1,-1 1 1,1 0-284,-3 0 1,1 1-1,2 1 1,-1 1-1,1-3 1,-1-1 82,1-1 0,1 0 0,-1-3 0,1 0 0,1 2 0,0-1 0,-1-1 0,0-2 0,1-3 0,-1 0 0,0-1 0,0-1 0,0-2 0,-1 0 0,0 2 0,1 0 0,-1-3 0,1-1-803,1-2 1,0-1 0,-2 2 0,1-2 942,5 35 0,-7 1 0,3-16 0,-5-3 0,-1-2 0</inkml:trace>
  <inkml:trace contextRef="#ctx0" brushRef="#br0" timeOffset="17">6400 5753 7778,'12'-2'3646,"14"-2"-4469,14-1 804,21-7 0,11 3 0,-28 1 0,1-1 0,3-1 1,0 1-1,3-3 0,1 1 0,4-1 0,0-1 0,2 0 1,1-1 149,2-1 1,0 0 0,6-1 0,1 0 0,2 1 0,1-1 0,2 0 0,-1 1-307,3-1 0,1 0 1,3 0-1,1 1 1,-4-1-1,0 0 0,-3 1 1,0-1-1,0 0 1,-2 0-1,-6 1 1,-1 1-1,-3 0 0,-2 1 1,-4 3-1,-1-1 175,-3 2 0,-1 1 0,-1 2 0,0 0 0,-3 0 0,0 0 0,42-7 0,-3 3 0</inkml:trace>
  <inkml:trace contextRef="#ctx0" brushRef="#br0" timeOffset="18">6745 4590 6876,'-8'0'893,"-1"0"1,6 1-1061,-3 5 233,8 2 0,2 1 1,4-2-1,1-2 1,-2 2-1,0 2 0,-2 1 616,2-1-569,-5-2 1,5-5 0,-9 1 0,-3 3 22,-6-3 1,-3-1-1,-1-4-94,-1-3 1,-1-4 0,-3-7 0,-1-1-1,4-2 1,3-4 0,5-1 0,2-4 0,4-2 40,1-1 1,2-1-109,0 1 1,7-6 0,3 0-1,4 4 1,4 3 0,3 4-224,5-2 0,4 6 1,1 1-1,1 5 95,-1 5 0,1 5 0,1 6 0,2 0 1,1 3-1,-1 7 0,-3 11 0,-4 11-342,-2 10 1,-9 0 358,-1 10 1,-7 4-1,-9 2 1,-2 1 0,-5-1-1,-9-8 18,-8-6 1,-6-7-1,-1-11 41,-1-5 1,1-11-1,-1-5 1,1-6 0,0-11 76,-1-15 0,-6-9 0,-3-12 0</inkml:trace>
  <inkml:trace contextRef="#ctx0" brushRef="#br0" timeOffset="19">7123 5816 8470,'7'-9'0,"3"4"1428,4 3-1528,2 9 0,0-4 0,1 6 0,4 0 0,4-2 1,3 2-1,1-2 0,6 1 0,4-1 100,4 0 0,3-2 0,1-5 0</inkml:trace>
  <inkml:trace contextRef="#ctx0" brushRef="#br0" timeOffset="20">8098 6020 7941,'15'5'0,"1"0"70,0 8 0,0-10 0,-1 6 0,1-2 0,1-2 0,3 0 0,2 1 338,3-3 1,-1 4-1,4 0-950,-2 2 1,1-4 0,4 5-1,1 3 1,-1-1 541,0-2 0,8 11 0,1-3 0</inkml:trace>
  <inkml:trace contextRef="#ctx0" brushRef="#br0" timeOffset="21">9072 6193 7916,'25'7'112,"-1"-4"0,-4 6 0,1 0 0,-2-1 1,-2 3-1,-1-1 91,0 1-301,6-8 1,-4 11-1,3-5 1,-4 0-1,-1-4 1,1-3 97,4-2 0,-3 7 0,5 2 0</inkml:trace>
  <inkml:trace contextRef="#ctx0" brushRef="#br0" timeOffset="22">9780 6381 7879,'16'16'304,"-2"0"1,-2 0 0,-3-1 0,-1-1 0,1-1 0,3-5-211,2-1-865,-5-2 771,5-5 0,-5 0 0,6 0 0</inkml:trace>
  <inkml:trace contextRef="#ctx0" brushRef="#br0" timeOffset="23">9057 2719 8100,'0'23'349,"0"3"1,0 11 0,0 12 0,0 15 31,0 20-324,0-28 1,0 3-1,0 6 1,0 1-1,0 13 1,0 3 0,0-22-1,0 1 1,0 1-1,0 4 1,0 0-1,0 1 1,0 6 0,0 1-1,0 0 1,0 0-1,0 0 1,0 1-315,0 4 1,0 0-1,0 1 1,0-3-1,0-1 1,0 1 0,-1 0-1,1 0 1,-1 0 160,-1-3 1,0 1 0,1-3 0,0-5 0,0-3 0,-1 1 0,0 1 0,-2-1 0,1 0 0,0 24 0,0-4 0,0-11 0,2-5 0,0-7 0,0-3 0,1-11 0,0-2 0,0 35 0,0-18-1961,0-11 2169,7-15 0,2-18 1,7-16-114,-1-13 0,-6-4 0,-2-9 0</inkml:trace>
  <inkml:trace contextRef="#ctx0" brushRef="#br0" timeOffset="24">9072 2955 7871,'0'-40'25,"7"-6"0,0 13 0,7-3 0,2 2 0,7 3 0,7-1 0,8-1 1816,9-3-1732,14-5 1,11 0 0,7 0 0,-38 20 0,1 0 0,3 0 0,1 1 0,4-3 0,2 0 0,-1 1 0,1 0-38,-1-1 0,1 1 0,-1 2 0,1 2 1,-4-1-1,0 1 0,-2 1 0,0 1-195,1 0 0,-1 0 0,40-8 0,-3 3 1,-6 5-1,-5 6 0,-7 4 0,-3 8 0,-4 9-774,-2 10 0,-11 19 928,-8 7 1,-4 25 0,-3 8 0,-15-33 0,-2 2 0,0 5 0,-2 2 0,1 3 0,-1 1 0,-1 4 0,-1 1 0,0 4 0,-2 2 0,0 5 0,-2 1 0,1 3 0,-1 1 433,1 1 0,0 0 1,0 2-1,0 0-441,0-3 1,-1 0 0,1 6-1,0 1 1,-2-2 0,-1 1-1,0 0 1,1 1 0,0-1-1,-1 0 1,-1-1 0,-1-1 0,1 1-1,-2-1 1,0 0 0,0-2-1,0-1 1,0-1 0,0-6-1,0 0 1,0-4 1,0-1-90,0-8 1,0-2-1,0 0 1,-2-1-1,1-8 1,-1-1 0,-1-1-1,1-1 1,-2 37-1,1-8 1,-1-11-733,-1-6 1,-2-8 795,2-10 0,3 2 0,-3-8 0,3 1 0</inkml:trace>
  <inkml:trace contextRef="#ctx0" brushRef="#br0" timeOffset="25">9025 6617 7781,'-15'0'577,"6"0"0,5 0 0,17-2 0,16-3 1,18-5-1,20-6 0,10-5-982,-36 9 0,3-2 419,13-4 1,2-1 0,-9 2 0,1-1 0,12-2 0,1 0 0,1 0 0,0 0 0,0 1 0,1 1 0,1 0 0,0 0 0,-1 0 0,-1 1-299,0-3 0,0-1 1,1 2-1,0 0 1,-6-2-1,-1 0 1,-1 0-1,-1 0-107,-4 1 0,-1 0 0,1-2 0,-1 0 391,-7 4 0,-1 0 0,-1 1 0,0 2 0,35-11 0,4 0 0</inkml:trace>
  <inkml:trace contextRef="#ctx0" brushRef="#br0" timeOffset="26">6745 4684 7935,'-15'0'53,"-3"0"0,-1 0 1,-2 0-1,4-2 1,4-3-1,6-6 1,2-3-22,0-1 70,0-8 0,12-3 1,5-11-1,7-5 0,7-3 1,6-4-1,4-3 465,6-6 0,9-3 0,5-4-479,-26 31 1,1 0 0,2-2 0,2 0-1,6-3 1,2 0 0,3-1 0,1 0-1,1-1 1,2 1 0,2-1 0,2 0-1,0 1 1,0 0 0,5-2 0,1 2-1,0 0 1,1 1-498,0 1 1,2 1-1,5 0 1,0 1 385,-6 4 0,2 1 0,10-5 1,0 2-1,-5 4 0,-1 2 0,0 1 1,0 0-1,-1 2 0,0 1 0,-2 3 1,0 0-1,-2 2 0,-1 2 0,-1 0 1,-1 2-1,-1 2 0,-1 0 0,-2 2 1,0 1-883,-2 1 1,-2 1 824,-4-1 0,-1 2 0,40-2 0,-7 4 0,-1 5 1,-7 5-1,-6 7 0,-5 8-242,-3 6 0,1 16 370,-6 5 1,-1 11-1,-5 1 1,-1 6-1,-3 6 1,-1 4-1,-21-34 1,0 0 0,-1 1-1,0 0 1,0 2-1,-1-1 1,-1 0-1,0 0 236,1 0 1,-1 0-285,1 2 0,-1 0 0,12 39 0,-16-41 1,-1 0-1,12 32 0,-2-9 0,-2-10 0,-2-5-599,-3-4 1,3-7 598,-9-3 0,1-8 0,4-8 0,5-7 0</inkml:trace>
  <inkml:trace contextRef="#ctx0" brushRef="#br0" timeOffset="27">10582 4338 6718,'-16'0'472,"7"0"0,1 0 0,4 2 0,-1 3 0,1 6 1,3 4 733,1 6-1083,0 4 1,1 8 0,5 2 0,4 3 0,4 2-1,4 2 1,3 0 162,5 0 0,0-2-305,5 2 0,-3-3 0,11-10 0,-3-2 1,3-8-1,1-7 0,4-9 0,-1-6 0,1-9 1,-2-9-1614,2-11 1472,-6-6 0,1-13 0,-10-5 0,-3-6 0,-5-5 0,-5-1 0,-5 0-179,-6 2 1,-5 3 0,-9 5 396,-12 6 0,-5 8 0,-18 6 1,-6 4-1,-8 12 0,-8 8 1,-3 10-1,-6 9 0,0 11 406,-2 9-1462,-3 11 0,21 6 662,-4 11 1,17 3 0,1 6-1</inkml:trace>
  <inkml:trace contextRef="#ctx0" brushRef="#br0" timeOffset="28">12437 3599 6481,'0'-15'640,"0"-1"-519,0 0 1,0 1-1,0-1 1,0 0 0,0 0-1,-2 2 1,-1 2 361,-2 2 0,-2 1-269,1-2 0,-2-1 0,-6 9 0,3 6 0,6 11 0,3 12 475,2 9-637,0 19 1,0 22 0,0-28 0,0 3 0,1 8-1,0 3 1,1 8 0,-1 3 0,2 12 0,0 3 0,-2-24-1,0 2 1,0 1-185,0 5 0,0 2 0,-1 0 0,0 0 0,0 1 1,0 0-1,0 1 0,0 0 0,0 0 129,0 2 0,0 0 0,0-1 0,0-4 0,0 1 0,0-1 0,0 1 1,0 0-1,0 0 0,0-5 0,0-1 0,0-1 0,0 22 0,0-3-59,0-10 0,0-2 1,2-10-1,1-3 1,0-11-1,1-3 1,5 33-91,3-12 0,2-12 1,0-18-1,-2-10 1,-3-7-1,0-10 1,-2-8-965,0-10 1116,-2-33 0,-12 10 0,-2-22 0</inkml:trace>
  <inkml:trace contextRef="#ctx0" brushRef="#br0" timeOffset="29">12594 3411 8026,'-15'-49'186,"-8"-11"0,5 26 1,-1-8-1,7 7 0,7 3 1,3 3-1,4 1 1141,3 1-1023,4 1 0,22 2 0,9 3 0,13 3 0,8 3 0,12-1 0,9 0-62,-38 8 0,1 1 1,13-1-1,2 0 1,-3-1-1,1 0 1,2-1-1,2-1-263,4-2 1,1 0 0,-3 1 0,1 0 0,2-1 0,1 0 0,-2-1 0,0 0 0,1-1 0,-1 0 0,-1-1 0,-1-1 0,0 0 0,0-1-1,-2 0 1,0-1-491,-2 2 1,-1-1-1,0 1 1,-1 1 479,-3 0 1,0 1 0,1-1 0,0 2 0,-7 0 0,0 2 0,-4 1-1,0 1 1,39-8 0,-9 4 0,-3 4 0,-9 5 0,-7 6 0,-11 8 388,-6 7-174,1 17 1,-14-3 0,0 17 0,-8 9 0,-8 8 0,-5 13 0,-3 9 79,-1-40 1,-2 2 0,-2 7 0,-1 2 0,0-1 0,-1 1-268,1 2 0,0-1 1,-3 3-1,1 1 1,3-3-1,0 0 1,-1 4-1,1 0 1,-2 0-1,1 0 1,0 4-1,1 0 1,-1 2-1,-1 0 1,1 4-1,-1 1 1,0-2-1,0 1-143,0-1 0,1 1 0,0 7 0,-1 1 123,2-5 0,1-1 1,1 4-1,0 0 1,-1-2-1,-1-1 1,2-1-1,0-1 1,1 0-1,0 0 1,0-1-1,0-1-16,0 1 1,0-1 0,0-1 0,0-2-179,0-8 1,0-2 0,0-1 0,0 0 0,1-5 0,0 0 0,1-2 0,0-1 0,0 0 0,1-2 0,-1-3 0,-1-1-767,1 38 1,-2-7 0,0-13 0,0-7 982,0-7 0,0-6 0,0-16 0,0-7 0</inkml:trace>
  <inkml:trace contextRef="#ctx0" brushRef="#br0" timeOffset="30">12374 7104 8950,'-33'0'270,"7"0"0,17 0 1,14 0-1,18 0-897,15 0 744,18-14 1,25 1 0,-35-1 0,2-2 0,5-1 0,1 1 0,3-1-1,1 0 1,5 0 0,1 0 0,2-1 0,1 1-99,2-2 1,2 1 0,6 0-1,0 1 1,-5 3 0,-1 0 0,0 1-1,-1 0 1,5-1 0,-1 0-1,-1 0 1,-1 0 0,2 0 0,-1 0-1,-5 1 1,0 0-66,-2-1 0,-1 0-228,2 2 0,-1 1 0,-8 0 1,-1-1-1,-1 4 0,0 1 0,-5 0 1,-1 0-1,-5 0 0,-1 2 1,40-4-1,-10 2-494,-8 3 1,-14 3 0,-15 2 767,-4 5 0,-7-10 0,1 4 0,-1-3 0</inkml:trace>
  <inkml:trace contextRef="#ctx0" brushRef="#br0" timeOffset="31">12893 6177 7909,'-9'-7'337,"2"4"0,7-8 0,0-3 419,0-5-678,0-5 0,0-3 0,0 1 0,2-5 0,3-6 0,6-7 0,3-1-53,1-6 1,6-1 0,0-11-1,0-2-56,2-4 1,-4-10 0,8 4-1,-1-4 1,0-3 0,0 0-1,-12 39 1,0 1 0,1-1-1,0 0 23,0 1 1,1 0 0,0-2 0,0-1 54,-1 3 0,1 0 0,0-4 0,0 1 0,15-30 0,0 4 0,3 1 1,-1 7 163,-2 2 1,9-7-1,-8 10-160,1 4 1,0 2-1,-1 3 1,-1 2 0,1 5-1,-3 3 1,-1 4-1,-2 4 1,2 3 178,2 0 1,0 4-225,-4-3 0,4 8 0,-4-4 0,4 2 0,1 0 0,1 4 0,-1 3 0,0 5 0,1 2 0,-1 4 6,1 1-63,-1 2 1,1 0-1,-3 0 1,-1 0-1,-2 2 1,1 1 0,-1 4-89,0 2 0,-1 2 0,3 6 112,-2 4 0,-5-2 0,3 6 0,-1-1 0,-2 1 0,0 2 0,0 3 0,0 3 0,0 2-212,0 2 217,7 7 0,-11-8 0,4 8 1,-4 3-1,-1 2 0,0 5 0,-2 2-17,-4 2 0,3-1 0,-8 6 1,0 0-1,0 0 0,1 0 1,-3 1-1,-1 1-108,-2-2 139,7 10 0,-5-15 1,3 12-1,-3-4 0,-2-1 1,0-4-1,0-4 85,0-6 1,-6 1-1,-1-10-49,-1 4 0,2-6 1,-2-3-1,-1-4 0,0-2 1,-3-1-1,-2-4 0,-2-7 1,0-5 870,1-3-850,-8-8 0,6 4 1,-6-7-1,0 0 1,-1 0-1,-2-3 0,-1-8-18,-1-10 1,6 0-1,-1-3 1,2-2-47,0-6 1,-5-3-1,5 4 1,3-2 0,3-2-1,2-2 1,-1 0 0,2 1-66,-2-1 1,2-7 45,2 3 1,-4-5-1,5-3 1,-2-1-1,3-3 1,1 3-21,3 1 0,1-4 0,-1 1 0,-1 3 28,1 5 0,-3 1 0,0 6 0,0 2 0,-1 2 0,-1 3 1,-3 4-1,-2 7 373,-2 7-211,0-2 0,1 12 1,-3-3-1,-3 3 1,-5 2-1,-4 3 1,-1 6 353,-1 7 0,1 5 0,-1 0-290,1 5 1,-2 0 0,0 4 0,-1 3 0,6 0 0,2 2 0,4 0 0,-1 3 0,4 1 823,1-1-1091,2 6 1,6-6 0,1 6 0,1 0 0,1 1 0,-2 4 0,2 0-73,0 2 0,-4 4 1,4 0 67,-1 0 1,2 1 0,-4 2 0,-2-4 0,-1-1-1,1-1 1,2 0 0,-3-1 0,0-2-1061,-3-4 1087,0-1 1,0-2-1,1-2 1,-3-2-1,-1-3 1,-2 0-1,0-2 39,-2-1 0,6 3 0,-6-11 60,0 1 0,6-3 1,-6-6-1,2-2 1,-1-3-1,-3-6 1,-1-5-1,0-5 1,1-8-135,3-6 1,-5 0-27,6-7 1,0-6 0,6-4 0,1-1 0,1 0 0,5 1 22,1 1 0,-4-5 1,6-1-1,2 1 1,1 0-1,2 2 1,3-4-1,6-2-260,7-8 46,10 1 0,-2-15 0,10 3 0,2-5 1,6-4 295,4-1 0,-20 29 0,2 0 0,0 4 0,0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5.337"/>
    </inkml:context>
    <inkml:brush xml:id="br0">
      <inkml:brushProperty name="height" value="0.053" units="cm"/>
      <inkml:brushProperty name="color" value="#FF0000"/>
    </inkml:brush>
  </inkml:definitions>
  <inkml:trace contextRef="#ctx0" brushRef="#br0">16478 18264 7831,'-9'16'0,"2"0"0,0-1 0,5-4 0,-3-1 126,3 2 0,2-3 0,2 2 0,3-1 1,6-3-1,5-9 0,3-12 0,3-14 1,3-12-1,3-14 0,2-10 0,1-13 1,-15 35-1,-1 0 0,2-5 0,0 0 1,0-2-1,1 0 27,0-2 0,0-1 1,2-7-1,-1-1-181,-1 5 1,0 0-1,1-8 1,1 0-1,1 6 1,2 1-1,-2-2 1,-1 0-1,1 0 1,0-1-1,0 3 1,0 1 30,0 2 1,0 1 0,0-4 0,0 0 0,2 2 0,0 2 0,-2 2 0,1 2 0,-1 2 0,0 1 0,1 4 0,0 2 0,23-37 0,1 12 251,-4 10-187,3 1 0,-7 22 0,4-1 0,-3 12 0,-2 6 0,-1 5 0,-1 2 60,-2 3 1,4 4-1,0 7-170,-2 9 0,3 7 1,1 8-1,-1 4 1,2 5-1,-1 9 1,-1 5-1,-1 7 1,-1 4-417,1 3 455,-18-27 1,-1 0 0,18 36 0,-17-33 0,-1 1 0,0 1 0,-1 1 0,0-1-1,-1 0 1,0 3 0,0 0 0,-1-1 0,1 0 53,0 1 0,0 0 0,-3-6 0,0 0 0,0 4 0,0 2 1,0-1-1,0 0 159,-1 1 1,1-1 0,1 0 0,1-1 0,-1-3 0,0-1-1,18 39-224,-1-10 1,9-4 0,-6-16 0,2-3 0,4-3 0,-1-8 0,1-3 0,-2-5-1494,1-1 1280,5-6 1,-9 0 0,5-8 0,0-1 0,-2-1 0,3-5 0,-3-1-371,0-3 0,-1-9 0,-7-6 1,-4-5 596,-5-5 0,-11-3 0,-3-7 0</inkml:trace>
  <inkml:trace contextRef="#ctx0" brushRef="#br0" timeOffset="1">15959 18421 7776,'-45'14'5,"3"-3"496,3 3 0,20-6 1,5 8-1,7 0 1,11 0-224,9-1 0,17 1 0,16 0 0,8-1-233,9 1 0,21-7 0,1-6 1,-41-3-1,1-3 0,2-2 0,1-2 1,-1-3-1,2-1 0,1-4 0,1-3 1,-2-3-1,0-2-358,-3-1 0,-1-3 1,4-7-1,-1-3 255,-7 1 0,-3-2 1,2-4-1,-3-3 1,-7 0-1,-2-1 1,-2-2-1,-2-2 1,-1-1-1,-2-2 0,-2-3 1,-1 0-1,-2-3 1,-1-1-1,-2-2 1,-2 0-1,-1-1 1,-2 0-1,-2 1 1,-2 0-115,0 1 0,-1 0 1,1-5-1,-2-1 135,-2 5 1,0-1-1,-3-4 1,-1-1-1,-1 2 1,1 1 0,-1 0-1,1 1 1,1 1-1,1 0 1,1 3-1,0 0 237,1 1 1,0 2 0,4 6 0,1 1-1,9-37 1,7 17-109,3 14 1,4 16 0,7 10 0,4 13 0,3 10 0,5 5 0,5 5-1,4 6 120,3 7 1,3 17 0,1 4-374,-1 6 0,1 12 1,-2 2-1,-1 4 0,-4 4 1,-2 1-1,-3 2 0,-3 1 1,-2-1-172,-4 0 1,-4 12 332,-6-1 1,-16-36-1,-1 1 1,0-1-1,0 0 1,-1 1-1,0 1 1,-1 1-1,0 2 1,0 1-1,0 0 28,-1 0 1,1 0 0,1-5 0,0 1 0,-3-1 0,0 1 0,1 0 0,1 1 0,0 1 0,2 0 0,-1-2 0,1-1-1,17 38 1,-1-9 344,1-5-361,-1-3 1,6-4-1,0-5 1,-1-7-1,1-9 1,1-5-1,1-7-181,-1-4 0,4-8 1,-3-7-188,1-2 1,-5-4-1,1-6 355,-2-2 0,-1-6 0,-7 6 0,-7 0 0</inkml:trace>
  <inkml:trace contextRef="#ctx0" brushRef="#br0" timeOffset="2">15975 18264 7900,'-61'-9'693,"17"-6"1,-3 1-1,12-9 1,10-7-1,10-8 1,8-6-1724,5-3 862,16-7 0,5-7 0,19-9 1,10-5-1,-20 34 0,1 0 0,4-4 1,1 1-1,2-2 0,1 1 176,1-1 0,1-1 0,3 0 0,2 0 0,1-3 1,0-1-1,3-2 0,0-1 27,2 0 1,0 0 0,2-4 0,-1-1 0,-2 4 0,0 0 0,-1-1 0,0 0 0,0-2 0,0 1 0,-1 2 0,-1 2-1,-2 0 1,-1 1 0,-2 3 0,-2 2-711,-2 1 1,-2 1 0,1 0 0,0 1 533,-2 4 0,0 1 0,-1 2 0,0 3 0,25-19 0,-8 11 0,-4 9 0,-6 9 269,-1 8 0,-5 7 1,-6 11-1,-1 5 123,1 9 0,1 13 1,3 13-1,-1 5 0,1 8 1,1 7-1,2 10 0,3 7-56,-18-38 1,0 1 0,-1 3-1,-1 1 1,3 3 0,0 0-175,1 0 0,0 0 0,-2-2 1,0 0-1,1 4 0,0 0 1,0-1-1,1 1 0,1-2 0,0 1 1,0 3-1,1-1 0,0 0 1,-1-1-1,1 2 0,-1-1 0,1 0 1,-1 1-367,1 2 0,0 2 0,-1-3 0,1 2 273,-1 1 0,1 1 0,-1-6 1,1-1-1,0-1 0,1-1 0,0-1 0,1-1 1,0 0-1,0 0 0,-1-4 0,1 0-76,-2-3 1,1 0 0,0-1 0,2-1-1,27 26 1,2-4-89,4-4 0,-6-13 1,0-10-1,-2-8 1,1-8-1,-3-8 1,-2-7-1,-5-9 536,-1-9-300,-14 0 0,9-8 0,-11 3 0,4-5 0,1-4 0</inkml:trace>
  <inkml:trace contextRef="#ctx0" brushRef="#br0" timeOffset="3">15959 18107 7852,'-56'33'261,"-5"4"0,21-20 0,5 4 0,19-3 0,20-3-1275,15 1 1079,16-7 1,14-2-1,15-7 1,13 0-1,10-4 1,-39 0 0,1-2-1,2-4 1,1-1 53,2-2 1,2-2 0,3-6 0,1-3 0,-2-2 0,-1-3 0,1-2 0,-1-2-100,2-3 0,-1-2 1,-5 1-1,-3-2 1,1-2-1,-2-2 0,-4-3 1,-3-3-1,-1-4 1,-3-4-1,-1-2 1,-3-2-1,-1-2 0,-3 0 1,-2 0-1,-2 0-627,0 1 0,-3-1 0,-2-5 0,-1-1 562,-2 2 0,0-2 1,-1 0-1,-2 0 1,-2 5-1,0 1 0,-2 0 1,-1 0-1,-2 3 1,0 1-1,-2 2 1,0 1-1,-2 1 0,1 0 1,-1 0-1,0 1 1,0 2-1,-1 1 1,1 5-1,1 2 350,4-31 0,-4 8-89,5 20 0,1 5 0,5 18 0,1 10 1,2 14 113,2 14 1,7 15-1,-2 17-299,4 10 0,9 5 1,3 17-1,-20-35 1,1 0-1,0 2 1,1 1-1,0 2 1,1 0-1,1 1 0,0 0 1,3 1-1,0 1 1,2 0-1,1 1-33,2 1 0,0 0 0,-2 1 0,-1-1-47,0-1 1,1 1 0,1 3 0,0 0-1,-3-3 1,0 0 0,-1 0 0,-1-1-1,1 0 1,0 1 0,-2-2 0,-2 1-89,0 1 1,-1 0 0,3-3 0,0 0 0,-3-1 0,-2 0 0,0-3-1,1 0-47,0 0 1,0-1-1,1 2 1,1-1-1,-4-6 1,0 0-1,22 35 1,1-3 183,-2-6 0,-2-7 0,2-1 0,-5 1 0,-4 2 0</inkml:trace>
  <inkml:trace contextRef="#ctx0" brushRef="#br0" timeOffset="4">25157 18123 7616,'-28'0'0,"-4"0"0,-22-2 0,-5-3 0,-8-6 32,-2-3 1,-7-2 0,5 1 0,-1-1 0,4 0-1,2 1 1,-2-3 0,-6-3 0,-3-5 0,-1-4 0,-4-3-1,39 15 1,0-1 0,-3-1 0,-1-1 0,0-2-1,0 0 1,-3 0 0,0-1 0,0 0 0,-1 1 170,-2-1 1,0 1 0,-3-3 0,0 1 0,-1 0-1,0-1 1,1 2 0,-1-1 0,-2 0 0,1 0-1,-1 0 1,1 1 0,-1-1 0,1-1 0,1 1 0,2 0 93,2-1 0,1-1 0,2 1 0,2 0 0,9 2 0,1 1 0,-33-23 184,8 4-535,7-3 0,17 12 0,8-2 0,10 5 0,7 4 0,5-2 1,4 0 30,7 2 1,6-4 0,15 6 0,7-1 115,5 4 0,19 4 0,5 3 0,13 3 1,-28 8-1,1 1 0,3 1 0,2 0 0,5 1 1,2 0-1,2 0 0,2 0 2,4 0 0,1 0 0,10 3 0,0 1-128,-3 1 1,1 1-1,8 1 1,2 0 0,-2 1-1,0 0 1,0-1-1,0 1 1,2 1 0,0 0-1,-5 0 1,-1 1-172,1 0 0,-2 1 1,-5 0-1,-1 1 1,-6-3-1,-1 1 1,-3 0-1,-3 1 84,-5-2 1,-1 1 0,-5 1 0,-1 1 0,25 9 0,-11-2 0,-17 0 0,-15 0 0,-10 4 0,-11 0 38,-13-1 0,-16-1 109,-20-5 0,-11-2 1,-8-3-1,-9-6 1,-10-3-1,-7-4 1,39 0-1,0-1 1,-4-2-1,0-1 1,-2-1-1,-2 0 1,0 0-1,-1 0 684,-1 1 0,1 2-707,-1-1 1,0 3 0,2 2 0,0 1 0,1 1 0,-1 2 0,-1 2 0,0 2 0,2 2 0,0 2 0,0 4 0,0 3-1,2 3 1,1 2-138,0 4 1,1 3 0,1 0-1,2 1 1,3 4 0,1 1 101,1 0 1,2 1 0,4 0 0,1 1-1,2 0 1,2-1 0,1-1 0,2-1 0,-21 33-1,8-8 1,12-7 0,12-11 0,11-6-169,6-7 0,15-11 195,7-3 1,19-2 0,9-9 0,7-3-1,8-6 1,8-8 261,5-7 1,3-6-239,-38 10 0,0-1 0,-1-2 1,0-1-1,3 1 0,-1 0 1,0 0-1,0 1 0,-1 0 1,0 0-1,1 2 0,-1-1 1,2 0-1,0 1 0,-1-1 1,-1 2-1,41-12 0,-7 5 328,0 3 1,7 10-1,-9 2 1,-6 5 12,-7 1-300,0 0 0,-17 7 0,0 3 0,-10 4 0,-9 2 1,-8 1-1,-6 2 139,-6 2 1,-17 0-1,-13-5-284,-13 0 0,-18-1 1,-19-1-1,-9-3 1,38-8-1,-2-1 0,-4-2 1,-1-2-1,-3-2 1,-2-2-1,-1-4 1,0-3-1,-1-2 0,1-3-337,1-2 0,0-2 444,-5-6 0,1-3 0,6 1 0,2-1 0,-5-7 0,1-3 0,1-2 0,2-3 0,2-2 0,3-2 0,0-4 0,2-2 0,4 0 0,2-1 46,3-2 1,1-1-1,1-8 1,3 0-1,3 2 1,2 1-1,5 1 1,1 0-5,4 5 1,2-1 0,1 2 0,4 1 0,4 7-1,2 2 1,-5-39 0,8 7 0,6 12 0,8 6 0,3 12-224,1 6 0,1 13 17,0 10 1,5 10 0,0 8 0,-2 6 0,0 9 0,0 9 0,4 11 0,0 8 0,1 7 0,-1 4-615,0 1 933,-2 8 1,0-5 0,0 8 0,0 2-1,-1 1 1,1 4 0,-1 0 269,-3 0 1,4-2-313,0-5 0,5 3 0,-3-3 0,1-7 0,4-7 1,2-7-1,3-5 0,4-6 0,7-7 0,6-8 2,8-9 0,3-5 1,5-4-1,6-5 16,7-9-140,-35 9 1,1-1 0,-2-4 0,1-1 0,3 4 0,0 1 0,1-1 0,-1 2-1,0 2 1,0 1 0,0 2 0,0 1 0,1 2 0,-1 1 57,0 3 1,0 1 0,-3 2 0,0 3-454,-1 5 1,-3 5-1,27 24 1,-11 11-1,-13 5 1,-13 9 0,-13 3 147,-10 1 0,-14 6 1,-12-5-1,-16-2 364,-15-1 0,20-37 1,-1-2-1,-4-1 0,0-1 1,-4 0-1,-1-1 0,-4 0 1,-1-2-1,-4-2 1,-2-2-1,-2-1 0,-2-2 1,-2-2-1,-1-3 374,-1-1 0,-1-2 0,1 1 0,-1-2-475,0-3 1,0-2 0,-5 0 0,0-2 0,2-4 0,-1-2 0,-2 1-1,1-2 1,-2 0 0,1-3 0,2-1 0,1-3-112,1-2 0,1-3 0,0-3 0,0-2 0,3-2 0,1 0 1,1-2-1,2-2-2,2 0 0,2-2 0,3-2 0,3-3 0,7-3 0,3-3 1,1-1-1,3-3 0,3-4 0,3-2 0,4-3 0,4-1 0,3-4 1,5-2-1,4 1 0,4-1-309,5 0 1,4-1 485,5-2 0,5 0 0,11 1 0,5 1 1,3-3-1,3 0 0,3 0 0,4 2 1,4 0-1,3 3 0,5-1 0,4 2 0,2 2 1,2 2-113,3 0 0,1 1 0,-22 17 0,0 1 0,1 0 0,23-14 0,0 2 0,-1 0 0,1 2 0,-1 2 0,1 2 0,-3 2 0,-1 2 0,-1 3 0,0 2 0,-5 3 0,0 1-334,-4 2 1,-1 3 335,-7 6 0,0 2 0,-1-3 0,0 2 0,-5 6 0,-1 2 0,38-3 0,-9 9 0,-10 11 0,-8 10 392,-9 10 0,-8 15 0,-13 15-260,-5 10 0,-10 4 1,-6 13-1,-4-43 1,0 1-1,-2-1 1,0 0-1,-2 3 1,-1 0-1,-2-1 1,-2-1-1,-2 1 1,-1 0-1,-1-1 1,-1-1 578,0 1 0,-2-1-666,1 0 1,-1-1 0,-17 38-1,1-5 1,-1-5 0,3-8-1,1-3 1,3-7-195,3-5 1,1 2 0,5-11 0,2-1 0,2-8 0,3-8 0,2-6-759,3-1 760,3 0 0,2-8 0,5-2 0,6-3 0,7 1 0,7 1 0,4 0-70,2 2 0,4 0 0,1 7 316,-2 2 0,-2-4 1,-3 11-1,-2-1 1,-6 5-1,-4 4 1,-9 4-1,-6 3 1,-5 3 991,-3 2-863,-11 10 1,-12-8 0,-12 6 0,-10 1-1,-10 0 1,-10 3 0,33-30 0,-1 0-188,0 0 0,-2-1 1,-5 0-1,-1-1 1,-2 0-1,0 0 1,-3-2-1,0 0-54,-2-2 1,0-2 0,0-3 0,-1-2 0,0-1 0,0-2 0,1-2 0,-1-2 0,0-3 0,0-2 0,1-3 0,1-3 0,1-5 0,1-3-1,3-2 1,3-4-610,3-2 0,2-3 511,-6-9 0,4-4 0,10 1 0,3-3 0,-4-10 0,4-5 0,5-3 0,4-4 0,5-4 0,4-3 0,2-6 1,4-2-1,4-2 0,5-2-33,5-5 0,4 1 0,5-1 0,4 2 0,-2 28 0,3 1 0,1 0 155,0 0 0,1 0 0,2 1 0,15-22 1,5 4-1,4 3 0,4 3 0,4 4 1,2 4-1,2 4 0,1 3 0,2 5 1,1 3-1,-3 4 0,1 3 0,-1 3 0,1 3 1,-3 3-1,0 2-77,-1 1 0,0 4-103,-1 3 1,-2 2 0,-7 6-1,-2 3 1,-3 3 0,-2 2-1,36 6 1,-11 13 0,-9 15 0,-9 16-1076,-10 12 0,-14 11 1172,-7-4 1,-11 14 0,-4 0 0,-8 5-1,-2-42 1,-1-1 0,-2 1 0,-2-1 0,0 1-1,-1 0 1,0-2 0,-1 1 0,-8 40 0,3-7 2,4-8-137,9-4 0,6-14 221,18-4 0,4-16 0,15 1 0,3-3 0,6 1 0</inkml:trace>
  <inkml:trace contextRef="#ctx0" brushRef="#br0" timeOffset="5">26996 15121 7607,'-15'0'1775,"-1"0"-1591,0 0 1,0 14 0,2 5 0,4 5 0,3 1 0,2 1-1,-1 2 1,3 5 0,1 2 0,4 5 0,3 5 0,6 8-1,4 4 1,5 8 0,1 7 0,0 6 0,0 4 495,0 2 0,-11-40 0,0 0-815,6 34 1,0 8-1,0-11 1,-2-2-1,-2-3 1,-3-9-1,-1-8 1,-1-12-1,0-7 1,-1-8-2023,1-3 1658,-6-3 0,6-18 0,-7-9 0,0-12 499,0-12 0,0-8 0,0-8 0</inkml:trace>
  <inkml:trace contextRef="#ctx0" brushRef="#br0" timeOffset="6">27279 14916 6221,'-15'-9'1712,"1"4"1,1 10-152,3 6-1330,6 3 0,-3 12 0,6 7 1,-3 13-1,-1 8 0,1 12 0,4 8-142,6 4 1,-3-32-1,2 1 1,4 2-1,0 1 1,0 2 0,1 1-1,0 0 1,1 1-1,0-3 1,-1 1-1,0-1 1,1-1 0,0-2-1,1 0-751,0-2 1,0-1 355,1-2 0,0-1 0,12 25 0,-2-8 1,-3-7-1,1-8 0,-1-4 0,-3-6-948,-1-7 1,-7-4 1253,-4-7 0,-10-7 0,-4-2 0</inkml:trace>
  <inkml:trace contextRef="#ctx0" brushRef="#br0" timeOffset="7">27798 15655 7607,'-16'0'586,"1"0"1,4-2 0,2-3 0,3-6 399,2-2-916,2 4 0,9-5 0,5 5 0,8-1 0,6-1 0,4 1 0,3-1-176,3 1 0,5 6 1,6-1-1,0 5 0,0 7 1,-1 7-1,-4 7 1,-6 3-184,-3 4 284,-1 9 0,-9-2 1,-6 7-1,-7 0 1,-3 0-1,-3 0 1,-4-1-107,-5 0 0,-9-3 1,-9-7 39,-1 1 0,-8-2 0,-5-6 1,1-6-1,-1-6 0,-1-2 0,-1-1 1,3-4-1,4-3-74,4-2 1,9 0 45,-2 0 1,10-9 0,6-5-1,3-5 1,4 0-2090,3 1 2188,11-4 0,9 4 0,6-5 0</inkml:trace>
  <inkml:trace contextRef="#ctx0" brushRef="#br0" timeOffset="8">28647 15561 7607,'-17'0'0,"-4"1"674,-5 5 0,-9 2 0,-2 8 0,0 2 508,-1 3-817,5 3 1,-6 4 0,9 0 0,3 3 0,4-1 0,4 3 0,6-3-91,5 0 1,4 6-1,9-6 1,8 0-1,8 1 1,8-5-1,10 0 1,4-5 63,6-3-627,9 1 1,-7-17 0,5 3 0,-1-3 0,0-2-1,-3 0 288,-7 0 0,3 7 0,-8 1 0</inkml:trace>
  <inkml:trace contextRef="#ctx0" brushRef="#br0" timeOffset="9">29433 15796 7607,'-15'0'732,"-1"0"0,7 2 0,6 2 0,6 1 903,8-2-1590,3-1 1,8-2 0,5 0-1,2 0 1,3 0 0,1 0-1,2 0-148,1 0 1,1 0 0,-7 0 0,-4 0 0,-5 0 102,-4 0 0,-1 14 0,0 4 0</inkml:trace>
  <inkml:trace contextRef="#ctx0" brushRef="#br0" timeOffset="10">30188 15451 7603,'0'-16'1620,"0"7"0,0 0 831,0 4-2106,-7 3 1,4-5 0,-8 6-237,-1-5 1,5 3 0,3-7 0,8-1 0,6 1 0,4-1 0,4 1-1284,3 1 967,3-5 0,8 10 1,-1-4-1,2 1 0,2 3 1,4 2-1,-1 4-333,0 3 1,-1 2 0,-5 7 406,-1 2 0,-5-2 0,-3 12 1,-4 2-1,-5 2 0,-2 3 1,-3 4-1,-4 3 0,-3 2 186,-2 0 1,-7-2 138,-3 2 1,-4 1 0,-4-6 0,-1-2 0,-4-3 0,1-5-32,-1 0 0,-5-8 0,2 0 0,-2-7-437,2-6 0,-2-5 0,7-1 0,3-1 0,4-5 0,5-6 0,2-9 0,4-9 276,1-4 0,2-3 0,0 5 0</inkml:trace>
  <inkml:trace contextRef="#ctx0" brushRef="#br0" timeOffset="11">30958 15403 7607,'0'-15'553,"0"-1"0,-5 0 1,-2 2-1,0 2 0,-2 2 1,1-1-1,-4 1 1576,-2-1-1885,5 8 0,-5-4 1,3 7-1,-3 0 1,-1 0-1,-1 1 1,0 5-19,0 4 1,1 9-1,-1 4 1,0 2 0,2 2-1,4 3 1,5 3-1,3 2 510,2 2-1039,0 7 1,7-11 0,5 3 0,6-2 0,4-3 0,3-1 0,3-4-1137,1-5 0,3-4 1,-1-1 774,1 0 0,-3-2 0,-1-4 0,-3-4 0,-2-5 664,-4-1 0,5 0 0,1 0 0</inkml:trace>
  <inkml:trace contextRef="#ctx0" brushRef="#br0" timeOffset="12">31053 14948 7651,'0'-9'522,"2"4"0,1 10 0,4 5 1,0 4-1,0 4 226,-4 3 1,4 1 0,0 6 0,0-1-679,0 1-415,6 1 0,-10 3 0,6-3 0,0-2 0,-1-6 0,3-4 0,-1-1 345,1-1 0,-1 1 0,6 0 0</inkml:trace>
  <inkml:trace contextRef="#ctx0" brushRef="#br0" timeOffset="13">31414 14743 7651,'0'16'127,"0"-7"1,0 5-1,2-6 1259,3 1-903,-3-2 1,7-7 0,-6-2 96,3-3 1,-1 2 0,-5-8 272,0-1-710,0 5 1,0 2 0,0 10-1,0 6 1,0 2 272,0 3 1,0 5-284,0 0 0,0 9 0,0 1 1,0 9-1,2 8 0,1 2 140,2 3 0,8 6 0,-5-1 0,3 3-318,-1 2 0,1 5 0,4 2 0,1-1 0,0 0 1,-2-7-1,-2-4 0,-1-4-939,1-3 0,0-4 0,-2-5 650,-4-5 0,1-6 0,-2-5 1,-2-5-1,-1-3-845,-2-3 1,-2-6-252,-3-4 1430,3-3 0,-11-16 0,4-3 0</inkml:trace>
  <inkml:trace contextRef="#ctx0" brushRef="#br0" timeOffset="14">31729 14790 7770,'-9'7'614,"0"2"0,6 7 0,-2 1 0,1 3 0,2 4 0,4 4 2010,3 5-2469,4 9 1,7 5-1,0 11 1,-1 3-1,3 4 1,1 3 0,2 5-215,-2 4 1,4 3 0,-2 2-232,-2 2 1,4 0-1,-2-7 1,0-2 289,1-2 0,3-6 0,6 2 0</inkml:trace>
  <inkml:trace contextRef="#ctx0" brushRef="#br0" timeOffset="15">27264 17447 6232,'-6'-11'737,"-1"3"0,2 1 0,2 5 228,4 5 1,10 8 0,-2 12-1,1 4-925,1 3 0,-3 19 0,5-2 0,-5 9 1,-1 3-1,-2-1 0,1 1 0,-1 3 1,0-1-1,2-4 0,2-6 0,1-6 346,1-3-414,6-7 1,3 2 0,4-11 0,0-5-1,1-3 1,5-4 0,5-4-537,7-5 0,3-3 412,2-2 0,0-7 0,2-2 0,0-1 0,0-1 0,-4 1-158,1 1 0,-8-3 1,1 5-1,-4 0 1,-2 0-1,-5 3 0,-4 3-1309,-5 1 614,-8-7 1005,-4 5 0,-14-12 0,-2 5 0</inkml:trace>
  <inkml:trace contextRef="#ctx0" brushRef="#br0" timeOffset="16">27248 17934 7699,'-16'-7'466,"7"5"1,-1-5 0,12 7 0,8 0 0,11 2 959,9 3-1383,-2-3 0,24 5 0,-1-5 1,5 1-1,1 3 0,3-3 1,3 0-151,5 3 1,-4-5-1,5 5 1,-7-6-683,-4-6 1,-5-2-1,-12-8 1,-6 0 788,-7 1 0,-12-1 0,-9 0 0</inkml:trace>
  <inkml:trace contextRef="#ctx0" brushRef="#br0" timeOffset="17">27138 17604 7699,'-25'-31'450,"-3"1"0,9 2 1,5 3-1,7 1 1,9 0-1,8-4 1181,11-2-1568,14 5 0,13-4 0,9 3 1,6-4-1,5 2 0,7 5 0,4 8-6,0 1 1,6 7-1,-11 1-1560,-5 5 1307,-2 8 0,-11 8 0,-2 10 1</inkml:trace>
  <inkml:trace contextRef="#ctx0" brushRef="#br0" timeOffset="18">27499 17368 7699,'9'25'334,"-2"-1"0,-5-3 0,3 5 1,4 4-1,1 5 0,1 5 898,1 7-1249,9 11 0,-2 5 0,6 10 0,-3 4 0,-4-2 0,-6-3 17,-7-4 0,4-7 0,0 9 0</inkml:trace>
  <inkml:trace contextRef="#ctx0" brushRef="#br0" timeOffset="19">30644 17635 7371,'0'-21'53,"0"0"0,0 1 0,0 4 0,-2 0 0,-1 0 1,-3 1-1,3-1 0,1 4 0,2 8 0,0 13 1001,0 8 1,0 13-1,2 2-1135,3 8 0,-1 0 0,6 0 0,2 0 0,2-1 1,2-1-1,0-5 0,0-5 0,-2-7-696,-4-3 1,4-3-1072,-4 1 1848,-3-7 0,0-2 0,-7-7 0</inkml:trace>
  <inkml:trace contextRef="#ctx0" brushRef="#br0" timeOffset="20">30502 17745 7699,'-8'0'674,"2"0"1,13 0-1,9 0 401,9 0-1099,4-7 1,5 6 0,0-6 0,5 0 0,-1-2 0,1-1 0,-4-1-681,-2-1 1,-5 3 703,-7-1 0,7 6 0,-11-3 0</inkml:trace>
  <inkml:trace contextRef="#ctx0" brushRef="#br0" timeOffset="21">31477 17211 8966,'-8'7'541,"1"2"0,7 6 0,0 1 54,0 0-510,7 7 0,-4-2 0,6 6 1,-1 5-1,1-1 0,2 6 1,-1 0-244,1 1 1,-6 4 0,5-5 0,1-4-308,-2-5 0,3 0 0,-5-7 0,0-2 0,0-2 465,-4-1 0,-1-7 0,-2-2 0</inkml:trace>
  <inkml:trace contextRef="#ctx0" brushRef="#br0" timeOffset="22">31713 17258 7889,'9'-16'551,"-4"1"-105,-3 6 0,-2 0-33,0 4 0,0 5 0,-2 0-351,-3 9 0,1 5 0,-6 1 0,-2 1 0,-2 2 0,-2 1 0,0 4 1,0-1-173,1 1 71,-1 5 0,2-11 0,2 6 0,3-2 0,2 0 0,4-2-119,1-1 99,2-10 0,7 5 0,5-8 0,6-2 0,4-1 0,3-2-74,3 0 0,3 0 0,4 0 8,2 0 0,1 0 0,-1 2 1,5 3-1,1 4 0,-1 1 1,-3 1-1,-2 1 0,-1 0-359,-1-1 0,-7 3-416,-2-4 900,-6-3 0,2 7 0,-6-5 0</inkml:trace>
  <inkml:trace contextRef="#ctx0" brushRef="#br0" timeOffset="23">30518 17808 7673,'-23'-8'229,"6"-1"1,-4 5 0,4-1 0,1 2 2108,0 1-1929,7 2 1,-3-2 0,9-1-123,4-3 0,6-4 0,9 3 0,0 0 1,1-2-1,4 2 0,7-2 0,7 1 868,7-4-1035,4 5 1,1-7 0,0 5-1,2-2 1,1 1 0,1-1-1,-4 3-108,-3 2 1,-9 3 0,0-1-260,-7-1 1,-7 2 0,-14 8-1,-13 5 1,-13 4 0,-12 4 0,-9 1-167,-8 2 0,-13 0 604,4-5 1,-13-1 0,7 1 0,2-2 0,5-3 0,10-4 1012,6 0 0,4-6 1,6 5-1009,4-5 1,12-1 0,15 0 0,13 0-1158,11 0 0,6-5 831,6 0 1,3-2-1,9 2 1,2-4 0,3-2-1,0 3-189,0 1 0,-3-4 0,-9 4 0,-5 0-156,-4 0 1,-14 4-1,-14 8 1,-21 5 304,-15 4 0,-11 2 1,-10 0 584,-6 0 0,2-1 1,-2 1-1,3-2 0,4-2 1,9-3-1,9-2 0,7-4 2824,5-1-3289,10-2 1,6-5 0,12-2 0,7-2 0,9-3 0,4-2-634,7-2 1,8 1-1,1 1 429,8 3 1,-4-1-1,4 5 1,-6 0-1,-1-2 1,-6 2-1,-3 0 1,-5 4-2202,-4 1 2619,-10 2 0,-11 2 0,-12 3 0,-9 4 0,-12 1 0,-8 1 0,-10 1 0,-1 2 0,-5 2 0,-1-2 2039,-1-4-1925,9 4 0,6-11 0,10 6 0,2-2 0,6-3-495,4-3 0,12-1 0,10 0 0,12 0 0,10 0 0,4 0 0,8-1 0,6-3-2683,7-1 2638,4-7 0,0 10 0,-7-3 262,-10 3 0,4 9 0,-10 2 0</inkml:trace>
  <inkml:trace contextRef="#ctx0" brushRef="#br0" timeOffset="24">32248 17101 7237,'0'-9'1361,"0"-1"1002,0 10-2199,0 10 0,5 11 0,0 9 1,0 7-1,1 3 0,-1 7 0,0 0 309,2 4 1,-5 5 0,3-4-298,-3-1 0,3-4 1,2-5-1,2-6 0,3-2 1,4-5-1,3-3 1,5-6-1,4-8-400,6-7 69,14-3 0,1-6 1,14-4-1,2-10 0,3-3 1,7-3-1,4 1-5071,-1 0 5226,-2 2 0,-14 6 0,1-1 0</inkml:trace>
  <inkml:trace contextRef="#ctx0" brushRef="#br0" timeOffset="25">24952 1399 7738,'-10'0'271,"-1"0"1,1 2-1,3 3 1,7 5-1,9 3 1,6-1-1,6-2 333,6 3 1,4-1 0,6 0-668,5-2 1,5-4 0,3 2 0,3-1 0,-2-3 0,-1-2 0,-1-4 0,0-2 0,-5-3 0,-4-1 0,-7-5 0,-5-1 0,-7-1-1145,-4-1 1262,-8 7 1,3-10 0,-6 3 0,-5 1 0,-4 1 0,-8 3 0,-4-1 152,-6-2 1,-11 5 0,-11 4 0,-6 3-213,-4 2 1,-11 2-1,1 3 1,-4 6-1,1 4 1,5 5 0,10 1-1,13-4-1373,10-5 0,7 8 783,10-5 594,11 4 0,16-3 0,9 0 0</inkml:trace>
  <inkml:trace contextRef="#ctx0" brushRef="#br0" timeOffset="26">26556 1430 8458,'-16'0'1932,"1"0"-1339,-1 0-545,7 7 0,2-3 0,7 6 0,0 3 0,2 0 0,1 3 0,6 0 162,5 0 1,-2-1 0,11 1-189,0 0 1,1-2 0,8-2 0,1-2-1,2 1 1,3-2 0,1-4 0,-1-3 0,-3-2-409,-2 0 0,2-2 32,-3-3 0,3-4 0,-11-7 0,-1 1 0,-6-1 0,-6 0 228,-4 0 0,-4-5 0,-10 0 1,-7 4-1,-9 3 0,-4 5 1,-10 1-1,-5 1-51,-7 0 539,-9 1 1,8 8-1,-4 2 1,3 3 0,9 1-1,7 5 1,11 0-765,4 3 0,6 2 1,4 3 401,5 5 0,3-3 0,2-1 0</inkml:trace>
  <inkml:trace contextRef="#ctx0" brushRef="#br0" timeOffset="27">25833 1760 7738,'0'-10'60,"-2"1"0,-1 4 0,-4 7 1,0 8-1,0 8 0,3 4 0,2 5 1,2 6-1,-1 5 79,-5 2 1,5 11 0,-5 0 0,5 4 0,1 7 0,-2-3 0,-2 0-1,-1-3-1208,2-3 1011,1-4 1,2-9 0,2-4 0,1-4 0,4-6 0,2-5-1,5-5-153,5-6 218,-1 4 1,6-12 0,-5 3-1,4-3 1,0-4 0,1-3-1,-1-6-3,0-3 0,3-7-52,-5 1 0,5-14 0,-5 1 0,-2-4 0,-3-3 0,-4 0 0,-3-4 0,-2-1 0,-4 0 1,-1 1-236,-2 2 244,-7 0 1,0 0 0,-5 2 0,1 2-1,1 3 1,-1 3 0,1 6-691,-2 5 729,5 4 0,-14 1 0,3 0 0</inkml:trace>
  <inkml:trace contextRef="#ctx0" brushRef="#br0" timeOffset="28">25204 3191 9344,'19'8'0,"6"-2"-99,6-5 102,11-1 0,5 0 0,13 0 0,6 0 0,7 0 0,6-1 0,3-3-69,2-1 0,-39-2 0,1-2 0,41-3-51,0 0 0,-1 1 0,-9-1 0,-6 3 0,-6 2 1,-9 4-1,-5 1 0,-8 2 0,-2 0-115,-7 0 1,-7 7 368,-6 4 1,-6 4 0,-4 5-1,-6 0 1,-3 3 0,-4 2 339,-3 1 0,-6 9 0,-10-6-248,-5 6 1,-10 2-1,-8-7 1,-7-2 0,-6-4-1,-6-1 1,-4-6 0,-4-4-1,-4-8-129,-6-3 1,3-9 0,4-6-162,1-6 1,15-5 0,-8-8 0,8-1 0,9 0 0,6 0-1,6 5 1,5 0 0,6 3-175,5 3 104,11-10 0,3 20 0,7-12 0,2 1 0,4 2 0,10-2 1,10-1-981,9-1 0,11 1 0,8 5 1111,2-2 0,8-7 0,8 3 0</inkml:trace>
  <inkml:trace contextRef="#ctx0" brushRef="#br0" timeOffset="29">24779 943 7738,'16'0'0,"2"0"785,3 0 0,-2 0-841,7 0 0,2-5 0,9 0 0,3-1 0,3 1 0,3 0 0,6 1 0,4 3 0,7 2 0,0 5 0,3 4 0,-3 4 0,-2 2 1,-5-2 55,-2-4 0,-1 11 0,-6-10 0,0 11 0</inkml:trace>
  <inkml:trace contextRef="#ctx0" brushRef="#br0" timeOffset="30">26273 1085 7738,'0'-16'0,"0"0"61,0 7 0,0-5 1,0 4-1,2-2 1,5-1-1,7 5 122,5 1 0,9 2 0,0 5 0,7 0-182,7 0 0,1 0 0,3 0 0,-1 0 1,6 1-1,1 3 0,2 3 0,-5 0-202,-5 0 0,0 3-274,-8-5 1,5 6 0,-8-4 0,-5 0 474,-4 0 0,4 5 0,-3-3 0</inkml:trace>
  <inkml:trace contextRef="#ctx0" brushRef="#br0" timeOffset="31">23191 3175 7738,'-7'16'327,"-1"-8"0,-6-1 1,1-1-1,5-3 0,-1-5 1,2-8 181,0-9-529,2-20 1,5-6 0,0-14 0,2-6-1,3-3 1,7-9 0,5-2 203,4-1 1,7 1 0,-1-1 0,2-2-173,-13 40 0,0 0 0,-3-1 0,0 1 0,13-40 0,0-2 0,1 2 0,-1 0 0,2-2 0,-13 39 0,1 1 169,2-2 1,1-1-198,0-4 0,2 1 0,3 3 1,1 1-1,1-2 0,0 0 1,3 1-1,0 0 0,1 2 1,1 1-1,1-1 0,1 1 1,0 2-1,0 2-8,1 2 1,0 1 0,3-3 0,1 1 0,-1 7 0,0 1 12,1-1 1,1-1-1,-1 1 1,1 0-1,-3 1 1,1 1-1,-2 1 1,0 0 0,33-23-20,0 3 1,4 9 0,-8 3 0,-4 4-1,-3 1 1,-2 3 0,-1 2 0,-4 5 435,-1-1-325,5 13 1,-3-11-1,7 12 1,1 0-1,1 2 1,-1 2-1,-3 0 152,-2 1 1,-2 8 0,-4 3-134,-1 1 1,-5 3-1,0 5 1,-1 1 0,1 2 100,0 2 1,0 5 0,5-3-1,-1 0-188,-4 0 0,8 3 1,-1-4-1,6 1 1,6 0-1,2-4 1,5-1-1,-2-3-148,0 1 0,10 0-43,-14-1 1,3-4 0,-4-1 0,-1 3 0,-1-1-1,-5 0-430,-3-1 1,0-1 0,-3 6 575,-2-1 0,-4 6 1,1 2-1,-2 2 0,-3 1 1,-3 0-1,-2 0 0,0 2 1,2 2 18,2 1 0,0-5 188,-6 1 0,4 2 0,-2 6 0,-3-2 0,0 2 1,-1-1 96,3-1 0,-2 3 0,-3 1 0,0-2-266,1-2 0,-4-1 1,1-1-1,-3 0 0,-3 1 1,-1-1-1,-2 1 1,-1-3-393,1-2 1,0-5 0,-2-6-214,-4 0 1,4 0 598,-3-1 0,-4 1 0,0 0 0</inkml:trace>
  <inkml:trace contextRef="#ctx0" brushRef="#br0" timeOffset="32">24072 2421 7787,'-7'-9'56,"-4"4"0,-3 3 1,-1 4-1,-1 3 1,0 5-1,1 4 0,-1 2 1,0 1-1,2 3 1,2 1-1,3 0 0,2 0 1,4-1-1,1 0 467,2-3-507,0-1 1,7-2-1,3-4 1,6-4-1,5-5 1,5-2-1,4-3-103,1-1 1,6-11-1,2 2 1,-3 0 0,1-2-1,-6 4 1,-1 0-1,-7 3-446,-4 4 607,-3 3 0,-8 16 0,-2 7 1,-6 9-1,-6 8 0,-6 9 0,-7 9 210,-7 5 0,-4 8 1,-1 0 68,-1 3 0,6-11 0,3 0 1,4-7-1,7-8 0,3-9 0,6-10 1,4-6-1,8-5 344,7-5-809,10-4 1,5-16 0,11-9 0,6-11 0,2-11 0,4-6 0,1-1-228,-1 0 1,-4 3-1,-6 6 1,-6 8 0,-4 7-1,-10 9 1,-6 11-1208,-8 12 1713,-10 8 1,-12 23-1,-13 7 1,-8 9-1,-3 5 1,-3 1-1,4-3 384,2-1 1,2-8 0,3 1-190,7-7 1,1-6 0,15-8 0,2-4 0,4-5 0,8-5 0,10-6 0,8-5 0,7-3-724,5-2 78,10-7 0,0-2 0,3-8 0,-1-2 0,-2-2 0,0 0 0,-4 0-201,0 0 0,-8 5 0,-5 7 0,-10 2 0,-4 4 0,-4 5 0,-5 6 308,-9 8 402,-7 10 1,-9-7 0,-2 8-1,-1 1 1,-2 0 0,4-1-1,4-2 508,8-2 0,3 3 1,2-5-642,0-2 1,2-3-1,5-4 1,9-3-1,8-2 1,6-4 0,3-1-1,4-4 1,5-3-812,3-6 408,9-10 1,1 2 0,2-7 0,-3-2 0,-3 0-1,-2 0 1,-5 6 6,-4 4 0,-9 1 0,-6 11 1,-3 3-1,-4 3 0,-4 5 1,-5 7-1,-2 8 471,-4 6 89,-1-4 1,-2 8 0,0-4-1,2 4 1,1 0 0,2-2-1,-1-4 808,-2-1 1,5-2 0,3-6-1127,4 1 1,2 0 0,1-2 0,4-2 0,5-3-1,4-2 1,2-4 0,1-3 0,2-5-2026,1-5 1843,8-4 0,-9-4 0,5-1 1,-1-2-1,-4 2 0,-2 1 1,-4 3 118,-2-1 1,1 7 0,-7 2-1,-2 2 1,-2 0 0,-1 1-1,0 4 1840,-1 5-1536,1-3 1,2 12-1,1-3 1,4 3-1,-1 3 1,3 2-1,-3 2 247,1-2 0,5 4 1,-2-2-594,4-2 0,1-1 0,-1-3 0,-2-1 0,-2-1 0,0-5 0,1-1 0,-3-3 0,1-2-1429,-1-2 1445,-5 0 0,4-9 1,-7-5-1,-1-7 1,1-3-1,0-6 1,-2-3-113,-4-4 1,3-5 0,-6 4 0,0-1 408,0 1 0,-2 1 0,-5 6 0,0-1 0,0 1 0,0 1 0,0 4 1526,0 5-1533,0 4 0,1 8 0,5 4 0,4 5 0,6 5 0,3 5 0,4 6 0,1 3-163,4 2-134,2 0 1,1-5 0,1 0 0,-1-1 0,1-1-1,-1-3 1,1-6-70,-1-3 0,-1-2 1,-2 0-1,-4-2 1,-1-3-1,-4-6 1,-3-3-1,-4-1 200,-1-1 152,-8-7 0,4-1 0,-7-10 1,0-2-1,-2-4 0,-1-4 1,-4-1 157,-2-4 0,0-4 0,-3 3-191,2-3 0,1 1 1,-3 6-1,3 5 1,0 6-1,2 7 1,0 7-1,2 5 1118,-2 6-1170,5 3 1,-3 7-1,10 1 1,7 5-1,6 4 1,5 4 0,1 2-102,4-1 1,7 3 0,2 1-1,-1 2 1,1-2 0,0-3-1,-1-4 1,-1-3-2915,-3-2 2801,3-2 0,-18-5 1,4 0-1,-3-2 0,-4-3 1,-4-5-1,-5-4 360,-3-2 1,-2-7 0,-2-3 156,-3-4 0,-5-1 0,-10-2 1,-2-4-1,-3-3 0,-4-2 1,-3 0-1,-1-2 0,5-1 1715,4-2-1950,-4 7 1,12 1-1,-2 8 1,8 1-1,3 2 1,7 4-1,9 1-86,12 4 1,14 8 0,8 4 0,6 2 0,9 0 0,3 3-1,5 6-23,-3 6 0,-9 11 0,1 4 0</inkml:trace>
  <inkml:trace contextRef="#ctx0" brushRef="#br0" timeOffset="33">24088 1383 5853,'-16'-5'0,"0"0"2528,0 1-2069,8 2 1,1 1-1,8-3 1,5-1-1,4 1 1,6 3-1,3 1 1,4-2-1,0-2-142,-1-1 0,6-5-348,-2 5 0,8-6 1,1 4-1,-4 0 0,0-2 1,-4 2-1,-1 0 0,-3 4 1,-1-1-837,-3-1 444,-1 3 0,-8-5-900,1 7 283,-8 0 757,4 0 1,-5 0 147,3 0 258,4 0 1,0-7 611,-4-3 3398,-3 3-2655,-2 0-1443,0 21 1,2-5-1,1 10 1,4-3-1,0 1 1,0 1-1,-2 1 1,1 2 0,-1 5-1,-2 2-252,-1-2 0,-2 7 0,0-5 0,0 0-82,0 2 1,0-2 206,0-2 0,-2 4 0,-1-6 0,-2 1 0,1-5 0,2 0-57,2 1 1,6-4 0,1 4 0,1-5-24,4-6 0,1 4 0,-1-5 0,-2 0 0,3-2 0,1-2 1,1 0-1,1-1-7,0-3 0,-2 1 245,-4 3 0,4-3 0,-3 3 0,3-3 0,1-2 1,1 0-1,0 0 0,0 0 0,-1 0 0,1 0 1438,0 0-1373,-1 0 0,1 0 0,0 0 0,1 0 0,3 0 0,2-2 0,1-1 115,0-2 0,3-1-227,-5 6 1,5 0-1,-3-1 1,1-3-1,4-1 1,2 1-1,1 3 1,1 1 0,-1 0-1,-1 0 67,-4 0 1,4-2-1,-4-2 1,2-1 57,-2 2 0,2-4-127,-7 2 1,2-6 0,-4 4 0,2 0 0,-4-2-1,-3 1 1,-3-3 0,1 1 0,2-1 183,2-1-199,0-2 1,-6-2 0,1 1 0,-1-1 0,1 0 0,-3 0 27,-1 1 0,4-1 34,-6 0 1,0 1 0,-5-1-1,0 0 1,2 0 0,1 1-1,3-1 1,-3 0 0,-1 0-1,-2 1 820,0-1-732,0 7 0,0-5 0,0 4 0,0-4 180,0-2 1,0 6-128,0-1 1,0 6-308,0-6 0,0 6 125,0-5 1,-2 6 0,-3-1 0,-4 2-6,0-3-42,-5 5 1,6-6 0,-8 5 0,0-2 0,1-3 0,-3 0 0,-1-1 0,-4 1 0,-3 0 0,-5 1-804,-4-1 778,-9 6 0,4-8 1,-7 5-1,-2-1 0,-2 2 1,-3-1-1,0 1-92,0-2 0,6-1 246,6 6 0,2 0 0,-2-1 1,6-3-1,2-1 0,5 1 46,3 3 1,-4 1 0,5 0 0,-1 0-124,0 0 0,7-6 1,-4 1-1,2 2 1,0 1-1,2 2 1,1 0-1,3 0-218,-1 0 74,7 0 0,-3 2 0,5 1 1,0 4-1014,0 2 911,2-6 0,5 6 0,2-5 1,3 1-1,7-2 0,6-1 0,4-2 1,3 0-1,3 0 0,1 0-2129,3 0 1,-3 0 2346,-2 0 0,2 7 0,-4 2 0</inkml:trace>
  <inkml:trace contextRef="#ctx0" brushRef="#br0" timeOffset="34">25738 1320 7687,'-15'0'32,"-1"0"0,6-5 0,1-2 3272,2-2-3160,2-1 0,6 1 0,5 4 1,4 1-1,6 1 0,5-2 0,5 1-85,4 2 0,1-3 0,1 0 0,-1 1-56,0 3 1,1 1 0,-2 0 0,-2-2-1,-4-2 1,-1-1 0,-2 2 0,0 1-157,0 2 357,0 0 1,-6 0-383,1 0 0,-9 0 1,-7 0-305,-9 0 0,-5 0 0,-1 0 0,1-2 482,3-3 0,-3-4 0,5-6 0</inkml:trace>
  <inkml:trace contextRef="#ctx0" brushRef="#br0" timeOffset="35">26273 1305 6873,'-16'0'290,"6"0"0,-1 0 1,-1 0 1478,-2 0-1330,5 0 1,1 0 0,4 1-179,-1 5 1,0-3 0,5 8 0,0 1 0,0 2 0,0 1 0,0 1 0,0 0 643,0 0-820,0 6 1,5-4 0,0 3 0,0-2 0,1 0 0,1 2 0,0-2 55,0-1 0,5 3 0,-2 0-165,4-2 0,2-2 1,0-1-1,1 0 1,4-2-1,5-2 1,2-3-1,2-1 1,0-1-135,3 0 1,2 0 82,-4-1 1,3-5-1,0 5 1,3-5-1,-2 1 1,-2 2-85,-1 1 1,-1 0 0,-1-3 0,-2 1 0,-2 4-1,0 0 1,0 0 0,-1-3-95,-2-2 237,5-2 1,-9 0 0,5 0-1,1 0 1,-3-2 0,1-3-1,-2-6-187,2-3 1,-6-2 0,4 1 190,-3-1 1,-3 0 0,1 1-1,-2-3 1,-3-3 0,-6-3 0,-3-1-1,-2 4 378,0 4 0,-2-4-209,-3 0 0,-4 0 0,-9 5 0,-1 0 0,-5-1 0,-4-2 291,-5-2 0,-4 0 0,0 5-433,-5 0 1,2 1 0,0-1-1,0 0 1,1 2 0,1 2-1,5 3 1,3 1 0,6 1-511,1 0 0,-5-4 309,2 6 0,3 0 0,0 3 0,2-2 0,-1-1 1,-3 2-329,-3 1 0,4 2 0,-1 0 118,3 0 1,-5 2 0,5 1 0,-1 2-1,-2-1 1,3-2 395,-1-2 0,2-14 0,5-4 0</inkml:trace>
  <inkml:trace contextRef="#ctx0" brushRef="#br0" timeOffset="36">27169 1383 7687,'-15'-2'0,"-1"-3"671,0-5 1,6 1 329,-1-2 0,9 3 0,2-3-273,9 6 0,12-2-627,5 2 0,9 0 0,4 5 0,1 0 0,2 0 0,0 0 0,-2 0 0,-2 0 0,-1 0 0,0 0-585,-1 0 460,1 0 1,-9-2 0,0-2 0,2-1 0,-4 2 0,0 1 0,-3 0 171,-1-3 0,-1 3-415,-5-3 0,-2 5 267,-3 5 0,-11-3 0,-9 5 0</inkml:trace>
  <inkml:trace contextRef="#ctx0" brushRef="#br0" timeOffset="37">11368 1305 7608,'-7'-9'921,"3"-3"0,-4 5 0,-1-2 2920,0-3-3607,6 5 0,-4-7 1,9 3-1,3-3 1,4-1-1,1 1 1,-1 1-1,-1 5 0,-1-1 664,0 0 0,0 6-437,-1-3 1,-5 6-1,5 7 70,-5 9 0,-1 7 0,0 14 0,0 8-410,0 13 0,0 17 0,0 8 0,0-35 0,0 1 0,1 2 0,0 1 0,1-1 0,0 1 0,0 0 0,1 0 0,-1 1 0,1-1 33,1 1 1,-1 1 0,-1 3 0,0 1-356,2-5 0,2-1 1,-1-3-1,1 0 1,11 34-1,2-4 0,2-6 1,-2-5-1,-1-3 1,-2-6-1,-1-3 0,1-5-1675,0 0 1722,0-1 0,-6-10 0,-1-3 1,-2-4-1,-4-3 0,1-4 0,-1-5 115,2-3 1,1-8 1472,-6 1-1334,0-8 0,0 2 1,0-10-982,0-5 1,0 1 0,0-2 0,0-1 0,-2-2-1,-2-2 1,-1 1 880,2-1 0,-6 0 0,0 1 0</inkml:trace>
  <inkml:trace contextRef="#ctx0" brushRef="#br0" timeOffset="38">12327 2169 8023,'-16'5'0,"1"1"1852,-1-3-1009,0 6 1,0-7 0,1 3 0,1-2 4279,3 2-4593,4-3 1,14 5 0,4-7 0,4 0 0,6 0 0,6 0-1,4 0 1,4 0 1329,2 0 0,12-5-1593,-2 0 0,10-1 0,1 5 0,1-3 1,3-1-1,-3 2-254,0 1-1,4 2 1,-9 0-120,2 0 1,-5 0 0,1 0 0,-3 0-1,-1 0 1,-1 0 0,-2 0 0,-1 0 0,-4 0-331,-2 0 1,-1 0-1,-5 0 426,-1 0 1,-5 0 0,-1 0 0,-3 0-1,-2 0 1,-3 2 0,-1 1 0,-1 2 330,1-1-278,-7-3 1,5-1-1,-5 2-763,-1 3 1,1-3-693,-4 3 0,-5-3 0,0-2 0,-10 0-2006,-9 0 1,-1 0 3418,-6 0 0,-7 7 0,-7 2 0</inkml:trace>
  <inkml:trace contextRef="#ctx0" brushRef="#br0" timeOffset="39">15236 1855 7687,'-7'-11'0,"-4"2"0,-3 3 288,-1 0 0,-1 6 1,0 0-1,-1 0 1,-3 0-1,-2 0 0,-3 2 807,-3 3 0,4 6-573,-2 10 1,1-2-1,-1 7 1,5 4 0,4 3-1,1 5 1,2 3 0,3 2-1,6 4 1,3 4 2067,2 1-2483,7 1 1,4-4 0,10 1 0,7 3-1,5-3 1,7-1 0,4-3-55,5-4 1,7 0 0,0-9-289,5-4 1,0-9-1,10-3 1,3-6-1,-3-4 1,5-6-1,-5-4 1,3-8 0,-8-4-1391,-5-6 1345,0-4 1,-14-13-1,2-4 1,-8-4 0,-7-1-1,-6-2 1,-3-3 717,-6-6 0,-7-1-91,-1 1 0,-8-8 1,1 3-1,-8-2 1,-8 1-1,-7 1 0,-9 0 1,-7 2-1,-9 3 1,-5 8 3497,-3 6-3789,-14 6 1,4 15-1,-14 7 1,-5 11-1,1 8 1,-2 10 0,-2 8-378,39-6 1,1 1 0,1 0 0,2 1-1,0 4 1,2 0-601,-37 23 1,22-2-1,5 1 1,14 3-1,16-2 921,10 1 0,22 7 0,4 4 0</inkml:trace>
  <inkml:trace contextRef="#ctx0" brushRef="#br0" timeOffset="40">6478 9839 7687,'-8'-3'72,"4"1"0,1-2 0,0-1 0,0 1 0,2-2 0,0-1 0,2 0 752,1 2-802,-1 1 0,6 1 1,-2 1-1,2 0 1,1 0-1,0 0 0,0-3 1,0 1-1,0 0 1,-1 1-1,1-1 1,0-2-318,0 1 0,-1 3 0,-1-3 305,-1 2 0,1 0 0,1 3 0,1 0 1,0 1-1,-1 2 431,-2 2-390,2 5 1,-5 2 0,2 1 0,0-3-1,-1 0 1,-1-1 51,1 2 1,-1 2 0,-2-3 0,0 1-134,0 0 1,0 1-1,0 3 1,0-1-1,0-1 1,0 1 0,0 1-1,-3 0-12,-2-2 0,-2 2 0,-1-2 0,0 1 117,0-1 1,0-1-1,0-2 1,1 0-1,-2 0 1,-1-1 0,-1-1-1,0 0 118,-1-1 0,1 0-131,0-1 0,3 0 0,-4-4 0,2 0 0,-2-1 0,1-1 0,0 0 0,0 0 0,1 0 0,-2 0-43,0 0 7,3 0 1,-3 0-1,4 0 1,0 0-1,1 0 1,-1-1-102,0-2 49,0 3 1,0-7 0,1 1 71,2-1 1,1 0-1,4-1 1,0 0 0,1 0-1,1 0 1,2 0 0,0 0 220,2-3-251,1 6 1,-2-6 0,0 6-1,2-2 1,0 0 0,1 1-29,3 1 1,-2 2-1,2-1-99,0 0 0,-2 2 0,1 2 0,-1 0 0,-1 0-137,0 0 1,0 1-1,0 0 1,0 3 189,-1 0 0,1-1 0,1 1 1,1 0-1,0 0 0,0-1 0,-1 0 1,1 0 113,0-1 1,1 4 0,-2-3-1,0 1 1,2 0 0,-2-1 0,0 2-1,-1-1 474,0 2-553,0 1 1,0 1 0,2-1 0,0-1-1,0-1 1,-1 2 0,-1 0-287,-1 0 1,4-2 0,-1-3 201,0-1 107,-1-1 0,2 0 0,1 0 0</inkml:trace>
  <inkml:trace contextRef="#ctx0" brushRef="#br0" timeOffset="41">9748 3756 7950,'-10'-2'0,"-1"-2"0,-1 1 808,1-1 0,0 2-685,3 2 1,1 0-1,1 4 1,1 4 0,-1 4-1,0 4 1,0 4-1,1 5 1,-2 8 0,1 4-1,1 6 1,3-21 0,1 1-1,-1 1 1,1-1-1,0 1 1,-1-1 291,1-1 0,1 0-447,-1 1 1,1 0 0,1 20-1,1 1 1,4-3 0,3-3-1,2 1 1,2-3 0,2-2-1,5-4 1,4-1 0,3-3-150,3-2 0,3-9 126,1-2 1,7-7 0,0-3 0,2-3 0,-1-5-1,-2-5 1,-1-8 0,-3-4 0,-2-6 0,-2-2 0,-18 13-1,0-1 1,-2-1 0,0 0 0,-1-2 0,-1 0 0,0-1-1,-2-1-706,0 0 1,-1-1 736,0 1 1,-1 1-1,-3-4 1,0-1-1,0 2 1,0-1-1,-2 0 1,-1-1-1,0 1 1,-1 1-1,-2 0 1,0 0-1,-2 2 1,0 1-1,-1-1 1,-2 1 0,0 1-1,-1 0 1,-2 0-1,1 1 1,-13-17 353,-1 4-294,1 3 0,-4 10 0,-2 3 0,-2 4 0,-1 5 0,-2 4 0,-1 4-159,2 3 1,-4 8 0,6 9 0,2 3 122,2 3 0,2 11 0,2 0 0</inkml:trace>
  <inkml:trace contextRef="#ctx0" brushRef="#br0" timeOffset="42">25801 6782 7952,'-3'-5'403,"-1"3"0,-1 4 1,2 4 119,2 1-432,1 4 0,0-1 1,0 4-1,1 3 0,1 5 1,2 5-1,0 4 0,2 4 1,2 5-1,-3-17 1,0 0-1,0 1 0,0 0 521,0 1 1,0 0-712,-1 0 1,0-1 0,-1 0 0,0 0 0,-1-1 0,1 0 0,3 21 0,0-6 0,0-6 0,-1-5 0,-2-3 0,0-4 0,-1-3 0,2-5-2261,0-3 2139,-2-3 1,4-7-1,-3-4 1,-2-5 219,0-8 0,-1-3 0,0-3 0</inkml:trace>
  <inkml:trace contextRef="#ctx0" brushRef="#br0" timeOffset="43">25848 6853 7797,'-7'-5'194,"-1"-1"0,2 5 1192,1-2 1,4-1-1220,1-2 0,4 0 0,5 0 0,2 1 0,5 0 0,3-1 0,3 1 0,0-1-100,3-1 1,5-1-203,1 0 1,0 1-1,4-2 1,-1-1 0,-2-1-1,-2-1 1,1-2 0,-1 1-1,-1 0 1,-1 1-461,-1 2 1,-1-2 0,-4 6 600,-1 0 0,-5 3 1,1 1-1,-4 2 1,-3 2-1,-2 4 1,-3 1-1,-1 4 1,-2 2 489,-1 2 1,-2 4-300,-2 2 1,1 2 0,-2 0 0,0 2-1,0 2 1,1 3-6,1 4 1,1 2 0,1 0-287,0 3 0,3-1 0,0-16 0,0 0 0,0 1 0,1-1 0,4 22 0,3-2 0,1-4 0,1-2 0,-1-4-726,0-1 1,-1-6 0,-1-8 0,0-3-606,0-3 1425,-1-2 0,-2-1 0,1-1 0</inkml:trace>
  <inkml:trace contextRef="#ctx0" brushRef="#br0" timeOffset="44">25903 7466 8281,'-4'3'981,"8"-4"0,6 0 1,4-3-186,2-2-758,6-1 0,3-1 0,6 0 0,1 1 0,-1-1 0,2 0 0,0 0 0,2 0 0,0 0 0,0-1 1,0 0-2430,0-2 1947,6-3 0,-8 5 1,3-3-1,-1 0 444,-3 3 0,-5 0 0,0 1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5.382"/>
    </inkml:context>
    <inkml:brush xml:id="br0">
      <inkml:brushProperty name="height" value="0.053" units="cm"/>
      <inkml:brushProperty name="color" value="#FF0000"/>
    </inkml:brush>
  </inkml:definitions>
  <inkml:trace contextRef="#ctx0" brushRef="#br0">17044 7560 7815,'-58'-7'149,"1"0"0,-2 1 1,0 0-1,1 1 1,-1 1-1,1 1 1,-1-1-1,2 2 0,1 1 1,0 0-1,0 0 1,1 1-1,0 0 1,0 0-1,0 0 0,0 1 1,0 0-1,0 0 1,0 1-1,1 2 1,1-1-36,3 1 1,1 1-1,-3 2 1,1 2 0,3 2-1,1 2 1,-1 1-1,0 0-183,-1 2 0,0 1 1,-4 6-1,0 2 1,4 0-1,0 2 1,-2 2-1,1 3 1,-4 5-1,1 3 1,1 1-1,1 3 1,-3 6-1,1 2 1,2 0-1,-1 2 1,-1 6-1,2 1 1,0 1-1,2 2 1,-1 4-1,2 1 1,2 1-1,1 0-259,1 4 0,1 1 0,1 3 0,2 1 419,2 1 0,2 2 0,12-24 0,0 1 1,1 1-1,2-2 0,1 0 0,1 0 1,2 1-1,1-1 0,1 2 0,0 1 0,0 1 1,3 0-1,0 0 0,2 0 0,0 1 1,1 1-1,1 1 0,1 0 0,1-1 0,1-1 1,2 2-1,-1 0 0,2 0 0,1 0 1,1-1-1,1 0 0,1 0 278,2 2 0,0-1 0,2 0-394,0-2 1,2 0 0,1 0 0,3-3 0,1-1 0,2 0-1,8 27 1,1-1 0,-6-28 0,1 0 0,2 0 0,12 25-1,2-2 1,3-1 0,3-2 0,1-4 0,3-1-82,0-3 1,3-2 0,3-1-1,2-1 1,2-2 0,0-2 64,3-1 0,2-1 1,-4-7-1,1-1 0,7 0 1,1-1-1,1-4 0,1-3 1,0-4-1,1-3 0,3-1 1,1-2-1,0-3 0,1-2 1,3-1-1,2-2 0,-1-3 1,1-2 190,2-1 1,1-3 0,1-1 0,0-2-130,-4-4 1,1-2 0,7-3 0,1-1 0,-3-2 0,0-2 0,2-3 0,1-3 0,0-1 0,1-3 0,-3-2 0,-1-2-65,-3-1 1,0-3 0,-22 5 0,-1-2-1,0-1 1,26-11 0,-2-3 0,-25 9 0,-1 0-1,1-1-18,0 0 1,0-1 0,-2-2 0,22-15 0,-2-2 0,1-2 0,-2-2 0,-1-4 0,-2-1 0,-24 14 0,0 0 0,0-2-1,-1 0 1,0-1 0,-2-2 0,0 0 0,-2 0 0,0-2 0,16-21 0,-3-2-41,-3 2 0,-2-3 1,-15 20-1,-1-2 1,0-1-1,11-24 1,-1-1 57,-15 23 0,0 0 0,-2-1 0,0 0 0,-2-1 0,-1 0 0,-1-1 0,-1 0 0,-1 0 0,0-1 0,-2 1 0,0-1 0,-1-1 0,-1 1 0,-1-2 0,-1 0 0,-1-2 0,-1 1 0,-1-1 0,-2 1 0,-1-1 1,0 0-1,-2 0 0,0 1 0,-1-1 0,-1 1 0,0 0-422,-1 1 1,0 0 0,-2-1 430,-2-4 0,-3 0 0,-1 1 0,-3-25 1,-5 1-1,1 27 0,-1 0 0,-2 0 1,0 2-1,-1 0 0,-1 1 0,-1 0 1,-2 1-1,-1 1 0,-2-1 0,-1 0 1,-2 1-1,-1 0 0,-1 1 0,-2 0 91,-1 0 1,-2 0 0,0 1 0,-2-1 0,0 1 0,-1 1 0,-3 0 0,-1 0 0,-1 1 0,-1 1 0,0 0 0,-1 2 65,-1 1 1,1 1 0,-3 0-1,-3-2 1,-2-1 0,0 2 0,1 5-1,-1 0 1,0 2 0,0-1 0,-2 2-1,1 0 1,-2 1 0,0 1 0,0 1-1,0 3 1,-1 1 0,0 2 0,0 2-1,-1 1 1,0 1 0,-1 3 0,0 0-1,0 3 85,-1 0 0,-1 1 1,0 3-1,-1 3 1,0 3-1,-1 1-312,0 2 1,1 1 0,0 1-1,-25 0 1,0 3 0,-2 5-1,-1 3 1,2 3 0,1 2 0,-3 4-1,1 3 1,0 6 0,2 3 103,28-5 0,-1 1 0,1 2 0,-3-1 0,1 1 0,0 2 0,0 2 0,1 3 0</inkml:trace>
  <inkml:trace contextRef="#ctx0" brushRef="#br0" timeOffset="1">6934 11647 7940,'-64'37'100,"-5"-1"0,-7 8 0,6 0 0,0 4 0,32-19 0,1 0 1,-2 3-1,-1 1 0,-4 4 0,-1 1 0,-1 2 0,-1 0 1,-2 2-1,-1 0 0,-1 1 0,0 0 0,-2 1 0,-2 1 1,0 0-1,-2 0-137,0-1 1,-1 0-1,-5 6 1,-2-1 30,3-6 0,-1-2 0,-4 6 0,-1 0 1,2-2-1,-1 0 0,1 0 0,0 0 1,-3 1-1,0-1 0,-2-1 0,0-1 0,-2 1 1,-1 0-1,3-2 0,1 0 0,1-1 1,0 0-1,2-4 0,1-1 409,1-2 0,-1-2 0,-1 1 0,0-1-350,6-5 0,1-2 0,2 1 0,1-1 0,1-3 0,2-2 1,3-2-1,2-1 0,2-2 0,2-2 0,-41 6 265,6-7 0,6-5-455,17-7 0,9-1 1,12-5-1,4-6 0,6-7 1,7-7-509,7-4 1,5-7-1,10-1 1,8-1 0,10-1-1,6 2 645,5-1 0,5 3 0,-1 4 0,1 1 0</inkml:trace>
  <inkml:trace contextRef="#ctx0" brushRef="#br0" timeOffset="2">3397 11018 7892,'-21'-9'0,"0"4"140,1 3 0,5 15 0,4 4 0,6 6-36,3 5-96,9 2 0,5 1 1,13 0-1,10-1 1,7-4-1,10-5 0,6-5 117,6-6 0,17-3 1,4-7-1,-38 0 0,1 0-63,1 0 1,1 0 0,5 1 0,0-2-1,-1 1 1,1-1 0,0-1 0,1 0-1,4-1 1,1-1 0,2 1 0,0-1-1,3 0 1,1-1 0,-1 2 0,0-1 148,0 1 0,1-1 0,4-1 0,1 0-260,-1 2 1,0 1 0,3-1 0,0 1 0,-1 1 0,-1 2 0,-2-1 0,0 1-1,0 1 1,0 0 0,-2 1 0,0 1-10,3 0 0,0 0 1,-2 1-1,0 1 1,-2 1-1,0 2 1,-1-1-1,-1-1 1,-2 1-1,0 0 1,-2 0-1,-1 0 1,-2 0-1,1 0 1,-3-1-1,-1 1-582,-1 1 1,-1-2 555,2-3 1,-2 1 0,-7 2-1,-1 0 1,2-2 0,-1 0 0,39 7-1,-6 1 1,-6-5 0,-6-1-585,-11-3 668,5-2 0,-21-2 0,7 0 0,-9 0 0,-4 0 0</inkml:trace>
  <inkml:trace contextRef="#ctx0" brushRef="#br0" timeOffset="3">4403 9541 7966,'33'7'95,"18"1"1,-15 12-1,20 4 1,2 9-1,1 6 1,9 4-1,6 5-346,-35-23 0,2 2 211,4 0 0,-1 2 0,-2 2 0,0 1 0,4 0 0,1 0 0,1 1 0,2-1 0,-1 0 0,1 1 0,2-3 0,1 1 1,0-1-1,0 1-624,3-1 0,0 1 0,-1 0 1,-1 1 684,-2-1 1,0 1-1,0-3 1,-1-1 0,3 1-1,1 0 1,-1 1-1,0-1 1,1 1 0,0 0-1,-1-1 1,-1 1 0,-1-1-1,-1 0 1,-2-1-1,0 1 1,0 0 0,-1 0-1,0-1 1,-1 0 180,-1-1 1,0 0-191,3-1 0,-2 0 1,-6-2-1,-1 0 1,1-1-1,0 1 1,-2-1-1,-1-1 0,33 20 1,-1-5-1,-5-6-12,-6-5 0,-3-5 0,-7-7 0,-2-5 0,-6-7 0,-7-9 0</inkml:trace>
  <inkml:trace contextRef="#ctx0" brushRef="#br0" timeOffset="4">7736 7985 7850,'0'-25'14,"0"4"0,0 4 0,-2 3 0,-1 5 0,-2 11 1,1 12-1,2 14 0,1 10 0,-3 13 0,-1 8 1,1 13-1,1 6 0,1-34 0,0 1 0,0 2 1,-1-1 113,1 1 0,1 2 0,-1 11 0,2 1 0,0-4 0,0 1-22,0 3 0,0 2 0,0 5 0,0 2 0,0 1 0,2 1 0,0 4 1,1 2-1,2 1 0,0 1 0,2 2 0,0 2 0,0-2 0,0 1 1,0 0-1,-2 0-2574,1-1 0,-1-1 2414,0-10 0,0-1 0,1 10 0,-1-1 0,-1-8 0,1-2-114,-2 0 0,1 0 0,-1-2 0,-1-1 1,-1-6-1,0-2 0,0-2 0,1-2 1,1-4-1,-1-2 40,2 38 1,-2-6 0,-1-17-544,5-7 671,2-13 0,8-4 0,0-8 0</inkml:trace>
  <inkml:trace contextRef="#ctx0" brushRef="#br0" timeOffset="5">7673 11065 7772,'-16'0'0,"2"2"0,2 3 0,2 6 356,6-4 0,-1 7 1,10-5-1,4 1 1,1-1-1,1-1 1,1-1-1,2 2 1,0 0-1,-2 3 137,-1 2 1,-2 2-476,1 0 1,2 4-1,-7 1 1,-1-1 0,-2-3-1,-2-1-421,0 0 1,0-1 437,0 1 0,0-6 0,-2-1 0,-3-2 1,-6-3 67,-3-3 0,-1-2-72,-1-5 1,0-2 0,0-8 0,1 0 0,-1 1 0,0-1 0,2-2 0,4-1 0,5-2 0,3 0-253,2-1 207,0-3 1,2-1 0,3 3 0,5 2 0,4 6 0,4-1 0,1 5-45,2 3 0,2 2 95,-2 6 1,-4 7 0,6 4 0,-2 5 0,0 4 0,-2 7-174,-2 2 0,-6 3 0,-2-3 0,-2-2 154,-4-6 1,-1 7 0,-2-2 0,-2-4 0,-3-2 0,-6-6 0,-3-4 0,-1-5 287,-1-3 0,0 3-139,0 1 0,-1-3 1,-2-6-1,-2-4 0,0-2 1,0-3 134,0-2 1,5-4-1,7-1 1,1-2-302,-1 2 1,5-4 0,-1 2 0,5 2 0,5 2-1,6 3 1,5 3 0,3 4-90,2 0 0,5 5-245,-5-3 1,5 5 0,-3 5 0,0 6 0,-1 3 0,-2 2 5,-3-1 0,-6 3 1,-3 1-1,-1 2 509,-3-2 1,-2-1-1,-2-3 1,-2-1 0,-3-2-1,-6-1 1,-3-1 0,-2-1 382,1-4 1,-3 2-321,-3-1 1,4-3 0,-6-8-1,2-4 1,-2-3 0,2-2-221,4-4 0,-6-1 0,11 2-387,0-4 0,6 3 1,1-3-1,5 4 1,7 3-1,7 4-765,5 4 1,8 5 890,-6 1 0,7 7 0,-4 3 0,0 4 0,-1 0 0,-2-2-1,0-1 0,-2-1 1,-6 6-1,-5 0 401,-1-1 1,-1-4 0,-6-1 0,-2 1 0,-3-1 0,-8 1 0,-4-1 873,-4-1 1,0 3-935,5-7 0,-5 1 0,0-6 0,2 0 0,2 0 0,1-2-1060,0-3 1,6-6 955,-1-10 0,8-3 0,-4-8 0</inkml:trace>
  <inkml:trace contextRef="#ctx0" brushRef="#br0" timeOffset="6">32484 13816 7750,'-16'-16'255,"7"8"1,2 2 0,7 12 0,0 4 0,0 4 0,0 3 0,0 4 0,0 6 0,0 2 0,0 4 0,-2 4 0,-1 5 0,-2 3 776,1 3-1084,2-1 0,2 0 0,0-2 0,0-3 0,0-5 0,0-4 0,0-3 0,0-4 0,2-5 0,3-4-1938,6-1 1785,-4-7 1,2-2 0,-6-9-1,2-3 1,-1-6 0,-2-3-642,-2-1 0,0-1 231,0 0 615,-7 1 0,-2-8 0,-7-2 0</inkml:trace>
  <inkml:trace contextRef="#ctx0" brushRef="#br0" timeOffset="7">32436 13847 7750,'0'-15'-35,"0"-1"0,7 5 0,6 3 0,2-1 1,5 2-1,-3 0 1326,2 4-1218,7 1 0,-6 2 1,6 0-1,2 0 0,1 0 1,3 0-1,-1 0 109,1 0 1,4 5-1,1 0-150,-2-1 0,0 3 1,0-2-1,2-1 0,-4-3 1,-3-1-1,-4 0 0,2 2 1,0 1 200,-2 3 1,2-1-61,-7-5 0,0 0 0,-6 0 0,-1 2 279,-3 3 1,1-2-290,-7 8 0,1-6 1,-5 6-1,3 1 1,3 2-1,0 2-384,0-1 125,5 1 1,-5 0 0,4-1 0,-6 3 0,-2 1-1,1 4 6,1 1 1,-1 2 0,-8 6-1,-3-1 1,-2 3 0,-1 0 0,-1 3-1,3-4-368,1-5-133,1 2 0,1-11 1,0 6-1,1-3 1,3-3 590,1-1 0,0-2 0,0-1 0</inkml:trace>
  <inkml:trace contextRef="#ctx0" brushRef="#br0" timeOffset="8">32436 14555 7750,'-8'-7'402,"-6"-2"1,12-1-1,-2 1 1,8 0-1,8 0 1,7-1 0,8 1 1149,2 4-1416,3 3 0,1 2 0,4 0 0,4 0 0,5 0 0,1 0 0,-1 2-74,-5 3 1,5-1-1,-6 6 1,2 1-170,0-3 1,-2 5-1,2-7 1,-5 1-1,-4 0 1,-2-3-1,1-2 1,-3-2-1037,-2 0 0,1-2 527,-7-3 1,0 3-1,-6-5 616,1 0 0,-14 12 0,-4-3 0</inkml:trace>
  <inkml:trace contextRef="#ctx0" brushRef="#br0" timeOffset="9">32484 7073 6112,'8'0'312,"-1"-2"1,-7-3 963,0-5-793,0 3 1,0-2 0,-2 5 644,-3-1-1035,4 0 1,-6 12 0,7 3-1,0 4 1,0 4 0,0 1 0,0 4-1,0 1 1,-2 4 474,-3 2-552,3 8 1,-5-3 0,7 5-1,0 0 1,0 1 0,2 1-1,1-2 110,2-4 0,6 3-288,-6-3 1,5-1 0,-3-7-1,0-3 1,2-3 0,0-2-482,3-3 0,-3-1 0,1-2 0,3-4-1513,1-4 1583,-6-5 573,-1-8 0,-7-1 0,0-8 0</inkml:trace>
  <inkml:trace contextRef="#ctx0" brushRef="#br0" timeOffset="10">32452 7183 7750,'-16'-16'62,"8"1"0,-5-1 0,8 0 0,2 0 0,1 1 0,2-1 1,0 0 832,0 1-678,0-1 0,0 5 1,2 3-1,3-1 1,5 2-1,4-2-52,2 0 1,5 6-1,2-2 1,1 3-1,6 2 1,3 0-1,6 0 1,1-2 605,3-3-758,10 3 1,-3-5 0,6 7 0,0 0-1,-2 0 1,2 0 0,-3-1-102,-4-5 0,5 5 0,-12-5 152,-4 5 0,-3 1 0,-3-2 0,-3-2 1,-3-1-1,-5 2 0,-3 1 0,-2 2 332,-1 0-259,-6 0 0,3 7 0,-6 3 1,-3 4-1,-1 2 0,-2 0 72,0-1 0,0 3-216,0 3 0,0 3 1,0 8-1,0-1 1,-2 1-1,-1 1 0,-3 2 1,3 1-1,1 1 1,2 0-358,0-1 243,0 8 0,0-11 0,0 6 0,0-3 0,0-1 0,0-2 0,0-3-378,0-2 1,5 5 0,1-8 174,-3-1 0,-1-1 0,-2-7 0,0-1 0,0 1 0,0 0 0,0-1-2753,0 1 2696,0-7 381,-7-2 0,-2 0 0,-7 2 0</inkml:trace>
  <inkml:trace contextRef="#ctx0" brushRef="#br0" timeOffset="11">32704 7765 7750,'-23'0'40,"11"0"0,-2 1 0,5 5 1402,5 4-1300,3-3 1,8 5-1,3-5 1,6 0-1,5 0 1,7-3-1,5-3 226,4-1 1,6 0-1,1 0-334,7 0 0,-6-1 0,6-3 0,1-1 0,1 0 0,1 0 0,-4-1 0,-1 3 0,-3 1-481,-4 2 358,3 0 0,-12-5 0,6 0 1,-3 1-1,-1 2 0,-3 2 1,-6 0 26,-3 0 1,-2 0 0,-6 0 235,1 0 1,-4 0-166,-6 0-184,-15 0 0,-9 0 0,-3 2 0,4 2 0,1 1 0,1-2-882,-1-1 1057,0 5 0,-7-5 0,-1 5 0</inkml:trace>
  <inkml:trace contextRef="#ctx0" brushRef="#br0" timeOffset="12">24213 2012 8560,'16'-7'-24,"2"0"1,3-7-1,3 0 1,4-5-1,2-2 1,5-4 0,1 1-1,4-4 1,1-2-1,2-3 1,1-2 0,0-3-1,-1-1 1,3-1-1,1 2 481,-2-1 0,-1-3-445,3 6 0,-1-6 1,-3 5-1,-3 2 0,-1 4 1,-4 3-1,-2 3 0,-3 3 1,-4 2-1,-5 3 25,-4 1 1,-6 6 197,-1-1 0,-8 8-54,-2-2 0,-2 10 0,-8 7 19,-2 7 0,-1 2 0,1 9 0,2 5 0,-1 3 72,2 6 1,-3 8 0,7 8-253,1 6 1,3 0 0,1 8-1,0 3 1,1 3 0,3 4-1,3-4 1,3-3 0,6-5-542,3-3 0,9 0 521,-1-7 0,2 1 0,3 0 0</inkml:trace>
  <inkml:trace contextRef="#ctx0" brushRef="#br0" timeOffset="13">26021 1367 19219,'4'-14'-3480,"5"2"3701,6 2 0,13 6 0,2-3 1,9 2-1,4-2 0,6 0 1,0-2-1,3 1 0,3-5 1,2-1-1,-1 0 0,0 2 0,-2 3-47,-3 3 0,7-5 0,-11 6-217,2 1 0,-2 3 0,-5 1 0,-4 0 0,-3 0-70,-3 0 1,1 7 0,-12 3 0,-2 4 0,-2 3 0,-3 4 0,-3 6 0,-6 4-917,-3 6 1106,-2 3 1,0 9 0,-2 1 0,-3 5 0,-7 0 0,-6 5 0,-3-1-161,2-1 0,1 6 1,3-4 131,-1-1 1,0 1 0,1 1 0,-1 0 0,0-2-248,0 1 0,1-1 0,-1-8 1,2 1-134,4-1 1,-4-4 0,5-4 0,-2-2 0,3-5 0,1-6 0,3-7 0,2-6-991,2-1 0,0 0 325,0-1 1,2-6 970,3-4 0,11-10 0,9-4 1</inkml:trace>
  <inkml:trace contextRef="#ctx0" brushRef="#br0" timeOffset="14">24889 8582 8379,'-7'-16'-101,"-3"0"0,-4 1 1,-2 1-1,2 2 1,2 1-1,2 1 1,-1-1-1,1 2 1,-1 1-1,-1-1 1,0-5-1,1-3 396,6-4 0,3-7 0,2 1 0,0-2-275,0-3 0,7 1 1,2-1-1,1 1 1,1-2-1,1-2 1,0-2-1,1 2 1,-3 2-1,1 2 1,-1-1-1,1 1-5,1-1 0,0-4 0,0-1-2,-1 2 1,1 2 0,7 1 0,2 1-1,0-2 1,0-2 0,2-2 0,1 2-1,4 0-27,2-1 1,1 3 20,1-4 1,-6 5 0,0 4 0,2 2 0,2 0 0,0 0 0,-3 1-1,-2 3 1,-1 1 0,1 0-138,3 0 103,1-7 1,3 9 0,-1-6-1,1 1 1,-1 1 0,2-1 0,4 1-200,5 0 1,2-3 0,-1 5 178,-1 2 1,-5 0 0,5-1 0,0 1-1,-2 4 97,-3 2 0,1 3 1,-1-6-1,-2 2-29,-2 4 1,-2-4-1,1 3 1,-1-3 0,1-1-1,1-1 1,4-2 0,3-1-36,0-2 1,5-5-16,-3 5 0,4-2 1,1 4-1,0-2 1,-1 2-1,-3 3 0,-1 4 1,2 2-1,-1-3 1,-1 1-36,-5 2 34,3-4 0,-7 10 1,4-5-1,-2 2 1,0 2-1,3 0 1,1-2-2,-1-2 0,4 6-87,-5-3 1,12-1 0,-4 2 0,1 2 0,-3 1-1,-1 2 1,0 0 0,-2 0 0,-1 2 0,-4 1 418,-2 2-212,5 8 1,-8-10 0,5 6 0,0-2 0,-2-4 0,2 1-1,0-1 128,2 3 1,6-1 0,-1-5-1,2 0 1,1 0 0,-1 0-1,2 0 1,-5 0 13,0 0-240,2 0 1,-9 0 0,2 0-1,-3 2 1,-1 1 0,-2 4 0,-3 0 19,0 0 1,-8 5-1,2-1 1,-4 3 0,-1 1-1,0 1 1,1 0 0,2 0-123,2-1 2,0 8 0,2-4 1,2 6-1,1-1 0,-2 1 1,-1 3-1,-4 1-209,-1 3 1,-4 4 0,-2 3 305,-2 1 0,-6-3 1,1 3-1,-3 0 0,-4 0 1,-3 4-1,-6-1 0,-4 3 1,-5-1 1213,-1 4-1076,-7 16 1,4-6 0,-7 13-1,-1-1 1,1-1 0,-3 2-1,1-4-300,2-3 0,-9-1 0,8-10 1,-3 2-1,-3 2 0,-2-1 1,-2-1-1,0-3-1557,-2-8 1716,-8 9 1,1-17-1,-7 8 1,-1-4-1,-2-7 1,-4 0 0,-1-5 192,-2-2 0,0 0 0,5-6 0,0-1 1,0-3-1,2-1 0,1 0 0,4-3 1005,2-2-1286,-5 3 0,8-11 0,-5 8 0,0 1 0,1 0 0,-5 2 0,1-1-33,1-1 0,-8 10 0,5-6 0,-1 2 0,3-1 0,1-1 0,1 0 0,-1-1 1122,-1 1-885,5 0 0,-6-6 1,8-1-1,-1 0 0,1-2 1,0 0-1,1-4 185,2-1 1,2-2-235,0 0 1,-1 0-1,1 0 1,0 0-1,0 0 1,0 0-116,0 0 1,-1-2 0,0-1 0,-1-4 112,1-2 0,-2 4 0,8-4 0,-2 0 0,0 0 0,4-3 0,2 0 0,3 0 89,2 1-105,1 1 0,8-6 0,1 2 0,2 2 1,-2 1-1,1-1 0,-3 0 0,3 0 0,-3 1 1,2-1-1,-1-2 455,-1-2-441,-1 1 0,2 2 0,1-1 1,2-3-1,0 0 0,0-3 1,0 1 104,0-2 0,6-2 1,6 4-179,2-2 1,-4-7 0,6 2-1,2-4 1,1-1 0,4-2 0,3-2-1,5-3 1,4-1-52,2 1 88,0 1 1,5 0 0,0 1 0,0-1 0,1 0 0,5 1 0,2 1-15,3 2 0,-1 1 0,2-1 0,2-2 24,2-2 0,7 1 0,-2 4 0,3 1 0,2-1 0,0 1 0,2-1 0,4 1 122,4 0 1,4-1-223,2 1 0,-1 1 0,-1 2 1,0 2-1,3-2 0,1 0 1,1 0-1,-1 4 0,3-1 1,-1 1-1365,-1-4 1141,11 5 73,-19-7 0,18 6 0,-4-8 0</inkml:trace>
  <inkml:trace contextRef="#ctx0" brushRef="#br0" timeOffset="15">25770 8048 8185,'-16'0'273,"7"-7"0,4-4 0,3-3 0,2-2 0,2 1 0,2-3 0,3-1 0,1-4 1731,5-1-1935,1 5 0,-4-11 1,1 4-1,1-4 1,0 0-1,0 1 1,-3 1 25,-2 0 1,0-5 0,-3 8 0,1-1-48,-2 0 0,-1 7 0,-2-2 1,0 3-1,0 2 508,0 1-448,0 6 0,0 9 1,0 12-1,0 7 1,0 8-1,0 2 321,0 3 1,0 4-1,0 3 1,0-1-142,0 1 1,0 4 0,0-3 0,0 1 0,0-1-1,0 0 1,0 4 0,0-2 104,0-2 0,2 2 1,1-4-323,2 2 0,2-3 0,-1 3 0,2-2 0,3-4 0,-1-5 0,1-4 1,-1-1-1,-1-1-571,-2 0 229,5-2 1,-8-7 183,6-4 1,-8-5-52,-2-10 0,-2-4 1,-6-6-1,-1-1 0,2 0 1,-2 0-1,2 1 0,-2-1 1,2 0-1008,0 1 1,-3-1 123,5 0 0,-1 0 1,6 1 1020,0-1 0,0 0 0,0 1 0</inkml:trace>
  <inkml:trace contextRef="#ctx0" brushRef="#br0" timeOffset="16">27389 8048 8276,'-15'8'-16,"-1"-3"-7,7-3 1,-5-2-1,4 0 1,-4 0 0,0-2-1,2-1 1,3-4-1,0-2 1,2-3 747,0-2 1,-3-2-612,4 1 0,-9-1 0,1-2 0,-2-2 0,-3-5 0,1-1 0,1 0 0,1-2 0,0-2 0,1-1 188,-1-1-319,7-6 0,-3 3 0,7-5 0,1-1 0,2 1 0,2-3 0,2-1-267,3 2 346,4-10 1,7 17 0,1-9 0,4 4-1,6 2 1,4-1 0,4 4 161,2 0 1,5-5-205,-6 3 0,8 1 0,0 4 1,4 1-1,7-1 0,1 3 1,1 1-1,1 3 0,1 3 1,2 2 44,1 3-33,11 1 1,-14 1 0,13-1-1,1 0 1,2 0 0,6 1-1,-1-1 203,1 0 1,1 0-136,-4 1 0,-32 7 0,-1 0 0,37-8 0,-1 1 0,-1-1 0,-7 2 45,-1 3 0,1-3 0,-5 6 0,-1-3 0,-3 3 0,-1-1 0,0 2 0,0 0 414,0 3-489,0 3 1,-2 1 0,-2 0-1,-1 0 1,1 0 0,1 1 0,-1 5-95,-1 4 1,-2 4-8,1 2 1,-2 5 0,-8 1 0,0 1 0,0 2 0,-1-1 53,-5 4 0,3 2 0,-7 1 1,-2 1-1,-2 1 0,-3 2 0,-2 3 1,-4 0 257,-1 1-263,-2 5 1,-6-4 0,1 7 0,-2 2 0,-2 1-1,-3 3 1,-2-3-62,-3-1 1,-3-1-98,-1-1 1,0 0-1,0 0 1,-1 0-1,-5-1 1,-4-3 28,-4-1 0,-7-2 0,-2 4 0,-1-2 1,-4 2-1,-4 1 0,-3 0 0,-3-1-362,-2-2 375,-2 0 1,-7 0 0,-2-2 0,-3-2 0,0-3-1,-2 0 1,2 0-320,0 2 1,-4-6 354,6-5 0,-1-5 1,6 4-1,0-2 0,-2-4 1,-2-2-1,-3-1 0,0-2 1,-4-2-1,1-3 80,-3-2 0,-6-2 61,3-5 0,0 0 0,-7 0 0,2 0 0,-2 0 0,0-2 35,1-3 0,-5-2 0,4-7-60,-1-2 0,1 8 0,-5-12 1,-2 1-1,3 2 0,1-2 0,3-2 1,-1-6-1,1-2 368,0-3 1,-2 1-400,9-1 1,-8 1 0,6 0 0,-3 1-1,-2 2 1,5 2-105,6-2 0,-6 0 0,8 0 1,3 3-1,1 3 0,3 3 1,-3 1-1,4 2-295,6 1 525,-3 6 0,15-5 0,-1 3 0,9-1 0,6 0 0,3 0 0,4-4-287,4-3 0,17-9-29,5 2 0,20-4 0,6-3 0,9-4 0,10-5 0,2-1 1,3-1-1,1 4 0,1 1 0,-2 4-3394,-1 2 3561,-9 2 0,5-8 0,-5-1 0</inkml:trace>
  <inkml:trace contextRef="#ctx0" brushRef="#br0" timeOffset="17">29622 7277 8201,'-16'-1'0,"1"-3"0,-1-1 0,0 1 0,2 1 0,2-1 1086,1-1-993,8 0 0,-4 3 1,9-1-1,3-4 0,5-2 1,4-2-1,4 1 0,1 0 1,4-3-1,1-1 382,4-1 0,2-1 0,1 2 0,-1 2-276,-4 1 0,2 2 0,-7-3 1,-2 4-1,-1 1 0,-4 1 0,-2 1 351,-1 0-643,-8 0 0,4 6 0,-7 5 0,2 4 188,3 4 1,-3 9 0,3 3 0,-3 4 0,-2 1 0,0 0-1,0 3 1,0 2 1604,0 6-1580,0-3 1,0 1 0,0-3 0,0 3 0,0 2 0,0-2 0,-2-2 225,-3-3 1,3-2 0,-3 0-317,3 4 1,2-9 0,0 2 0,2-4 0,1-3-927,2-1 1,2 5-1,-3-6-713,1-2 1,2-2-2818,-2-1 4426,-3-7 0,-2-9 0,-9-9 0</inkml:trace>
  <inkml:trace contextRef="#ctx0" brushRef="#br0" timeOffset="18">29528 7670 8077,'0'-15'186,"0"6"1,8 2 0,6 7 0,7 0-1,4 0 1,3 0 0,1 0 1205,3 0-1229,6 0 0,-8-5 0,5-1 0,0 1 0,-2 0 0,2-2 0,0-2-82,2-3 1,5 3 0,-4-1 0,0-2 0,3-2 0,-1 0 0,2 1 0,-2 5-3002,-3 1 1998,-4 1 922,-2 6 0,1 0 0,-1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5.420"/>
    </inkml:context>
    <inkml:brush xml:id="br0">
      <inkml:brushProperty name="height" value="0.053" units="cm"/>
      <inkml:brushProperty name="color" value="#FF0000"/>
    </inkml:brush>
  </inkml:definitions>
  <inkml:trace contextRef="#ctx0" brushRef="#br0">3286 8582 8461,'-1'-14'1668,"-5"3"-778,5 4 1,-6 6 0,7-1 1787,0 2-2517,0 3 0,0 15 1,-2 1-1,-1 6 1,-3 4-1,3 8 1,1 3 396,2 2 1,0 0-741,0 5 0,0 7 1,2 4-1,1 0 1,4-3-1,0-4 1,2-2-1,-2-4 1,2-1-1,-2-2-846,0-2 1,3-1 678,-5-8 0,2-5 1,-3 0-1,1 1 1,-1-3-567,-3-3 1,-1-4 509,0-1 0,0-9 0,0-9 0,0-10 0,0-11 0,0-6 405,0-10 0,0 1 0,0-4 0,0 0 0,0-12 0,0-2 0</inkml:trace>
  <inkml:trace contextRef="#ctx0" brushRef="#br0" timeOffset="1">3255 8535 8106,'0'-16'224,"-5"0"0,-2 1 1,0-1-1,0 0 1,3 0 3550,3 1-2951,-6 6 1,5 0 0,-2 6 57,8-2 0,-1-1-752,8 6 1,1 0 0,9 0 0,3-1 0,4-3 0,2-1 0,7 0 0,5-1 0,7-1 0,0 0 961,-1 0-1013,14 2 1,-10 0 0,9 0 0,-3 1-1,-2 2 1,1 2 0,1 0 23,0 0 0,-8 0 0,5 0-290,-1 0 0,-5 0 0,1 2 0,-4 2 0,-4 1 0,1-2 0,3 1 0,1-1 1,-2 3-1376,-3-3 1488,4-1 0,-8-2 1,6 0-1,-4 0 0,-2 0 1,-3 0-1,-2 0 37,-1 0 0,-1 0 475,1 0 0,-2 0 0,-3 0 0,-2-2 0,-1-1 0,-1-3 638,0 3 0,0 1-732,-3 2 0,-2 0 0,3 0 1,-5 2-1,-4 1 10,-2 3 1,-6 6-249,1-2 1,-3 4 0,-2 2 0,0 0 0,-2-2 0,-1 0 0,-3 1 0,3 6 471,1 2-552,-5 0 0,5-6 1,-3 2-1,3 4 1,2 2-1,0 3 1,0 1 14,0 3 1,0 1 0,0 2-2,0 1 0,0 8 1,0-4-1,2 4 1,2 1-1,1 6 1,-2 1-1,1 3 1,-1-5 208,3-1 0,4 2-998,-5-4 0,6 4 1,-6-11-1,0 0 0,1-3 1,0-4-234,3-2 1,-5-6 0,3-4-479,0-4 1,-6-1 0,3-2 0,-8-6 1459,-6-8 0,-11-7 0,-3-8 0</inkml:trace>
  <inkml:trace contextRef="#ctx0" brushRef="#br0" timeOffset="2">3459 9604 7743,'-7'8'642,"4"5"1,-6-6-1,2 1 1809,4 4-2214,1 2 0,4-5 0,3-2 1,5-2-1,6 1 0,5-3 0,5-1 579,4-2 0,3-5 0,4-2 0,5-2-445,3-3 1,9 3 0,6-1 0,4-1 0,8 2 0,5 2-1,7 2 1,3 0 180,-42 3 0,-1 0 0,1 1 0,1 1-562,4-1 0,0 2 0,-2 1 0,0 1 0,2 0 0,-1 1 0,0 0 0,-2 1 0,1 0 0,-1 0 0,-1 0 0,0 1-453,-1-1 0,-1 0 0,1-2 0,0-1 0,33 9 1,-6-1 5,-6-1 1,-5 5-1,-1-5 1,-4 1 0,-4-1-1,-7 0 1,-4-2 0,-6 0-116,-4-4 0,2 4 1,-12-2-1318,-2-1 1,-1-3 1888,-2-1 0,-8-6 0,-1-3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5.513"/>
    </inkml:context>
    <inkml:brush xml:id="br0">
      <inkml:brushProperty name="height" value="0.053" units="cm"/>
      <inkml:brushProperty name="color" value="#FF0000"/>
    </inkml:brush>
  </inkml:definitions>
  <inkml:trace contextRef="#ctx0" brushRef="#br0">19827 1682 5978,'-9'9'858,"4"5"2439,3 5-2934,2 9 0,0 3 1,0 13-1,0 5 0,0 7 1,0 5-1,2 9 0,3 5 1,5 3-1,4 1 0,2-2-60,0-4 1,0-8 0,-1-10 0,3-2-765,3-8 1,-4-6 0,4-11 0,-3-4-1,-3-3 1,1-7 0,-2-9-797,-3-8 0,1-11 0,-7-11 0,-1-3 1257,-3-5 0,-8-9 0,-1 2 0</inkml:trace>
  <inkml:trace contextRef="#ctx0" brushRef="#br0" timeOffset="1">19874 1886 7686,'-18'-16'302,"-1"1"1,-2-1-1,2 2 1,2 2-1,3 1 1,1 1 0,5-1-1,1 1 3136,3-2-3314,2-2 1,2-2 0,2 2 0,3 2-1,8 1 1,6-1 0,7-2-194,4-2 1,3 2 0,2 2 0,3 3-209,2 2 0,2-3 1,6 5-1,-1 1 1,0 3-1,-2 2 1,-1 3-1,-4 3-1262,-1 1 1481,4 3 1,-15 12 0,2 1 0,-6 2 0,-6 0-1,-6 2 1,-7 2 60,-3 2 0,-9-1 0,-5 0 1,-7-1-1,-9-2 0,-7-2 1,-5 0-1,-2-1-345,0-4 0,3-9 0,-1-3 1,7-2-620,3-4 1,-1-1 588,10-2 0,7-7 372,9-3 0,-4-11 0,0-4 0</inkml:trace>
  <inkml:trace contextRef="#ctx0" brushRef="#br0" timeOffset="2">20833 1195 8093,'-16'-9'3028,"6"2"-1880,-1 7-1013,1 7 1,1 3 0,2 11 0,2 7 0,-2 7 0,0 9-1,-2 6 164,0 8 1,6 1 0,-2 3 0,3-1-507,2 3 1,0 3 0,2-6 0,3-4 0,7-4 0,7-6-1,8-5 1,2-5-1852,3-4 0,1-4 1522,4-2 0,-1-5 536,1-6 0,7 0 0,-11-1 0</inkml:trace>
  <inkml:trace contextRef="#ctx0" brushRef="#br0" timeOffset="3">21210 1666 7973,'-10'-23'0,"-1"6"1603,-1 5-1175,5 1 0,-5 1 0,7-1 676,1-1-1019,2-2 0,11 5 0,7 4 0,8 3 0,6 2 0,2 0-305,-1 0 1,0 0-1,3 0 1,-1 0 0,0 0-1,-5 0 1,-2 2-1,-3 3-1700,0 6 1888,-2 3 1,-13 2 0,-2 1 0,-5 2-1,-1 4 1,-3 1 0,-6 4-3,-7 2 1,-8-4 0,-1 0 246,-4 2 0,1 0 0,-9-2 1,4-3-1,1-2 0,3 0 1,1-2-1,3-3-1303,3-6 613,8 4 1,8-12 476,12 3 0,2-10 0,8-4 0</inkml:trace>
  <inkml:trace contextRef="#ctx0" brushRef="#br0" timeOffset="4">21698 1698 7686,'-16'-7'788,"-5"3"1,0-5 0,2 2-1,1 2 1,3 0 0,-1 0 2309,0 1-2988,1 2 1,-1 2 0,2 2 0,2 3-1,1 6 1,1 3 0,-1 3-209,1 4 0,6 4 1,-1 8-1,3 2 1,2 1-1,0-1 1,2-3-1,3-6-2776,6-5 2061,10 3 1,0-13 0,8-1 0,6-6 812,4-4 0,3-14 0,5-4 0</inkml:trace>
  <inkml:trace contextRef="#ctx0" brushRef="#br0" timeOffset="5">21792 1163 8369,'-16'0'1531,"1"0"0,8 0 0,7 0-223,8 0-1073,6 0 0,9 7 0,5 4 0,7 3 0,7 3 0,3 4 0,2 5-167,1 4 1,-1 8-1,-2 6 1,-3 7-1,-5 4 1,-6 3 0,-4 0-1,-7 1-3845,-2 2 3217,-2 2 0,-8 0 1,-2-2-1,-6-2 1,-7-1-1,-7 1 560,-6 3 0,-14 0 0,0 1 0</inkml:trace>
  <inkml:trace contextRef="#ctx0" brushRef="#br0" timeOffset="6">24748 1556 7686,'-7'-2'133,"3"4"1,-4 16 0,1 2 0,3 7-1,3 4 1,1 8 0,0 8 0,1 10 0,4 8-1,4 7 1,2 3 0,-1 7 0,1 5 0,-6-41-1,0 1 1,0-1 0,1 0 2709,6 41-3252,2-4 0,0-14 0,-2-6 0,-1-10 1,-1-10-1,0-8 0,1-9 0,1-10 409,2-9 0,2-26 0,0-7 0</inkml:trace>
  <inkml:trace contextRef="#ctx0" brushRef="#br0" timeOffset="7">24669 1776 7686,'-15'-24'493,"-1"1"0,2 12 1,2 1-1,3-2 0,2-4 1804,3-5-2197,3 4 1,8-6-1,5 7 1,7 2-1,9 4 1,7 3-1,7 2-252,3-1 1,10 1-1,2 5 1,3 0 0,-1 2-1,-5 5 1,-3 7 0,-8 7-1209,-2 3 1257,2 2 0,-16 6 0,-1-1 0,-9 2 0,-6 2 0,-6 2 0,-3-2 310,-2-2 1,-7-1 0,-6-1-149,-6 0 1,-5-6 0,-8-4 0,-1-4 0,-2-3-1,-1-3 1,-1-4 0,0-2 0,0 0-565,3-1-182,-7-3 0,13-6 1,-1-2 686,4-1 0,4-3 0,6-5 0</inkml:trace>
  <inkml:trace contextRef="#ctx0" brushRef="#br0" timeOffset="8">25770 1069 8710,'-7'16'543,"-2"-1"0,-7 8 1,1 3-1,-1 6 0,0 6 1,-1 9-1,-2 7 1343,-2 2-1795,-7 19 0,10-14 0,-3 16 0,6-2 0,4-3 0,6 1 0,7-5-546,8 1 1,2-10-1,16-7 1,5-5 0,8-5-1,2-5 1,1-6 454,-2-4 0,0 2 0,5-4 0</inkml:trace>
  <inkml:trace contextRef="#ctx0" brushRef="#br0" timeOffset="9">26021 1745 7686,'-15'-9'342,"4"-3"1,1 6 0,-1 1 0,1 0-1,1-2 883,2-2-993,-5 6 1,10-11-1,-3 3 1,5-1-1,3 0 1,4 1-84,2-1 1,7 3 0,7 1-1,1-1-311,4 0 1,7 4-1,3-4 1,3 2-1,2 4 1,3 1-1,-1 2 1,-1 2-896,-2 3 0,-7 0 889,1 11 1,-10-4 0,-6 11 0,-6 0 0,-6 3 0,-2 5 199,-8 6 1,-12 1 0,-14 6 0,-7-4 216,-7-1 1,-3-3-1,-3-6 1,3-4-1,1-5 1,4-5 0,4-4-1,6-3 825,7-2 1,6-2-1366,1-5 1,7-2 0,4-3-1,5-5 1,7-4 0,7-2 290,5 0 0,9 0 0,-3 1 0</inkml:trace>
  <inkml:trace contextRef="#ctx0" brushRef="#br0" timeOffset="10">26792 1525 7686,'-37'0'0,"1"0"717,-8 7 1,9 1 0,-5 8-1,1 0 1,6-2 0,3 0-1,6 0-82,1 3 0,4 2 0,9-3 0,4 0-543,5 0 1,1 6 0,3 3 0,8 1 0,9-2 0,8 1 0,7-3-1,6 1-1659,6-4 1,3-1 410,-2-2 0,4-6 1,2-1-1,-1-2 1156,-5-4 0,3-1 0,-11-2 0</inkml:trace>
  <inkml:trace contextRef="#ctx0" brushRef="#br0" timeOffset="11">27389 1085 7686,'-7'-9'1081,"6"2"0,-6 9 1,7 5-1,0 7 1929,0 5-2787,0 16 1,5-6 0,2 17 0,2 8-1,3 9 1,2 12 0,2 5-229,-1 6 0,1 1 1,-8-40-1,0 0 1,0 0-1,-1-1 1,1-1-1,0-1 1,8 38-1,-2-7 1,-2-8-3765,-1-8 3562,-1-5 0,8-17 1,1-4-1,2-2 1,-2-6 206,-2-6 0,6 7 0,2-8 0</inkml:trace>
  <inkml:trace contextRef="#ctx0" brushRef="#br0" timeOffset="12">27861 1540 7686,'-7'-8'1403,"0"-6"1,-3 3 247,4-3-1536,12 5 0,2-5 0,10 6 0,3-3 0,5 3 1,5 1-1,4 3 122,2 2 1,12 2 0,-2 0 0,2 2-270,0 3 1,2 4 0,-2 9 0,-6 1-1,-3 3 1,-5 3 0,-3 5 0,-8 3-423,-8 3 0,-7 3 504,-9-2 0,-7 1 0,-6 6 0,-6-4 1,-9 0-1,-5-3 0,-5-1 0,-1-3 1,-1 1-1,2-6 1414,-1-6-1286,2 3 0,13-8 0,3 2 0,4-6 1,3-6 37,3 0 0,8 0 1,11 3-343,8-5 1,12-3 0,4-2 0,9 0 0,10 0 0,7 0 0,3 0-1,4-2 1,-1-1-1369,-1-2 1,7-1 846,-12 6 1,3 0 0,-12 0-1,-6 0 1,-4 0-2361,-10 0 3007,-4 0 0,-23 0 0,-4 0 0</inkml:trace>
  <inkml:trace contextRef="#ctx0" brushRef="#br0" timeOffset="13">28018 1745 9765,'7'-9'732,"9"2"1,12 9 0,7 1 0,9 2 0,8-1 0,11-1-146,8 3-685,13-5 0,-2 6 0,8-5 0,-46 0 0,1 0 0,42 3 0,-7-2 0,-10-1-5329,-12-2 5427,-7 0 0,-11 0 0,-2 0 0</inkml:trace>
  <inkml:trace contextRef="#ctx0" brushRef="#br0" timeOffset="14">28867 975 9079,'14'15'4129,"7"1"-3654,14 0 0,7 5 1,9 1-1,5 3 1,3 3-1,7 3 1,3 6 294,0 5 0,-2 8 0,-8 5-765,-1 0 0,-13 5 0,-1 8 0,-7 5 0,-9 4 0,-6 2 0,-8-1 0,-7 1 0,-7-2-2545,-5-4 0,-12 2 1354,-15-7 1,-1-7-1,-11-8 1,-3-6 1185,-4-5 0,-15-4 0,1-6 0</inkml:trace>
  <inkml:trace contextRef="#ctx0" brushRef="#br0" timeOffset="15">1824 3175 8158,'-7'42'519,"-3"0"-511,-11 14 0,9-11 1,-4 20-1,2 15 1,7-31-1,0 3 1,-1 12-1,0 3 0,0 10 1,-1 4-1,2-20 1,1 3-1,0 1 1,-2 6-1,0 2 0,1 1 1,-1 9-1,0 3 1,-1 0-1,3-17 1,-1 1-1,-1 1 0,1 0 1,0 7-1,0 1 1,-1 0-1,1 1 1,-1 3-1,0 1 1,1 1-1,0 1 0,1-12 1,1 1-1,-1 2 1,1 0-1,1 0 1,-1 4-1,1 0 0,0 0 1,1 2-1,0 0 1,0-9-1,1 1 1,-1 0-1,1 1 0,1 0 1,-1 0-1,1 0 1,0 0-1,1 0 1,-1 0-1,1 1 0,0 0 1,0 2-1,1 0 1,-1 1-1,1 0 1,1-1-1,-1 1 1,1-2-1,0 0 0,1 0 1,0 1-1,0-1 1,0 0-511,0 2 0,1-1 0,-1 0 0,1 0 1,1 1-1,0 0 0,1 2 0,1 1 1,0 0-1,1 0 0,0-1 0,0-1 445,0-3 0,0-1 0,1 0 0,0-1 1,0 1-1,0-1 0,1 2 0,-1 1 0,1 0 1,0-1-1,0 0 0,1-2 0,1 11 1,0-1-1,1-1 0,0 0 0,0-1 0,-1-3 1,1-1-1,-1 0 0,1-1 0,0 1 0,-1-4 1,1 1-1,-1-2 0,1 1 0,-1-2 1,4 15-1,-1-1 0,-1-1 0,1 1-19,-2-3 0,0 0 0,0-1 0,0 0 0,1 0 0,0 0 0,0-1 0,-2-2 0,-1-5 0,-1-2 0,-1 0 0,0-1 0,-1-2 1,1-1-1,-1 0 0,0 0 105,0-2 0,0 0 1,0-1-1,-1 1 0,1 0 1,-1 0-1,0 1 0,-1-2 1,3 21-1,0-1 0,0 0 1,-2 0-1,0-1 0,0 0 1,-2-1-1,1-1 0,-2 0 1,0-3-1,0 0 0,-1 0 1,-1-3-1,1 0 1,-1 0-1,0-4 0,-1 0 1,1 0 154,0-3 1,0 0-1,-1 0 1,1-5-1,0-1 1,0-1-208,-2 21 0,0-2 0,0-4 0,0-3 0,0-8 0,0-3 0,0-4 0,0-3 1,0-8-1,0-2 0,0 25-219,0-24 0,12-23 0,5-29 242,6-22 0,-4-5 0,4-31 0</inkml:trace>
  <inkml:trace contextRef="#ctx0" brushRef="#br0" timeOffset="16">2107 3206 7628,'53'-32'0,"-1"0"0,3-1 0,2 1 44,4 0 0,2 1 0,10 1 0,2 3 0,2 6 0,0 3 1,4 3-1,1 4 135,2 3 1,3 4-304,-16 3 1,4 2-1,-1 2 1,-6 2 0,-1 1-1,2 1 1,13 2 0,2 2-1,0 0 1,-1 2 0,1 1-1,-1 1 1,2 1-1,-1 0 1,2 1 0,-19-3-1,0 0 1,0 0 0,1 0-1,1 0 1,1 1 0,0-1-1,1 1 80,0-1 0,1 1 0,1 0 0,1 0 1,5 1-1,2 0 0,0 0 0,-1-1 0,-2-1 1,-1-1-1,1 0 0,0-1-61,3 1 0,1 0 1,0 0-1,0-1 0,-1-1 1,1 0-1,0-1 0,1 0 1,-12-3-1,0 1 1,1-1-1,0-1 0,0 1 1,2-1-1,0 0 0,1-1 1,0 1-1,-1-1 1,2-1-1,0 0 0,-1 0 1,1 0-1,0-1 83,1 0 0,1 0 1,-1-1-1,0 0 0,0 0 1,0 0-1,-1 0 1,1-1-1,-1 0 0,1 0 1,1-1-1,0 0 0,0 0 1,1-1-1,-1 0 1,1 1-1,0-1 0,1 0 1,-1 0-1,1-1 44,2 0 0,0 0 1,1 0-1,0 0 1,-1 0-1,1-1 1,0 0-1,1 1 1,-1-1-1,0 0 0,0-1 1,0 1-1,0-1 1,0 1-1,-1-1 1,-1 1-1,1-1 1,-1 0-1,-1 0 1,1 0-1,0 0 0,0-1 1,0 1-1,-1-1 1,1 0-1,0 1 1,-1-1-1,1 1 1,-1-1-1,1 1 1,2-1-1,-1 0 0,1 0 1,-1 0-1,1 0 1,-1 0-1,0 1 1,-1-1-1,1 1 1,0-1 46,-1 1 0,0-1 0,0 1 0,-1-1 1,0 1-1,-3 0 0,0-1 0,0 1 1,-1 1-1,0-1-45,-3 2 1,1 0 0,-1 0 0,0 0 0,1 0 0,1 0 0,1 1 0,-1-1 0,1 1 0,-1 0 0,-3 1 0,0 0 0,0 0 0,-1 0 0,0 0 0,17 0 0,-1 0 0,0 0 0,0 0 0,0 0 0,-1 0-1,1 1 1,-2 0 0,-5 0 0,0 0 0,-1 1 0,-1 1-60,-2 0 1,-2 1 0,0 0-1,-1 0 1,1 2 0,1-1-1,-2 2 1,-1 0 0,15 4-1,-2 1 1,0 2 0,-1-1-1,-1 1 1,0 1 0,-4-1-1,-1 1 1,-1 1 0,-5-1-1,-1 1 1,-1 0 0,-3 0-1,0 0 1,-2 1 0,-3 0-1,-1 0 1,-1 1-333,-1 1 0,0 0 1,-2 1 351,25 10 0,-3 1 0,-8 0 0,-2 1 0,-6 0 0,-1 1 0,-3 0 0,-2 2 0,-3 1 0,-2 3 0,-3 1 0,-2 2 0,-3 2 0,-2 1 186,-4 0 1,-3 3-1,-2 1 1,-3 3-1,-2 3 1,-2 2-100,0 6 0,-5 3 0,-4 2 0,-4 4 0,1 11 0,-3 3 0,-6-27 0,0 0 0,-1 1 0,-2 3 0,0 0 0,-1 1 0,-1 5 0,0 1 0,-2 1 0,0 4 0,-2 0 1,0 2-1,-2 6 0,-2 2 0,1 0 0,0-17 0,0-1 0,0 2 0,0 0 90,-1 2 0,0 0 0,1 1 0,-2 2-177,0 6 0,-1 2 1,1 0-1,-1 0 1,0-1-1,1 0 1,-1 0-1,0 1 1,2-10-1,-1 0 1,1 1-1,-1 0 1,1 1-1,1 1 0,0 0 1,0 1-1,0-1 1,1 1-1,-1-1 1,1 0-1,1 1 1,-1-1-1,2 1 1,-1 2-1,1-1 1,0 2-1,1-1 0,-1-1 1,1 0-1,1 0 1,-1-1-1,1 1 1,0-1-136,1-1 1,-1 0 0,1 0 0,1 0 0,-1 0 0,0 3 0,1 1-1,-1-1 1,1 1 0,0-1 0,0-3 0,0 0 0,1 0-1,-1-1 1,1 0 114,0 0 0,0-1 0,0 1 0,0-2 0,0 0 0,1 13 0,0-2 1,0-1-1,1 2 0,0 2 0,1 2 0,-1-1 0,1-1 0,-1-1 0,0-1 1,0 0-1,0-1 0,0-4 0,-1-1 0,0 0 0,0-1 0,0 1 1,0 0-1,-1-1 0,1-1 0,-1-2 0,0-1 0,0-1 0,-1 1 0,1 1 1,-1 1-1,1-1 0,-1 0 0,0-3 0,0-1 0,0 0 0,0 0-133,0-2 1,1 0 0,-1 0 0,-1 1 129,-1 5 1,-2 2 0,0-1 0,0-3-1,0 7 1,0-2 0,-2 1 0,-3 7-1,-1 1 1,-2-1 0,-1-4 0,0-2-1,-2-1 1,1-5 0,-2-2 0,-1 0 37,0-4 0,0-1 0,-1 0 0,0-2 0,0-1 0,0-2 0,-8 21 0</inkml:trace>
  <inkml:trace contextRef="#ctx0" brushRef="#br0" timeOffset="17">2941 15639 8345,'47'0'2277,"10"0"-2297,26 0 1,-34 0 0,3 0 0,9 0-1,4-2 1,9 1 0,4-1 0,-20 0 0,3 1-1,1-1 1,9 0 0,1 0 0,2 1 0,4-2-1,1 0 1,1 0-844,4-2 0,0 0 0,2-1 1,-17 0-1,1-1 0,1-1 1,0-1 870,2 0 0,0-1 0,0-1 0,2-1 0,5 0 0,1 0 1,1-1-1,-1 0 0,1-1 0,-2 1 0,2-1 0,-1 1 1,4-1-1,0 0 0,0 1 0,1 0 0,-14 2 0,0 0 0,1 0 1,0 0-1,0 0 0,1 1 0,-1 0 0,1 0 0,0 0 1,0 0-1,1 0 0,1 0 0,-1 1 0,1 0 0,-1 0 1,1 0-1,0 0 0,-1 1 0,1 0 0,1 0 0,0 0 0,1 0 1,1 1-1,-1 0 0,1 0 0,0 0 0,0 1 0,0-1 1,1 1-1,-1 1 17,2-1 0,-1 0 1,1 1-1,-1 0 0,0 0 1,-1 1-1,-1 1 0,0 0 1,0 0-1,1 1-11,-2 0 0,0 1 1,0 0-1,1 0 0,0 0 1,4 0-1,1 0 1,0-1-1,1 1 0,-2-1 1,0 1-1,0 0 1,0 0-1,-1 0 0,1 0 1,1 1-1,0-1 1,-1 1-1,1-1 0,0 1 1,0 1-1,0-1 1,0 1-1,0 0 0,-1 0 1,-1 1-1,0-1 1,0 2-1,-1-1 0,1 0 40,-2 1 0,-1-1 0,0 1 0,1 0 0,0 0 0,4 1 1,1 1-1,0-1 0,0 1 0,0 0-43,-2 0 0,0 0 0,0 1 0,-1-1 0,1 0 0,0 1 1,1-1-1,0 1 0,-1 0 0,0-1 0,-2 1 0,0-1 0,0 1 1,-1 0-1,0-1 0,-1 0 0,0 1 0,0-1 0,-1 0 0,0 0 1,0 1-1,1 0 0,-1 0 0,-1 0 0,1 0 0,-3 0 0,0 1 1,0 0-1,0-1 0,0 1 0,0 0 0,1 1 0,-1-1 1,0 1-1,-1-1 0,15 2 0,0-1 0,-1 1 0,0 0 0,0 0 1,1-1-1,-1 1 0,0 0 0,-4-1 0,0 1 0,-1 0 0,0 0 47,0 0 0,-1 0 1,0 0-1,0 0 1,1 1-1,0-1 1,0 0-1,-3 0-83,-7-1 1,-2 0 0,0-1-1,1 1 1,4 1 0,1 0 0,0 1-1,-2-1 1,13 3 0,-1 0 0,-1-1-1,1 0 1,0-1 0,-1-1 0,-3-1-1,0-1 1,-1 0 0,-6 0-1,0-2 1,-2 1-109,-3 0 1,-2-1-1,0 0 1,-1-2-1,-2 0 1,-1-1 0,21 1-1,-2 0 1,-6-2-1,-2-1 133,-6 0 0,-2 0 0,-2 0 0,-2 0 0,-8 0 0,0 0 0,-2 0 0,0 0 0</inkml:trace>
  <inkml:trace contextRef="#ctx0" brushRef="#br0" timeOffset="18">8286 8063 7664,'-1'-15'152,"-3"-1"1,-3 2-1,0 2 1,-2 3 0,1 0-1,-5 2 1,-1 0-1,-1 4 1,-1 1 2519,0 2-2528,8 0 1,1 2-1,7 3 1,1 5 0,3 4-1,3 4 1,0 5-1,0 8 1,-4 11 239,-1 9 0,-2 13 0,0 13-346,0 5 0,0-37 0,0 1 1,0 43-1,-1-43 0,0 1 0,0 0 1,-1 0-162,-1 0 0,0 0 0,1 0 0,-1 0 0,3 0 1,0-1-1,0 40-187,0-13 1,7 0 0,4-13 0,3-3 0,1-3 0,1-8 0,0-8 0,0-6-835,-1-6 0,-1-3 856,-3-8 0,3-6 0,-6-5 1,1-10 287,-4-9 0,-10-8 0,-4-9 0</inkml:trace>
  <inkml:trace contextRef="#ctx0" brushRef="#br0" timeOffset="19">8050 7985 7667,'-7'-16'579,"6"5"1,-5 1 0,5-2 0,2 0 1496,5 1-1882,2 4 1,15 2-1,3 0 1,6 1-1,5 1 1,6-1 0,8-3 84,6-2 1,10 4-1,5-5-329,4-3 0,-9 5 0,8-1 0,2 0 0,-2 2 0,3-1 1,-4-1-1,-1-2 0,-5 1-443,-3-1 0,1 6 404,-8-5 0,-6 6 1,-4-1-1,-10 3 0,-7 2 1,-4 0 136,-6 0 0,-6 2 0,-2 1 161,-3 3 0,-5 6 0,4-2 0,-2 4 1,-3 2-1,-3 0 0,-1 1 0,-1 4 1189,-5 5-1285,5 4 1,-8 3 0,5 4-1,-1 7 1,2 6 0,1 10 0,2 4-189,0 4 0,0 16-48,0-5 1,0-33-1,0 0 1,0 36-1,0 4 1,2-2 0,3-6-249,5-4 0,-1 8 0,2-5 0,1 0 197,2-2 1,-4-16 0,1-1-1,-1-8 1,1-4 0,-3-6-1,-1-7 1,-3-7-405,-2-3 1,-2-7-1,0-6-438,0 2 0,-4-5 1016,-6-1 0,-8-5 0,-13-1 0</inkml:trace>
  <inkml:trace contextRef="#ctx0" brushRef="#br0" timeOffset="20">8271 9431 7807,'-25'0'736,"-5"0"1,18 0-1,-2-2 1,7-2 0,11-3-1,8 0 2760,7 0-3213,16 2 0,2 5 0,19 0 1,10 0-1,9 0 0,9 0 1,3 2-111,-42 0 1,0 1 0,3 0 0,1 1 0,3 2 0,-1-1-157,0-2 1,0-1-1,-4-1 1,0 0-1,2-1 1,0 0-1,-2 0 1,-2 0-1,41 0 1,-6 0 0,-8 0-1,-6 0 1,-6-2-2558,-8-3 0,-1 3 1,-14-3 1486,-2 3 0,-9-3 0,-5-1 1053,-4 3 0,-1 8 0,0 4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5.554"/>
    </inkml:context>
    <inkml:brush xml:id="br0">
      <inkml:brushProperty name="height" value="0.053" units="cm"/>
      <inkml:brushProperty name="color" value="#FF0000"/>
    </inkml:brush>
  </inkml:definitions>
  <inkml:trace contextRef="#ctx0" brushRef="#br0">1658 18162 7768,'-12'13'0,"2"-1"0,2 1 0,3 1 0,3 3 0,5 0 0,8 3 0,8-4 96,10 3 0,13-7 1,-17-8-1,1 0 0,3-2 1,3-1-1,3 0 0,2-2 1,3 0-1,1-1 1,-12 1-1,2-1 0,-1 0 1,2 0-1,1 0 0,-1-1 1,4 1-1,0-1 1,0 0-1,1 1 0,0 0 1,1-1-1,2 1 0,1 1 1,0-1-1,1 1 1,-1 0-1,2 1 0,1-1 1,0 1-1,0 0 0,1 0 1,-1 0-1,0 0-124,-9 0 0,-1 0 1,1 0-1,0 0 0,1 0 1,0 0-1,0 0 0,0 0 1,2 0-1,0 0 1,0 0-1,0 0 0,0 0 1,-1 0-1,1 0 0,-1 0 102,2 0 1,-1 0 0,1 0 0,0 0-1,2 0 1,1 0 0,0 0 0,-1 1-1,-1-1 1,0 0 0,-1 1 0,1-1 0,1 1-1,-1 0 1,1-1 0,0 1 0,2-1-1,1 1 1,0-1 0,-1 1 0,0-1 0,1 0-1,-1 0 1,1 1 0,-8-1 0,0 0-1,0 0 1,1 0 0,-1 0 0,0 0 0,-1 0-1,1 0 1,0 0 0,0 0-2,1 0 0,1 0 1,0 0-1,0 0 1,-1 0-1,1-1 0,0 0 1,1-1-1,-1 1 1,0-1-1,1 1 0,0-1 1,0 1-1,0-1 1,0 1-1,0-1 0,0 0 1,0 0-1,0 0 1,-1 0-86,1 0 0,-1 0 0,1-1 1,0 1-1,0 0 0,1-1 1,2 1-1,-1 0 0,0 0 1,1-1-1,-2 1 0,0-1 1,1 0-1,-1 0 0,0 0 1,1 1-1,0-1 0,0 1 1,1-1-1,-1 1 0,0 0 0,0-1 1,0 1-1,1 0 0,-1 0 1,-1 0-1,1 0 0,-1 0 1,1 0-1,-1 0 0,1 0 1,0 1-1,0-1 0,-1 0 1,1 0-1,0 1 0,0-1 1,-1 1-1,1-1 0,0 1-70,1-1 0,0 0 0,0 1 0,-1-1 0,1 1 0,0-1 0,0 1 0,-1-1 0,1 1 0,-1 0 0,-1-1 0,1 1 1,-1 0-1,0 0 0,0 0 0,0-1 0,-1 1 0,1 0 0,-1 0 0,0 0 0,0 0 0,0 0 0,0 0 0,0 0 1,0 0-1,0 0 0,-1 0 0,0 0 0,1 0 0,-1 0 0,1 0 0,0 0 0,-1 0 0,1 0 0,-1 0 0,0-1 1,0 1-1,0 0 0,0 0 0,0-1-367,-1 1 0,1 0 0,-1-1 0,0 1 0,0 0 425,-1-1 0,0 1 0,-1-1 0,1 0 0,-1 1 0,9-2 0,-1 1 0,0-1 0,0 0 0,-1 1 0,0-1 1,0 0-1,0 1 0,0-1 0,0 1 0,0-1 0,0 1 0,-2 0 0,0 0 0,0-1 0,-1 1 0,0 0 1,0 0-1,0 0 0,-1 0 0,-2 1 0,0-1 0,-1 0 0,0 0 52,-1 0 1,0 0-1,0 0 1,0 0-1,10-1 1,1 0 0,-2 1-1,0-1 1,-1 1-1,0 0-39,-1 0 1,0 0 0,-1 1-1,-3-1 1,-1-1 0,1 2 0,-3-1-1,1 2 1,-1-1 0,-2 0-1,0 0 1,-1 0 0,13 0 0,-2 0-1,-1-1 1,-1 1 0,-4 0-1,-2 0 1,-1 0 0,-2 1 0,-2-1-1,-2 0-991,-1 0 0,-1-1 598,18-4 0,-10 4 404,-7-3 0,2 2 0,-7-5 0,0-2 0</inkml:trace>
  <inkml:trace contextRef="#ctx0" brushRef="#br0" timeOffset="1">2146 18028 7740,'-19'1'0,"-1"2"0,-1 2 444,-1 6 0,3-2 0,-2 4 0,3 1 1,4 0-1,5-1 0,2-2-60,5-2 0,3-2 0,5 1-369,7 0 0,6-4 0,8-1 0,5-3 1,3-3-1,6-3 0,-20 2 0,1-1 1,2-2-1,0 0 0,2-2 0,-1 0-88,2-1 1,-1-1 0,1-1 0,0-2 121,1 0 1,-1-1 0,2-1 0,0-2 0,0 0 0,1-1 0,-1-1 0,0-1 0,1-2 0,0-1 0,-1 0-1,0-1-140,0-1 1,1-1-1,1-4 1,0-2 0,-1 2-1,0 0 1,-10 9-1,0-1 1,-1 0 75,1-1 1,0 0 0,1-1 0,0-1-1,0 1 1,0-2 0,0 0 0,-1 0-1,0-1 1,1 1 0,-1-1 0,1 0-1,0-1 1,0 0 0,0-1 0,0 1-1,0-1 1,-1 0 0,1-1 0,0 0-1,0 0 1,0 0 0,-1 0 0,0 0-24,1 0 1,-1 0 0,0 0 0,1-2-1,0 0 1,0 1 0,-1 1 0,0 0-1,0 0 1,-1 1 0,1 1 0,-1-1 41,1 1 0,-1-1 1,0 1-1,1 0 1,0-1-1,0 2 1,-1 1-1,-1 0 1,0 0-1,1 1 1,-1 0-1,1 1 1,1-1-1,0 0 1,0 1-1,-1 0 1,1 1-1,0 0 1,1 0-1,0 0 1,0 1-1,0 0 1,-1 1-1,1-1 67,9-9 0,1 0 0,-10 10 0,1 0 0,-1 0-50,9-7 0,0 1 0,-8 8 0,1 0 0,-1 0 0,11-6 0,0 2 0,1-1 0,0 1 0,1 1 0,1 0 1,-1 2-1,0 0-18,-1 1 1,1 1-1,3 0 1,0 1-1,-4 2 1,1 1 33,1 0 0,1 1 1,0 1-1,1 0 1,1 2-1,0 1 1,1 1-1,-1 1 1,1 0-1,-1 2 0,2 0 1,-1 2-1,0 1 1,1 0-1,0 1 1,0 1-1,-1 1 1,1 0 412,0 1 1,0 1-418,-9 1 0,0 1 0,-1 0 1,10 3-1,-1 0 0,-9 0 1,-1 0-1,1 1 0,0 0 1,-1 1-1,0-1 0,0 2 1,0 0-1,0 0 0,1 1 1,0 1-1,0 1 0,0 0 1,0 0-1,-1 0 84,1 1 1,0 0 0,1 1 0,0 1 0,1 1 0,-1 1-1,0-2 1,-1 1 0,0-1-79,1 2 0,0-1 0,-1 2 0,0-1 0,-1 2 0,0-1 0,1 1 0,1 0 0,-1 1 1,1 0-1,-1 0 0,1 1 0,-1 0 0,0-1 0,1 1 0,0 0 0,1 1 0,-1 0 0,0 0 1,0 0-1,-1 0 0,1 1 0,0 1 0,0 0 0,0 0 0,-1 0 0,0 0 124,0 1 0,1 0 0,0 1 0,0-1 0,-1 1 0,1-1-203,0 0 1,-1 0-1,0 1 1,0-1-1,-1 1 1,0 0 0,1 0-1,-1 0 1,0 0-1,0 0 1,1 0-1,-1 1 1,1-1 0,-1 0-1,1 1 1,-1-2-1,0 0 1,0 0-226,-1 0 1,0-1-1,1-1 1,-1 1 0,1-1-1,0 1 1,0-1 0,0 0-1,0-1 231,0 1 1,1-1 0,-1 0 0,-1-1 0,-1-1 0,1 1-1,1-1 1,-1 0 0,0 0 0,1-2 0,-1 1 0,0-2 0,-1 0-1,0 0 1,1-1 0,-1-1 0,0 0 0,0 0 0,1-1 0,-1-1-1,1 0 1,1 0 0,0-1 0,0 0 0,0-2 0,1 0 0,0 0-313,-1-1 0,2-1 0,-1 0 1,1-2-1,1-2 0,-1 0-41,-1 0 0,0 0 1,1-2-1,4 0 0,1-1 1,0-1 386,-3 1 0,0-1 0,0-1 0,1 0 0,1-1 0,-1 0 0,-1 0 0</inkml:trace>
  <inkml:trace contextRef="#ctx0" brushRef="#br0" timeOffset="2">5228 15301 7809,'-34'0'45,"-2"0"0,13 2 0,-1 0 1,1 0-1,-1 2 0,-1 1 1,0 0-1,0 3 0,-1 0 1,-1 2-1,1 0 0,-1 2 1,0 0-1,1 0 0,0 1 1,0 0-1,1 1 0,1 0 1,0 0-1,0 1 0,1 0 1,1 0-1,-1 1 0,1 1 1,1 1-1,0 1 0,1 1 0,0 2 1,0 1-1,1 1 0,1 2 220,-1 1 1,1 1 0,3 3 0,0 2 0,1 2 0,0 0-1,1 1 1,0 1-277,1 0 1,1 1 0,3-9 0,1 0 0,1 1 0,-1 0 0,1-1 0,0 1 0,-1 1 0,2 0 0,-1 1 0,1 0 0,1 0 0,-1 0 0,1 0 0,0 0 0,0 0 0,0 2 0,1-1 0,0 0 0,0 0 0,1 0 0,-1 1-221,1 0 0,1 0 1,-1 1-1,1 1 1,0 1-1,0-1 0,0-2 1,1 1-1,1-1 1,-1 0-1,0 0 0,1 0 258,-1-1 1,1-1-1,0 1 1,1 3 0,1 1-1,0-1 1,1-2-1,0-1 1,1 0 0,0 1-1,0 0 1,1 0-1,0 0 1,0-1 0,1 1-1,0-2 1,1 0-1,0 0 1,0 0 0,1-1-1,0 0 1,0 0-1,1-2 1,0 1 209,0 0 1,1 0 0,0-1 0,1 0 0,-1-1 0,2-1-145,7 13 0,2-1 0,0-3 0,2-2 0,1-1 0,2-3 0,-1-1 0,1-1 0,2-1 0,1-2 0,0-2 0,2-2-19,0-1 0,2-1 0,2-1 0,1-2 1,-1-3-1,1-2 0,0-1 0,1-1 1,1-1-1,1-1 0,0-2 0,1 0 0,1-2 1,0 0-1,-1-2 0,1-1-843,-1-2 0,1-1 693,2-2 0,0-2 0,-5-1 0,0-2 0,3-1 1,0-2-1,0 0 0,-1-2 0,0 0 0,-1-1 0,0-2 1,-1-2-1,-1 0 0,-1-1-216,0-1 0,-1-1 0,-10 5 1,1 0-1,-2 0 0,9-8 0,0 0 274,0-1 1,0-2 0,-12 9-1,0 0 1,-1-1 0,10-9-1,-2-2 1,-8 10 0,-2-1-1,1-1 1,-1 1 0,-1-1-1,1 0 27,-1-2 1,1 1 0,-1-1-1,-1 1 1,-1-1 0,1 1 0,-1-1-1,0 0 1,0-1 0,-1 0 0,-1 0-1,0 0 22,0 0 1,-1-1 0,1 0 0,-1-3 0,1-1 0,-1 0 0,-2 2 0,0 0 0,0 0 0,-1-1 0,0-1 0,0 1 0,-1-2-1,-1 0 1,0 0 0,-1 1 0,0-1 0,0 1 0,-1-1 0,0-1 0,0 1 0,0 0 0,-2 0 0,1 0-11,-1-1 1,0 1-1,-1-1 1,0-1-1,-2 0 1,1 1-1,-2 1 1,1 0-1,-1 1-60,-1-1 1,-1 0 0,0 1 0,-1-11-1,-1 1 1,0 11 0,-2 0 0,0 0-1,-1 1 1,0 0 0,-1 0 0,-5-13 0,-1 1 60,-1 2 1,-1 0 0,-2 0 0,-1 1 0,-1 3 0,-2 0 0,1 2 0,-2 1 47,0 0 1,-2 2-1,-2 1 1,-1 1-1,-1 3 1,0 1-1,-1 1 1,-1 2-1,-2 0 1,-1 1-1,0 2 1,0 2-1,-3 0 1,0 2-1,1 1 1,0 2 78,-1 0 1,0 1 0,-2 1 0,0 1 0,2 1 0,0 2 0,0 0 0,0 0 0,-1 2 0,-1 1 0,2 1 0,0 0-1,0 1 1,0 1 0,1 1 0,1 1-243,0 1 1,0 2 52,-1 0 1,1 1 0,2 2-1,1 1 1,-1 1 0,0 0-1,0 3 1,0 0 0,2 1 0,0 1-1,0 2 1,0 1 0,1 2-1,1 1-507,-2 3 1,1 0 0,-1 5 0,0 1 0,2 0 0,1 0-1093,-1 3 1,1 1 1638,1 0 0,1 1 0,0 0 0,-1-1 0,2 2 0,0-1 0</inkml:trace>
  <inkml:trace contextRef="#ctx0" brushRef="#br0" timeOffset="3">4748 16653 7806,'-4'-7'1874,"-1"2"-1674,-2 1 0,3 5 0,1 2 0,2 2 0,1 4 1,1 4-1,2 5 0,2 5 0,3 4 0,2 4 1,4 5 191,0 3 0,2 1 0,0 1 0,-8-20 0,0 1-358,2 0 1,-1-1 0,7 19-1,3-1 1,-3-6 0,0-5 0,0-3-1,0-3 1,-2-3-417,-1-4 1,-1-3 236,-4-4 0,0-3 1,-1-3-1,1-2 1,-1-4-1,-1-7-14,0-6 0,-2-7 0,2-7 0,-2-7 131,0-3 0,-1 18 1,0 0-1,-1-1 0,0 0 1,1 0-1,0 0 0,-1 1 1,1 1-1,2-22 0,0 4 1,1 2-839,0 4 1,-2 9 366,1 4 499,-3 3 0,5 10 0,-3 1 0</inkml:trace>
  <inkml:trace contextRef="#ctx0" brushRef="#br0" timeOffset="4">5345 17290 9212,'-10'-7'1590,"-1"1"-1448,-3-1 1,6 6 0,-3-5 0,3 0-1,2-1 1,1-1 0,0-2 561,0-1 1,2-5 0,3-2 0,0-3-721,0-3 0,1-6 0,1-1 0,5-6 0,1-5 0,-2 20 0,0-1 0,0-1 0,0 0 0,0 0 0,1 0-589,-1-1 1,0 1 0,2-1-1,-1 1 446,0 0 1,-1 1-1,1 1 1,1 0 0,8-18-1,-1 6 1,0 8-1,-1 5-122,-1 2 1,-2 8 0,1 2 414,-1 3 0,0 8 1,-3 6-1,0 8 1,0 6-1,-1 8 1,1 1-1,0 4 1,0 3 889,0 3 1,0 1-964,0-3 1,-1 2-1,2-1 1,1-4-1,0 0 1,1 0-13,0 0 0,-2-2 0,1-6-534,-1-1 0,-1-4 0,0-2 0,0-2 0,-1-4 1,-2-2-1155,-3-2 1,-5-6 1387,-5-2 0,-3-6 1,-5-1-1</inkml:trace>
  <inkml:trace contextRef="#ctx0" brushRef="#br0" timeOffset="5">5298 16944 7787,'-8'2'2259,"1"1"-1763,2 3 1,3-5 0,7 2-1,4-3 1,3-3-9,4-2 0,4-2 1,3-1-1,2 0-318,1 0 0,-2 1 0,3 1 0,-1 1 1,-2-1-1,-2 0-170,-2 0 0,2-1 0,-2 3 0</inkml:trace>
  <inkml:trace contextRef="#ctx0" brushRef="#br0" timeOffset="6">5864 16512 7781,'-4'7'546,"-2"1"0,2 1 0,1 2 0,-1 2 0,3 3 0,0 4 2730,1 4-2918,0 8 0,-3-2 0,0 6 0,2-1 1,0-2-1,1 0 0,0 0-250,0 1 0,2 0 1,2-2-1,1-1 1,4 0-1,3-2 1,3-2-1,1-1-1140,-1-4 701,1-7 1,3 3 0,2-8 0,2-1 0,1-3-1,-1-3 1,1-2-588,-1-1 0,4-4 0,-1-1 749,-1-2 1,0-2 0,-3-1 0,-1-3 0,-2 0 0,-3 1 0,-1 0 0,-2 0 0,-2-1-969,-3 0 0,-3-1 1137,-3 4 0,-1-4 0,-1 2 0</inkml:trace>
  <inkml:trace contextRef="#ctx0" brushRef="#br0" timeOffset="7">5872 16826 7751,'-4'-4'468,"0"4"0,11-7 0,3 1 0,3 0 0,2-1 0,2 0 0,3-1 2808,1 2-3434,6-5 1,-3 6-1,2-6 1,0 2-1,-1 1 1,2-3-1,-1-1-1481,-1 0 1,-1 0 1098,-6 1 0,1 2 1,-4-2-1</inkml:trace>
  <inkml:trace contextRef="#ctx0" brushRef="#br0" timeOffset="8">5746 16496 8542,'-7'-1'819,"2"-2"0,3-1 0,8-5 0,4 0 2308,4-2-2948,5-3 1,6-1 0,6-3 0,5 1 0,2 0 0,-1 2 0,0 1-647,0 1 1,0 3 0,-1 0 0,-4 1 0,0 1 0,-4 1-1,0 3 467,-6 4 0,-2 4 0,-4 3 0</inkml:trace>
  <inkml:trace contextRef="#ctx0" brushRef="#br0" timeOffset="9">2916 16802 7532,'-26'20'252,"-1"-1"0,2-2 0,-1 1 0,-4 2 0,-1 1 0,2 0 0,1 1 0,2 2 0,1 0 0,0 4 0,1 0 0,0 2 0,1 1 830,-1 2 0,1 0-1236,-1 0 1,0 1-1,3-1 1,1 1-1,1-1 1,1 0-1,0 1 1,2 0-1,1 0 1,0-1-1,1 1 1,1 0-1,1 0 1,1-1 337,1 0 0,1 0 0,3 1 0,2 1 0,0-1 0,1-1 1,0 1-1,2 0 0,1-2 0,1 1 0,1-1 0,1-1 0,2 0 1,2-1-1,1 0 0,2-1 586,2 1 1,1-1-737,1 0 1,2 0 0,1-3 0,2-1 0,0 0 0,1-1 0,2-1 0,1-1-1,2-1 1,1-1 0,2 0 0,0-2 0,1-1 0,1-1 9,0-1 1,1 0-1,2-1 1,1-2-1,1-1 1,1-1-52,1 0 0,0-2 0,-1-1 1,0-1-1,2 0 0,1-2 0,0 0 1,-1-2-1,0 0 0,0-1 0,1-1 1,1-1-1,-1-1 0,0 0 0,0-3 1,0 0-1,-1-1 0,0-1 51,0-1 0,-1-1-147,2-2 1,-1-2 0,-3 1 0,-2-2-1,2-2 1,0-1 0,0 0 0,0-2-1,-2 1 1,0-2 0,-1-1 0,0-2-1,-1 0 1,-2-2-16,1 0 1,0-2-1,-1-1 1,-1 0-1,-2 0 1,0-2 98,-1 1 1,0-1-1,-2 2 1,-2 0 0,0-2-1,-1-2 1,-2 2-1,-1-1 1,0 1 0,-2-1-1,0-1 1,-1 0-1,-1 1 1,-1-1 0,-1 1-1,-1 0 1,-2 2 0,0-1 48,-3 1 0,0-1 0,-1 0 0,-1 0-72,-2 1 1,-2 1-1,0-2 1,-2 0-1,-1 2 1,-2 0-1,-1 1 1,-2 1-1,-3 0 1,-2 0-1,0 0 1,-2 2-50,-1 0 1,-1 0-1,-4-1 1,-2 2-1,1 1 1,-1 2 0,-1-1-1,-2 2 1,-3-1-1,-1 2 1,1 1 0,-2 1-1,-2 1 1,-1 0-1,1 2 1,-1 1-304,-2 1 0,-1 0 584,-2 1 1,-1 1-1,4 2 1,-1 2-1,-2 0 1,0 0 0,-1 2-1,1 0 1,2 1-1,-1 1 1,0 1-1,1 0 1,0 0 0,1 1-42,1 1 0,0 1 0,-2 1 0,0 1 0,3 3 0,0 1-224,1 0 0,0 0 0,2 1 0,0 1 0,0 1 0,-1 1 0,2 1 0,0 1 0,1 1 0,0 0 0,1 1 0,1 1 0,1 1 1,1 0-1,0 1 0,1 0 0,2 1 0,0-1-1564,1 0 1,1 1 1091,0 3 1,0-1 0,6-3 0,2 0 0,-2 1 0,1 1 546,1-1 0,0 0 0,-8 19 0,4-3 0,4 1 0,2-2 0</inkml:trace>
  <inkml:trace contextRef="#ctx0" brushRef="#br0" timeOffset="10">6902 16952 7773,'-16'22'0,"0"1"0,-1 0 0,0 0 1412,-2 1 0,1 0-1287,-1 2 1,-1 1 0,3-1-1,0 0 1,0 2 0,2 1-1,1 1 1,1 0 0,1 1-1,0 1 1,2 1 0,0 0-1,2 0 1,1 0-314,0-1 0,2 1 0,2-1 0,1 0 0,1 0 1,0 0 296,1-1 1,2 0 0,2 0-1,1-1 1,2 1 0,1-1 0,3 0-1,0 0 1,2-1 0,1 0-1,1 0 1,1 0 0,1-2 0,0 1-1,2-1 1,1 0 0,1-1 0,0-1-133,2 0 1,0 0 0,1 0 0,1-1 71,-1-1 1,1-1 0,3 0 0,0 0 0,0-4 0,0-1 0,1 0 0,1-1 0,0-1 0,2-1 0,-1-2-1,2 0 61,-1-3 1,1 0 0,3 0 0,0-2 0,0-2 0,0-2 0,1 0-1,1-1 1,1-2 0,1-1 0,-1-2 0,0-1 0,2-3 0,1-1 0,-1-2-1,1-1 301,-12 3 0,-1-1 0,0-1-398,-1 0 1,0-1 0,1-1-1,-1-1 1,0 0 0,0 0-1,-1-2 1,0 0 0,0 0-1,-1-1 1,1 0 0,-1 0-1,0-1 1,0 0 0,0-1 0,-1 0-1,1 0 1,-1-1 0,-1-1-1,0 1 1,-1-1-375,0 0 1,0 0 0,-1-1 0,8-11 0,-1-1 0,-1 0 0,-1-1 177,-1-1 1,-1 0 0,-3 1 0,-2-2 0,-1-1 0,-1-1 0,-1 1 0,-1-1 0,-3 1 0,-2 0 0,-1-1 0,-2 0 0,-2 0 0,-2 1 0,-1-1 0,-2 0 0,-1 1 0,-2 1-336,-2 1 0,-2 0 552,-3-2 0,-3 2 0,0 4 0,-2 0 1,-3-1-1,-3 1 0,-1 1 0,-1 0 0,-3 2 1,0 1-1,-3 1 0,-1 0 0,-1 3 1,0 0 132,-2 1 1,0 1-1,-3 3 1,-1 1 0,0 1-1,0 1 1,-2 2 0,-1 2-1,-2 1 1,0 1 0,-1 2-1,0 1 1,-1 2 0,0 0-1,0 2 1,0 1-39,13 0 0,0 0 1,0 2-1,0 1 0,0 0 1,0 2-1,0-1 0,-1 1 1,1 1-1,0 0 0,0 1 1,1 0 20,-14 4 1,0 1-244,13-4 1,0 1 0,0 1 0,-11 5 0,-1 0 0,14-4 0,-1 0 0,1 0 0,-13 6 0,1-1 0,3 0 0,1 1 0,2-1 0,0 2 0,3-1 0,2 1-728,0 0 1,2 1 0,1-2 0,0 1-163,3 1 0,2 1 982,2-1 0,2 1 0,-1 0 0,1 0 0,3-1 0,2 1 0,-13 16 0</inkml:trace>
  <inkml:trace contextRef="#ctx0" brushRef="#br0" timeOffset="11">3113 17557 7690,'-4'-9'234,"0"-1"0,-4 9 0,0-1 0,0 3 0,1 4 0,-1 5 0,-1 6 0,-1 6 0,0 4 0,0 2 0,1 3 0,2 2 0,0 5 0,1 0 3042,4 0-3122,1 0 0,2-5 0,1 3 1,5-1-1,2-2 0,5-2 0,3-2 1,2-3-1,1-5 0,3-3 0,1-4-1669,2-4 1314,4-4 0,-5-4 0,3-4 0,-1-5 1,-1-5-1,-3-3 0,-2-2-693,-2 0 0,-6-2 689,-3-2 1,-2-1 0,-3 1 0,-3 3 0,-4 1 0,-5 3 189,-5 1 1,-2 4 0,-7 4 0,-1 2 0,-1 1 0,-3 1 0,0 1 0,1 0 681,0 0-427,2 4 1,3-3-1,1 1 1,4-1-1,2-1 1,2 0-1,2-2 651,2-3 0,2 3-850,3-6 1,1 2 0,2-2 0,2-1 0,5-1-1,3 0 1,3-1 0,1 1 0,3-1 0,0 1-1947,1-1 1727,6 2 1,-6 1-1,4 5 1,-1 3-1,-2 0 1,-1 0-1,-1 3-158,-2 2 1,1 8 435,-4 0 1,-1 6 0,-2-3 0,-1 3 0,-1 2-1,-1 0 1,-1 1 0,-2-1 0,0-1 0,-2-3 437,2-3-472,-3 1 0,3-9 0,-2 2-66,0-1 0,4-4 0,-1 1 0</inkml:trace>
  <inkml:trace contextRef="#ctx0" brushRef="#br0" timeOffset="12">3600 18052 7852,'-8'3'0,"0"-1"546,1 1 0,1-3 0,1 0 0,0-1 0,0-2 0,-1-3 546,0-3 0,2-6 0,-1-5-912,-1-3 1,-1-6 0,2-7-1,2 0 1,0-2-366,1-2 0,-1 3 1,3-1-1,0 1-187,0 1 0,0 2 1,0-2-1,0 2 1,0 4-1,1 2 0,1 2 1,3 1-237,-1 5 1,3-1 706,-2 8 0,2 3 0,1 5 0,1 3 0,1 3 1,0 6 351,0 6 1,2 4 0,0 3 0,1 3-216,0 4 0,0 3 0,0 3 0,0 1 0,-2 3 0,-1-2 0,-2 3 0,0-2 234,0 0 0,0-3-613,0-4 0,-3-1 1,-1-4-1,1-4 0,-2-3 1,1-4-1,-2-4 1,1-2-2289,0-1 1775,-1-12 1,-3 6-1,-1-11 1,-3-3 0,-2-2 584,-1 1 0,-7-4 0,-2 3 0</inkml:trace>
  <inkml:trace contextRef="#ctx0" brushRef="#br0" timeOffset="13">3506 17777 7810,'-4'7'0,"-1"-2"655,2-1 0,0-4 1,6-1-1,3-3 0,3-2 143,4-1 1,5-9-1,2 3 1,2-2-956,2-2 1,3 2 0,-1 1 0,-3 2-1,1 1 1,-3 2 156,-1 3 0,-2-1 0,-2 2 0</inkml:trace>
  <inkml:trace contextRef="#ctx0" brushRef="#br0" timeOffset="14">3812 17525 12401,'1'9'563,"2"2"0,4 4 0,3 5 0,0 1 263,-1 0-668,-1 4 1,-1 0-1,-1 4 1,-1 1-1,0-1 1,0 1-1,-2-3-73,1-3 0,-4-2 0,3-7 0,-1-2-632,0-2 1,-1-7 0,2-4 0,-3-5 0,-3-6 0,-1-4-1093,0-5 1,-3-3 1485,1-1 1,-4-6-1,-2-3 1</inkml:trace>
  <inkml:trace contextRef="#ctx0" brushRef="#br0" timeOffset="15">3820 17580 7857,'-8'-20'284,"1"5"1,0 4-1,1 2 535,0 2 0,5 3 0,1 5 0,6 5 0,3 4 0,3 6 0,2 0 0,1 1-548,2 3 0,3-1 0,-1 3 0,0-1 1,2 0-1,-1-2 0,1-3 0,-1-3-273,-2-1 0,1-3 1,0-2-364,-2-2 1,-1-4 0,-3-1 0,-3-6 0,-2-7 0,-3-6 0,-2-5 0,-2-5 0,-2-2-2913,-2 0 3063,-1-4 0,-5 3 1,-1-3-1,-2 1 0,-1 0 1,-1 2-1,0 2-1023,0 0 1237,-2-2 0,0 7 0,0-2 0</inkml:trace>
  <inkml:trace contextRef="#ctx0" brushRef="#br0" timeOffset="16">7358 17274 7896,'-16'-4'172,"-2"1"0,0 5 1,1 2-1,2 3 1,3 4-1,0 5 1,0 4-1,1 6 1,1 6-1,2 7 1,0 5-1,4-20 0,1 1 1,0-1-1,0 1 1,2 0-1,0-1 1,1 0-1,0-1 483,2 20 0,2-20 1,0 0-1,9 12 0,3-2-444,3-5 0,1-5 1,3-3-1,2-4 0,0-5 1,2-3-1,1-2 0,1-5-983,-1-2 1,4-7 0,-3-5 0,-3-2 361,-3-1 0,-2-5 1,-5 0-1,-2 2 1,-5 1-1,-5 4 0,-3 0 1,-3 1-732,-4 2 0,-5 1 1105,-5 5 1,0-1 0,-5 3-1,-1 2 1,-2 0 0,0 1 104,0 0 0,0 0 0,5 0 0,0 0 551,3 0 1,-1 0 0,7 0 0,0 0 0,1 0 642,1 0 0,8 0-1303,2 0 1,4 0-1,3-1 1,2-2 0,2-2-1,2-3 1,3-2 0,0-2-1,1-2 1,-1 1-1132,0-1 1060,1 0 1,-4 3 0,1 1 0,-1 1 0,-1 0 0,-2 1 0,-1 3 186,-1 2 1,-2 3-1,-2 3 1,-2 3 42,0 4 1,2 2-1,-1 4 1,1-1 0,0 2-1,0 0 1,-1 2 0,0-2 187,0 0-483,1 2 0,2-2 0,-1-1 0,0-4 176,-1-4 0,4-2 0,-1 2 0</inkml:trace>
  <inkml:trace contextRef="#ctx0" brushRef="#br0" timeOffset="17">7798 17290 7877,'0'-5'1232,"-2"1"1,-2 2 1522,0 0-2505,2-1 0,-2 6 1,4 3-1,1 5 0,1 6 1,2 4-1,0 7-123,2 6 1,0-3 0,0 9 0,0 0 0,-1 1 0,0 0 0,-1-1 0,0-4-1780,-2-2 1222,-2 2 1,1-8-1,1-1 1,1-6-1,-2-4 1,0-7-1210,-1-5 1,-1-18 1415,-1-11 0,-3-8 0,-2 3 0,-1-4 1,0 0-1,0-2 0,0 1 0,0 2 0,1 3 223,2 2 95,-2-3 1,3 3 0,-4-2 0,0 1 0,1 2 0,1 3 0,2 5 1246,0 4 1,1 2-979,3 4 0,1 4 0,2 2 0,2 5 0,2 5 0,2 5 0,1 4 0,3 4 0,1 2 1274,0 0 0,3 5-1541,-1 0 0,2 0 1,0 1-1,1 0 0,0-1 1,0-1-14,-1 0 1,-1-3 0,0 2-632,-2-4 1,3-4 0,-6-5 0,0-2 0,-1-1 0,-2-1-2731,-2-2 2369,-6-8 0,-2 0 1</inkml:trace>
  <inkml:trace contextRef="#ctx0" brushRef="#br0" timeOffset="18">7806 17659 8569,'0'4'655,"1"0"0,2-4 1,4 0-1,4-1 0,1-2 1285,2-2-1886,4 2 0,-1-4 0,2 1 0,0 0 1,-1 0-1,-1 1 0,-3 0-54,-1 0 0,1-2 0,1 3 0</inkml:trace>
  <inkml:trace contextRef="#ctx0" brushRef="#br0" timeOffset="19">8065 17313 7653,'-7'5'1092,"2"1"0,3-4 0,3 4-273,2 3 0,3 0 0,-1 4 0,3 3 466,3 4 0,-3-2-1338,3 6 1,-2 1 0,-2 2 0,0 0 0,0-2 0,-2-1 0,0-3-1,-1-4 1,0-2 0,-1-3-3225,-1-3 44,1-4 3233,-3-2 0,-4-10 0,0-2 0</inkml:trace>
  <inkml:trace contextRef="#ctx0" brushRef="#br0" timeOffset="20">8065 17345 7825,'-7'-8'100,"-1"3"1,1 4-1,2 2 1,3 5 3175,4 1-2944,5 4 1,3-2-1,4 2 1,2 1-1,1 2 1,2 4-1,1-1-155,1 1 0,6 4-284,-3-3 0,-1-1 1,-2-1-1,1-2 1,0-3-1,1-3-320,-2-2 0,0-4 0,-4 0 1,-1-3 225,-1-3 0,-3-1 0,-6-6 1,-1-2-1,-2-5 0,-2-2 1,-3-4-1,-4-1 905,-3-2 0,-1-4-641,-3 1 1,1-4 0,-3-2 0,1 0 0,-2-1-1,1 1 1,0 0 0,1 3 0,0 2 0,1 6-2323,3 5 1624,1 0 1,2 8 634,2-2 0,1 5 0,4 5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5.675"/>
    </inkml:context>
    <inkml:brush xml:id="br0">
      <inkml:brushProperty name="height" value="0.053" units="cm"/>
      <inkml:brushProperty name="color" value="#FF0000"/>
    </inkml:brush>
  </inkml:definitions>
  <inkml:trace contextRef="#ctx0" brushRef="#br0">12327 16001 8525,'-16'0'118,"1"0"0,-1 1 1,0 5-1,2 6 1,2 7-1,1 7 1,1 4-1,-1 3 1,3 4-1,1 5 1,3 3-1,3 1 1,1-1-1,0 0 1,0 6-1,0 1 113,0 3 1,1-3 0,5-3-139,4 3 1,4-1-1,2 5 1,1-2 0,2-3-1,2-2 1,0-2 0,0 0-1,2-2 1,1-1 0,3-4-1,1-2 1,1-3 101,4-1-496,2-10 0,-7-1 1,0-8-1,2-1 1,-2-1-1,0-5 1,-4-1 300,-3-3 0,4-2 0,-1-2 0</inkml:trace>
  <inkml:trace contextRef="#ctx0" brushRef="#br0" timeOffset="1">11698 16315 8047,'0'-17'0,"0"-3"298,0-1 1,4 6-1,6 6 1,11 0 1141,7 1-1312,10 4 0,6-5 0,10 6 0,9-2 0,7-1 0,10 1 0,6-2-81,-42 3 0,1-1 0,4 1 0,2 0 0,2-2 0,2-1 0,1 2 0,0 0-21,3-1 1,1 0 0,0 0-1,0 0 1,3-1 0,0 0-1,0 1 1,0-1 0,4 0-1,0-1 1,2 0 0,0 0-1,5-2 1,1 1 0,-2 0 0,0 0-1713,-1 0 1,1 1 1705,14 0 1,-1 0 0,-15 0-1,0 0 1,13 0 0,1 1-1,-1-2 1,0 0 0,-3 0-1,1 1 1,1-1 0,1 0-1,-2 2 1,-1 0 18,-1 0 0,0 0 1,9 0-1,-1 0 1,-10 0-1,-1 0 20,4 2 0,-1 0 1,-1-1-1,-1 0 0,4 2 1,1 1-1,0-1 0,-1 1 1,-3-2-1,0 1 27,-2 0 0,1-1 0,3 1 0,1-1 0,-1-1 1,0 0-1,2 1 0,0 0-61,-1-1 0,0 0 1,-21 1-1,0 0 0,-1 1 1,22-4-1,0 0 0,5 0 1,1 0-1,-28 3 0,0 0 1,0-1-1,27-1 0,1-1 1,-1-1-1,0 0 1,1 0-1,1-1-8,-28 3 1,1 0 0,0 0-1,-1 0 1,0 0 0,0 0-24,-1 1 0,-1 1 1,0 0-1,27 0 0,0 0 1,-2 0-1,-1-1 1,-1 1-1,-1 0 0,0 0 1,0 1-1,-3 1 0,0 1-39,-2 1 0,0 0 0,-2-1 0,0-1 0,-3 0 1,-2 1-1,-2 0 0,1 0 0,-1 1 0,0 0 1,-1 1-1,-1 0 0,-1 0 0,0 0 0,-4 1 0,-2 0-349,-2 2 1,0-1 353,5-1 0,-1 0 0,-11 3 0,0 1 0,3-3 0,0-1 0,-3 2 0,-2 0 0,41 2 0,-8 0 0,-6 2 263,-5 2 0,-2-4 0,-10 4-90,-4-2 0,-9 5 1,-4-1-1,-2 3 0,-3-1 1,-3 0-1,-6-3 1,-5 2-1,-4 2 580,-1 2-716,0 0 1,-6 0 0,-1-1 0,0 1-1,-2 0 1,0 1 0,-4 2 884,-1 2 1,-2 6 0,0-5-787,0 3 1,0 3-1,0 7 1,0 3-1,-2 2 1,-1 4-1,-3 1 1,1 4-1,0 2 762,0 1-930,-1 1 1,1-5 0,0 3-1,1 3 1,1 0 0,-1 1-1,-1-5 132,2-1 0,1-4 1,2-1-228,0-2 0,0-7 1,0 2-1,0-4 1,0-3-1,0-4 1,0-4-1,0-1 1,0 0-3277,0-1 3443,0-3 0,-7-1 0,-2-1 0</inkml:trace>
  <inkml:trace contextRef="#ctx0" brushRef="#br0" timeOffset="2">12075 17415 8764,'-34'0'1838,"2"0"-1542,-3 0 1,25 2 0,1 2 0,11 3 0,10 0 0,7 0 255,7-4 1,16-1-689,5-2 1,16 0 0,4-2 0,6-3 0,9-6 0,4-3 0,-40 7 0,2-1 0,1 0 0,2 0 0,3 0 0,0 0 0,1 0 0,0 0 172,1 0 0,2 1 1,2 1-1,2 1 49,0 0 1,2 0-1,3 0 1,2-1 0,3-1-1,1 0 1,-2 1-1,1 0 1,3 1 0,0 0-1,3-1 1,2 1-44,4 1 0,1-1 0,3 1 0,1 0 0,-1 2 0,2 0 0,-30 0 1,0 0-1,1-1 0,2 0 0,1 1 0,0-2 0,1 1 0,0 0 0,1-1 1,2 1-1,2-1 0,-1 1 0,0-1 0,0 1 0,0-1-91,0 0 0,0 0 0,0 0 1,4-1 0,0 0 1,-2 1-1,-6 0 0,-1 1 1,1-1-1,4 1 0,0-1 1,1 1-1,1-1 0,0 1 1,0-1-1,-2 1 0,1-1 1,-1 1-1,1 0 0,0 0 1,0 0-1,-3 0 0,0 0 1,-1 0 139,0 0 1,0 0 0,0 1 0,4 0 0,0 1 0,-1 0 0,-3 0 0,-2-1 0,0 0-34,1 1 0,-1 1 0,0-1 0,-3 1 0,1 0 1,0 0-1,2 0 0,0 0 0,0 0 0,0 0 0,-1 0 1,0 0-1,-1 0 0,0 0 0,-1 0 0,1 0 0,0 0 1,0 0-1,27 1 0,0 0 0,-29 0 0,0 0 0,0 1 1,28 0-1,-2 1 22,-2-1 0,0-1-117,-22 0 0,1 0 1,-3-1-1,17 0 1,-2 0-1,11 0 1,0 0-1,-4 0 1,0 0-1,-4 0 0,-1 0 1,0 0-1,0 0 1,-3 0-1,-1 0-38,-1 0 1,1 0 0,1 0 0,0 0 0,-6 0 0,-1 0 57,0 0 0,0 0 0,0-1 0,-1 0 0,-4 0 0,-2-1 0,0-1 0,-1 1 0,-3-1 0,0 0 131,-2 0 0,0-1 0,-2 3 0,-1-1 0,-6-3 0,-1-1 1,38-4-136,-6 1 0,-8 0 0,-12 6 0,-11-2 0,-10 1 0,-9 1 0,-3-1 0,-4-1-2020,-1 1-664,-3 3 2703,1 1 0,-7 0 0,-2 0 0</inkml:trace>
  <inkml:trace contextRef="#ctx0" brushRef="#br0" timeOffset="3">14607 14539 8080,'0'-16'0,"0"1"0,0-1 0,0 0 0,0 0 0,0 1 6,0-1 0,-7 2 0,-4 2 1,-3 3-1,-3 0 0,-4 2 0,-5-1 1,-4 1-1,-3 0 0,-4 1 0,-5 1 1,-3-2-1,-2 0 0,-2 0 0,-4 2 1,-3 0-1,-1-1 0,-3 3 562,-4 1-497,1 2 0,-9 0 0,6 0 0,-4 0 0,0 2 0,-2 1 0,3 4 0,-1 2 1,2 2-1,-1-1 0,1 1-980,2 1 901,1 2 0,2 2 0,0-1 1,2 3-1,4 1 0,3 2 1,1 0 462,1 2 1,-8-1-330,3 4 0,3 4 1,1-4-1,4 2 1,0 0-1,0-2 1,0 2-1,4 2 1,1 3-1,4 0 760,3-1-970,-3 10 1,12-14 0,-3 14-1,1 1 1,1 3 0,-3 1 0,1 2-409,-1 3 1,2-3 344,4 3 0,-2-3 0,7-2 0,4 1 0,5-1 1,6 0-1,5-2 0,1-3 0,1-3 0,6-3 183,9 1 1,7-6 180,8-4 1,8-3 0,4 2 0,6-5-1,5-3 1,2-3 699,4 1 0,11-2-892,3-3 1,11 1 0,-4-7 0,4-1-1,-39-3 1,-1-1 0,1 0 0,-1 0 0,1 0-1,1 0 1,-1 0 0,0 0 0,2 0 0,0-1-1,1-2 1,0 0-214,2-1 1,-1-2 0,0-1 0,0 0 103,0-1 0,0 0 0,4 0 0,0-1 0,-5-1 0,0-1 1,0-2-1,0 0 0,1-2 0,-1 0 0,-1-1 0,-2 0 55,0 1 1,-1-1-1,3 0 1,-1 1 46,-5-1 1,0 0 0,4-2 0,0-2-1,33-22 1,-40 19 0,0 0 0,0 0-1,-1-1 1,34-23 0,-2 0 0,-6 0-1,-3-2 1,-6-2 979,-6-1-1009,8-8 1,-20 15-1,7-6 1,-8 1 0,-8 1-1,-3-2 1,-6 1-294,-2-3 0,-8 1 292,-4 5 1,-10-6 0,-7 1 0,-6 1 0,-6 2 0,-6 4-1,-8 1 1,-8 4 0,-8 2 0,-5 4 320,-2 6 0,-20 1-286,3 6 0,-8 0 0,40 13 0,-1 2 0,0 0 0,-2 1 0,0 2 1,-1 1-1,-2 1 0,1 0-1213,-1 1 1,-1 0 807,-3 0 1,0 0 0,5 0-1,-1 0 1,-3 0 0,0 0 0</inkml:trace>
  <inkml:trace contextRef="#ctx0" brushRef="#br0" timeOffset="4">4293 5564 8188,'-16'-12'0,"-1"0"0,-3-2 0,-1 3 0,0 2 0,0 6 97,0 1 0,1 7 0,6 4 0,1 5 0,5 9 0,1 7 0,3 6 0,4 8 343,5 7 0,11 15 0,12 14 0,-12-37 1,1 2-308,1 3 1,1 1 0,2 8 0,0 0 0,-2-1-1,-2 1 1,1 2 0,-2-1 0,-2 3 0,0 1 0,-3-2-1,-1 0 1,-1 3 0,-1 0 0,0 0 0,0 0-69,0 1 1,0-1-1,-4-4 1,0-1 0,0-2-1,-1 0 1,1-3 0,-1-1-1,1-2 1,1-1 0,0-3-1,0-1 1,8 37-1,2-10-1906,5-8 1623,1-11 0,-4-10 0,2-8 0,4-5 0,0-7 0,-1-8 1,-2-4-1240,-3-6 1,-3-5 1456,-3-5 0,3-25 0,-6-12 0</inkml:trace>
  <inkml:trace contextRef="#ctx0" brushRef="#br0" timeOffset="5">4167 5438 8084,'2'-31'-103,"3"-1"314,4 1 1,8 5 0,6 0-1,10-4 1,14-3 0,14-4 0,13 2 314,8 2 0,-33 14 0,1 0 1,6-2-1,0 1-398,2 0 0,1 0 1,1 1-1,1 2 0,1 2 1,2 3-1,-1 1 1,1 1-1,1 2 0,-1 1 1,2 0-1,-1 1 0,0 2 1,0 0-1,-2-1 1,-1 1-1,-2 0 0,-1 1-892,-3-1 1,-2 1 727,2 0 1,-2 1-1,-4 2 1,0 0-1,0 0 1,0 0-1,-5 0 1,0 0-1,39 2 1,-5 3-1,-8 7 27,-4 7 0,-11 4 0,-4 7 39,-3 1 0,-10 4 1,-6 14-1,-7 3 0,-5 8 1,-5 6-1,-6 9 1,-3 7-1,-5-38 0,0 1 575,-1 1 1,-1 1 0,-2 5 0,-3 1-509,0-1 0,0 0 0,0 7 0,1-1 0,-1-2 0,0 0 0,-1 1 0,-1 0 0,1 0 0,0 1 0,0-3 0,0 0 35,0-1 1,1 0-1,3 3 1,1 0-1,-2-5 1,1 1 0,1-2-1,2 1-250,1 0 1,1 0-1,-2 3 1,1-1 0,3-4-1,1-1 1,0-1-1,2 0 1,0-1 0,1-1-1,2-2 1,1-1-1,11 43 1,1-6-1888,1-5 1,-1-1 0,2-8 901,-5 0 0,-3-10 1103,-2 7 0,-2-9 0,-1 0 0,0-1 0,-1-3 0,-2 3 0</inkml:trace>
  <inkml:trace contextRef="#ctx0" brushRef="#br0" timeOffset="6">4466 8063 8128,'-28'-7'0,"7"-3"977,10-4 0,11 0 0,13 3 0,14 6 675,17 3-1528,24 2 1,18 2-1,-34 0 1,2 0-1,5 1 1,1 1-1,3 0 1,2 0-1,4 2 1,2 1-1,2-1 1,2 2-268,2 0 0,1-1 1,5-1-1,0-1 1,2 0-1,0 0 0,0 1 1,1 0 13,-27-1 0,1 0 1,-1-1-1,1 0 1,0-1-1,0 1 129,27 2 0,-1-2 0,0-2 0,-1 0 0,-1 1 0,0-1 0</inkml:trace>
  <inkml:trace contextRef="#ctx0" brushRef="#br0" timeOffset="7">22390 12370 8129,'8'-16'18,"-6"0"0,-11 1-38,-5-1 1,0 0-1,-14 1 1,-5-1-1,-7 2 1,-9 0 0,-5 2-1,-9-2 1,-7 0-1,-14-4 1,39 9 0,-1-1-1,-4 0 1,-1 1-1,-1 0 1,-1 0-329,-3 1 1,-1 1-1,-7-1 1,-1 0 372,2 0 1,0 0 0,-6-2 0,0-1-1,0 0 1,0 0 0,0-1 0,0 1 0,-4-1-1,-1 1 1,1 1 0,-1 1-35,-1 0 1,-2 1-1,-6-3 1,-1 1 0,0-1-1,0 1 93,25 3 0,-1 1 0,1-1 0,-24-1 0,0 1 0,23 2 0,-1 1 1,0 0-1,-1 1 0,1-1 0,-1 1 0,0-1 0,1 1 0,-1 0 1,-2-1-1,1 1 0,-1 1 0,2 0 0,0 0 0,-1 1 0,0 0 1,-1 0-1,1 1 0,0 0 0,0 0 0,0 0 195,-2 0 0,0 0 0,0 0-286,0 0 1,1 0-1,0 0 1,-1 0 0,0 0-1,0 0 1,1 0 0,1 0-1,-1 0 1,-1 0 0,0 1-1,0 0 1,1 0 0,1 1-1,-1 0 1,0 0-1,0 1 1,0 1 0,1-1-1,1 0 1,0 1-183,0-1 1,1 1-1,-1-1 1,-1 1 0,0-1-1,0 1 183,4 1 1,0 0 0,-1 1 0,-2-1-1,-1 0 1,1 0 0,-25 3 0,1 0 0,0 0-1,1 0 1,0 0 0,1 1 0,3 1-1,1 1 158,2 2 0,0 0 0,-3 2 0,2 0 0,8 1 0,2 0 0,0-1 0,0 1-67,2-1 1,1 1 0,1 2 0,1 1 0,2 0 0,2 1-1,3-1 1,2 2 0,2 1 0,1 1 0,3 1 0,2 1 0,1 2-1,1 0 1,3 1 0,2 0-66,2 1 0,1 1 0,1 1 0,2 0-109,-29 31 1,9 7 0,5 0 0,9 1 0,5 2 0,7-1-541,3 5 1,6-1 0,9 0 599,4-2 1,5-3 0,2 5 0,6 2 0,9-4 0,10-1 0,11-8-1,12-2 1,12-5 238,-26-26 1,2-2-1,8-1 1,2-2-140,5 1 0,1-2 0,1-1 0,2-1 0,7 0 1,2-2-1,3 0 0,2 0 0,6 0 0,1 0 0,4-1 1,1 0-211,4-1 0,1-1 0,-2-1 0,1-1 0,-26-6 0,1 1 0,0-1 132,0 1 0,1 0 0,0-1 0,1-1 0,1 0 0,1-1 0,3 0 0,1 0 0,0 0 0,0 1 0,0-1 0,-1 0 0,-1-1 0,0 1 0,-1-1-4,-2 1 0,-1-1 0,2 1 0,4 1 0,1 0 0,0-1 1,-1 0-1,0-1 0,-1-1 0,2 1 0,0-1 0,0 1-9,-1-1 1,1-1 0,-1 1 0,1-1-1,1 0 1,-1-1 0,-1 0 0,0-1-1,0 0 1,1 0 0,0-2 0,1 1-1,3-1 1,1-1 0,0 0 0,0 1 0,1-1-1,0-1 1,2 1 0,1 0 0,-1-1-1,1-1 1,0 1 0,-1-2-22,1 1 1,0-2-1,1 0 1,1-1-1,0 0 1,0-1 17,1 0 1,0-1-1,0-1 1,0 1 0,-1-1-1,1-1 1,-1-1-1,1-1 1,-1 0 0,0 1-1,-1 0 1,0-1-1,-1 0 1,0 0 0,-1 0-1,-1-1 1,-1 1 0,0-1 9,-2 0 0,0 0 0,0-1 1,1-2-1,1-2 0,-2 0 1,-2 1-1,-1 0 0,-1-1 1,-1 0-1,-1 0 0,0-1 1,-1 0-1,-1-1 0,0 0 1,-3 1-1,0-1 0,0 0 1,-1 0-1,1-1 0,-2 0 1,-1 0-1,-1-1 0,-1 1 537,25-11 0,-2-1-462,0-3 0,-3 0 0,-13 5 0,-2-1 0,-1-2 0,0-1 0,-4 1 1,-3-2-1,-6 2 0,-2-2 0,-3 1 0,-2-2 0,-7 3 0,-2 0-81,23-32 1,-12-3-1,-20-2-170,-8-1 1,-18-2 0,-21-4 0,3 37 0,-5 1 0,-6-1 0,-4 1-3,-5-1 0,-3 0 0,-12-6 0,-5 1 0,0 5 1,-2 2-1,-8-2 0,-2 1 109,-5 1 0,-3 1 1,21 10-1,-3 0 1,0 1-1,-5 0 1,-1 2-1,-2 0 1,-2 0-1,-2 1 1,-2 1-1,-3-1 1,-3 1-1,1 0 1,-4 1-1,0 1 1,0 0-1,17 5 1,0 0-1,0 0 1,-1 1-1,-2 0 1,1 0-1,-2 0 1,0 2-225,-2-1 1,0 0-1,-2 2 1,0-1 0,-7-1-1,-1 0 1,-1 1-1,1 1 288,4 1 0,1 0 0,-1 1 0,0 1 0,-6 0 0,-1 1 0,-1 0 0,1 1 0,0 1 0,0 1 0,0 0 0,-1 1 18,14 1 0,0 1 0,0 0 0,0 0 0,-1-1 0,1 1 0,0 0 0</inkml:trace>
  <inkml:trace contextRef="#ctx0" brushRef="#br0" timeOffset="8">28270 3772 8024,'9'-7'299,"-2"6"0,-9-8 0,-3 5 1,-6-1-1,-3 2 3334,-2 1-3377,1 2 1,-3 0 0,-1 2 0,-4 3 0,1 5 0,-3 4 0,2 2 0,-1 0 0,-1 1 0,-1 4 0,2 5 1220,3 4-1524,3 1 1,3-3 0,1 0 0,3 2-1,6-2 1,3 0 0,4-2-380,3 0 0,11-6 1,10 0-1,6-2 93,4-2 1,3-8-1,6-2 1,1-5 0,2-1-1,1 0 1,0 0 0,-2-1-1193,1-5 1,-8-1 347,-4-3 0,-9 3 1177,-6 7 0,-4 0 0,-1 0 0</inkml:trace>
  <inkml:trace contextRef="#ctx0" brushRef="#br0" timeOffset="9">29606 4464 7939,'-8'0'204,"1"2"1,7 3-1,0 5 1,0 6-1,0 3 2127,0 2-2199,0 7 1,0-7-1,0 9 1,0 3-1,0 0 1,1 0 0,3-1-54,1-1 0,0 1 1,-3-3-1,2-1 1,1-3-1,-2-3 0,-1-2-1691,-2-3 762,0-1 0,-2-7 1,-1-2-1,-4-2 850,-2 0 0,6-7 0,-4-6 0</inkml:trace>
  <inkml:trace contextRef="#ctx0" brushRef="#br0" timeOffset="10">29811 4527 7939,'0'-9'266,"0"4"1,0 10 0,0 5 2437,0 4-2381,0 2 0,0 5 0,0 0 0,0 0 0,0 2 0,0 1 0,-2 2 213,-3 1 0,-2-3 0,-7 2 0,0-5-338,-4-3 1,-3 3 0,2-2 0,-2-3 0,0-4 0,0-2 0,0 1 0,2-3 530,2-1-877,1-1 1,4-6 0,6 0 0,12 0 0,8 0-1874,7 0 1717,3 0 1,4-2 0,2-2 0,3-1 0,0 2 0,0 1 0,-1 2-987,-1 0 0,-5 0 960,1 0 1,-3 7 0,2 2-1,-3 1 1,-4 2 0,-1 4-1745,-4 3 2074,-9 9 0,9-3 0,-6 6 0</inkml:trace>
  <inkml:trace contextRef="#ctx0" brushRef="#br0" timeOffset="11">30440 5658 7939,'-14'7'104,"3"4"0,6 3 8,3 2 1,0 1 0,-1 2 0,-2 4 0,1 1-1,2 3 1,2-1 0,2-2 0,2-1 0,3-2-1,1-2 1,5-1 0,-1-4 0,0-2 0,-1-2-1607,1 1 0,2-8 1494,1 2 0,1-10 0,0-4 0</inkml:trace>
  <inkml:trace contextRef="#ctx0" brushRef="#br0" timeOffset="12">30408 5627 7939,'-16'-9'948,"1"2"0,4 2 0,2-2 1051,2-2-1853,2 6 0,12-4 0,4 7 1,3 0-1,1-2 0,3-1 0,3-3-199,5 3 0,2 1 1,0 2-1,-2 0 1,2 0-1,2 0 1,-1 0-1,-1 0-2094,-1 0 1904,-8 0 0,5 2 0,-4 3 0,-1 6 0,-5 4 0,-7 5-94,-6 0 0,-8 7 0,-3-5 631,-4 3 1,-3-1 0,-3 2-1,-1-3 1,2-2 0,2-2-1,-1-3 1,-1-5 0,0-3 2754,5 1-2546,-2-6-673,7 4 0,2-12 0,7 0 0,9 1 0,7 3 1,5 1-1,5 0 0,4 0-2656,1 0 2649,1 0 1,1 0-1,2 0 1,1 0-1,-1 1 1,-1 3-1,-5 3-295,-3 2 1,-3 1 0,-7 8 557,0 3 1,-8-4-1,-2 6 1,-5-2-1,-1 0 1,-3 0-1,-6 0 1,-7 0-1,-3-2 1355,-4-2 1,-1-6-1141,-7-1 1,-8-6 0,-1 1 0,-2-3 0,-2-2-1,-1 0 108,-1 0 1,-2-2 0,11-3 0,2-6-1894,2-3 0,8 4 1484,4-1 0,-3 1 0,-1-6 0</inkml:trace>
  <inkml:trace contextRef="#ctx0" brushRef="#br0" timeOffset="13">26163 8268 7939,'-2'-9'457,"-3"4"0,-5 3 1,-3 0-1,1-1 0,2-4 3742,-3-2-3985,6 5 1,-5-10 0,7 4 0,1-6 0,3-5 0,1-3 0,0-4 0,0 0 61,0 0 0,0-7-333,0 4 0,0-1 0,0-4 1,-2 1-1,-2 0 0,-1-2-107,2 2 0,1 4 0,2 3 147,0 1 0,0 14 1,0-3-1,2 4 1,1 5 300,2 7 0,6 12-281,-6 9 0,7 5 1,-3-3-1,2-1 1,-1 3-1,2-2 31,2-1 1,0-1-1,-2-5 1,-1 0-157,1-1 0,-3-4 0,1-2 0,3-2 0,1-4 1,1-3-1,-1-5-239,-3-6 0,3-8 164,-4-2 0,2-5 0,1 3 0,-5 1 1,-1-1-1,-1 4-642,1 1 1012,-6 2 1,8 8 0,-5 4 0,1 8-1,-2 8 1,1 5 0,-1 6 717,3 2 0,6-1-911,-2 2 1,3 4 0,-1-6 0,-2 1-1,2-4 1,2-4-685,2-1 0,-2 0 0,-2-2 0,-3-2 56,-2-2 648,-2 1 0,-19 5 0,-3-1 0</inkml:trace>
  <inkml:trace contextRef="#ctx0" brushRef="#br0" timeOffset="14">25628 6397 7939,'-15'-10'0,"-1"-1"790,7 8 0,-5-4 0,6 5 112,-1-3 0,2 1-176,7-6-685,7 6 0,-4-4 0,8 4 0,1-3 0,4 0 1,3-2-1,2 2-237,-2 0 1,4 2-1,0 3 57,1-3 0,0 3 0,3-3 0,-5 3 0,-1 2-181,0 0 0,0 2 0,-7 3 1,-2 6 336,-1 3 1,-8 2 0,3-1 0,-5 1 0,-2 0 0,-5-1 0,-2 1 0,-3 0 959,1 0 1,-1-6-1,-4-1-578,-1-2 1,0 3 0,0-4 0,1-3 0,1 0 0,1 1 397,3 1 1,8 6-1243,2-6 1,4 2-1,10-2 1,5 4-1,4 1 1,5-1-471,1-2 1,8 4 0,0-4 637,-2 1 1,-7-2-1,-4 4 1,0 2-1,-3 4 1,-3 3-1,-9 2 1,-6-2 459,-3-1 0,-12 3 519,-4 0 0,-10 0 1,0-6-1,-4 1 0,-1-2 1,-1-3 78,1-6 0,-6-3 0,0-2 1,2 0-1017,2 0 0,2 0 0,-1-2 1,3-3-1,1-4 235,1 0 0,1 2 0,-5 7 0</inkml:trace>
  <inkml:trace contextRef="#ctx0" brushRef="#br0" timeOffset="15">27232 7450 7939,'0'-10'889,"0"-1"0,0 10-526,0 1 1,0 7 0,0 10-1,2 2 1,1 2 0,4 0-199,2 2 0,-4 0 1,4 4-1,0 0-392,0 1 1,-4 1 0,5 1 0,1-2 0,-1-4 0,-1 1 0,-2-2 0,-2-1-267,2-3 0,-5-1 0,5-4 198,0-4 0,-5-4 0,1-12 0,-6-4 0,-6-4-223,0-2 0,-5-5 0,4 0 526,-4 2 0,0-4 0,2 1 0,1-1 0,-1-1 0,-2 1 0,-2-2 0,2 3 0,2-1 832,1 4-407,8 1 1,-9 3 0,6-1 0,3 0 0,1 0 128,2 1 1,0 4-1,2 2 1,3 2-509,6 4 1,3 1 0,1 2-1,1-1 1,2-3 0,1-1-1,4 1 1,1 1 173,4-2-424,2 3 1,-4-10-1,0 6 1,2 3 0,0 1-1,0 2 1,-4 0 132,-1 0 1,3-5 103,-5 0 1,0-1-1,-7 8 1,-3 3-1,-6 6 1,-3 3-1,-2 2 1,0-1 629,0 1 1,0 0-622,0-1 1,0 6-1,0 2 1,0 0 0,0 1-1,1 1-206,5 3 1,-3 0 0,8-1 0,1 0 138,2 1 0,-4 0 17,1-2 0,-8 3 0,4-4 0</inkml:trace>
  <inkml:trace contextRef="#ctx0" brushRef="#br0" timeOffset="16">27609 5470 7929,'-15'-9'356,"-1"-5"1,6 12 0,-1-3 0,-1 3 1331,-2 2-1521,-2 0 1,6 7 0,-1 4 0,1 5 0,-1 5 0,1 5 0,-1 3 0,1 3 0,1 1-1,0 2 1,2 2 676,0-2 1,-3 3-722,5-1 1,-1-1-1,5-4 1,-3-1-1,-1 1 1,1-1 180,3 0 1,6 6 0,2 0-385,2-2 1,3-2 0,7-2 0,4-1 0,1-2 0,6-4 0,5-1 0,7-5 0,3-6-1195,2-7 1183,8-3 1,0-2 0,7-2-1,-3-3 1,-3-6 0,-2-4-1,-5-6-264,-5-5 1,-6-4 0,-7-2 332,1 1 1,-8 0 0,-4-1 0,-8-1 0,-7-2 0,-3-3 0,-2-1 0,-2 1 0,-3 1 420,-6-1-169,-10-3 1,-3-6-1,-8 2 1,1 1 0,-2 4-1,-4 2 1,-3 3 545,0 2 0,-6 1 1,6 2-557,0 4 1,-5 3 0,4 10 0,0 2-1,0 6 1,3 3 0,1 2 0,1 2-1,-1 3 345,2 6 0,0 8-577,-2 2 1,9 7 0,-3 0-1,3 7 1,3 6 0,5 5-677,2 1 1,9 5 0,4 4-1,3 2 203,2 1 1,9-1 0,7-13 0,6-3 484,3-5 0,5 3 0,-6 0 0</inkml:trace>
  <inkml:trace contextRef="#ctx0" brushRef="#br0" timeOffset="17">28191 7529 7939,'-15'0'122,"-1"0"0,0 2 1,0 3-1,1 5 1,-1 6-1,0 5 1,0 5-1,1 6 1,-1 3-1,0 3 1,2 0-1,4 3 1,5-3-1,3 2 2044,2 0 0,2-5-2193,3 2 0,9 0 1,9-4-1,1-4 1,6 1-1,3-2 0,5 0 1,1-4-1,1 1 1,0-4-1,5-2 0,3-7 1,2-1-1,-3-4-2616,-1 0 2500,10-2 1,-16-5 0,9-2 0,-7-5 0,-4-7 0,-3-7 0,-2-5-124,-1-7 0,-8-4 0,-4-8 383,-8-2 1,0 1 0,-7-10 0,-5 1 0,-7 0 0,-12 0-1,-7 0 1,-11 0 0,-5 2 1473,-7 4-1438,-8-1 0,4 22 0,-8-2 1,-4 5-1,-1 8 0,0 5 1,-1 7 364,1 3 0,12 9 1,-4 3-634,7 4 0,8 7 0,4 2 0,10 0 0,4 1 0,8 1 0,4 2 0,8 3 0,3 2-3656,2-1 1703,7 7 2068,2-11 0,14 16 0,1-10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5.781"/>
    </inkml:context>
    <inkml:brush xml:id="br0">
      <inkml:brushProperty name="height" value="0.053" units="cm"/>
      <inkml:brushProperty name="color" value="#FF0000"/>
    </inkml:brush>
  </inkml:definitions>
  <inkml:trace contextRef="#ctx0" brushRef="#br0">16934 2751 7969,'0'-16'0,"0"5"0,-2 3 144,-3 1 0,3 3 0,-3 9 600,3 6 0,2 8 1,0 6-682,0 4 1,0 13 0,0 18 0,0 9-1,0 15 1,0-34 0,0 2 0,0 4-1,0 3 1,0 6 0,0 3 0,0 4-1,0 2 1,-1 10 0,0 2 0,0-27 0,0 1-1,0 1 1,-1 4 0,0 1 0,1 0-1,-1 0 1,0 1 0,0 1 0,1 4-1,-1 1 1,0 0 0,0 0 0,0-1 0,1 1-1,-1 3 1,1 1 0,0-1 0,1-1-1,-1 0 1,1 0 140,-1 2 0,2-1 1,-1 2-1,0 4 1,0 1-1,0 0-305,-1-4 1,1-1-1,1 1 1,0 6 0,2 1-1,0-1 1,-1-5 0,1-1-1,0 0 1,1 1 0,-1 1-1,1 1 1,0 1 0,0 1-1,0 0 1,1 0 0,-1 0-1,1 0 116,-1 0 1,1 0 0,0 1 0,1-17 0,0 2 0,1-1 0,-2 0 0,2 18 0,-2 0 0,1 1 0,-1-20 0,0 0 0,0 1 0,1 0-192,-1 0 0,1 0 0,0 1 0,0 0 0,0 1 1,1 2-1,-1-1 0,1 0 0,-1-3 0,-1 0 1,1-1-1,0 0 0,1 19 0,1-1 0,-1-1 83,1 1 1,-1-1 0,1-1 0,-1-4 0,0-1 0,0 0 0,-1-2 0,-1-1 0,1 0 0,1-5 0,-1 0 0,1 0 44,0-3 0,0 1 0,0 0 1,-2 4-1,1 1 0,-2-1 0,0-7 1,-2-2-1,1 0 0,0-2 0,-1 0 1,0-1-1,-1-1 0,1 0 1,-2 0-1,2 25 0,-2-1 0,0 1 1,0 0-1,0-6 0,0-1 22,0-3 1,0 0 0,1-1-1,0-1 1,1-5 0,-1 0 44,2 4 1,0 1 0,3-7 0,0 1-1,-1 5 1,0 1 0,2-2 0,0 1-1,1-5 1,0 0-94,0-1 1,0 1-1,0 4 1,0-1-1,-1-5 1,1 0-1,0-2 1,0 1 50,0-1 0,0 0 1,0 3-1,-1 1 0,1-4 1,0 1-1,0 1 1,0-1-1,0 2 0,1-1 1,1-2-1,0 0 1,0 0-1,1 0 0,-2-3 1,1 0 135,-1 0 1,-1-1-1,0-5 1,0-1 0,0-5-1,0 0-74,-1-2 0,1-2 1,10 28-1,-1-2 0,1-5 1,-4-10 327,0-4 0,-2 3 0,-2-10 0,-4-2-402,-5-2 0,-1-3 1,0-6-1,0 0 0,0 1 1,0-2-1,0-2 1,0-2 198,0 2 0,2-4 1,2 2-1,1 2-278,-2 2 1,-1-6-1,-2-3 1,0-3-1,0-2 1,0-1-1,2-1-379,3-3 493,-3-4 0,5-7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7:27:45.913"/>
    </inkml:context>
    <inkml:brush xml:id="br0">
      <inkml:brushProperty name="height" value="0.053" units="cm"/>
      <inkml:brushProperty name="color" value="#FF0000"/>
    </inkml:brush>
  </inkml:definitions>
  <inkml:trace contextRef="#ctx0" brushRef="#br0">10063 9902 7890,'-2'-14'0,"-1"0"0,-3 0 0,1-3 0,-2-1 301,6 1 1,-6 6 191,7 1 1,0 8 0,1 0 0,5 8 0,2 4 0,4 8 0,2 8 0,2 7 0,0 9 0,0 3-262,1 4 0,2 18 0,-3-10 0,0 8-355,-1 5 1,-1-6 0,-1 3 0,-3-8 0,2-5 0,1-5 0,-1-5 0,-2-11 0,1-5 0,-1-7 0,1-2-1362,1-5 1394,2-16 0,2-6 0,-1-20 0,-1-9 1,-1-10-1,-3-11 0,2-6-43,2-5 0,2-11 1,0 0 142,-1-6 0,1 4 0,0-5 0,-8 42 0,1 1 0,11-35-421,1 9 1,0 0-1,-6 15 1,-1 6 410,-3 8 0,3 15 0,-6 4 0</inkml:trace>
  <inkml:trace contextRef="#ctx0" brushRef="#br0" timeOffset="1">5708 2861 8106,'-26'-11'34,"-4"2"1,-2 1 0,-3 1 0,2-2 0,0 2 0,2-2-1,-1 1 1,1-5 0,-1 1 0,1 0 0,-1 1 0,1 1 0,0-1-1,1 3 1058,4 1 0,-8-4-1075,8 6 1,-7-5 0,9 4 0,-3 3 0,3 1 0,1 2 0,2 0 0,0 0 0,-1 2 0,-1 3 179,0 5 1,2 6-241,5 5 1,1 4 0,1 6 0,2 4 0,3 5-1,2 11 125,3 8 1,3 9-65,1 16 0,0 3 0,0-38 0,1 0 1,1 3-1,0 1 0,1 3 0,1 2 0,-1 1 1,1 2-1,-1 1 0,1 0 0,-1 2 0,-1 0 1,1 1-1,-1 2 0,1 3 0,0 2 406,-2 3 0,1 2-480,2 5 1,1 2 0,-4 1 0,-1 2 0,2-26 0,0 0 0,0 1 0,-1 1 0,0 1 0,0 1 0,0 1 0,0 0 0,1 1-1,-1 1 1,1 0 0,0 0 0,-1-1 0,0-1 0,0 0-58,0-1 1,-1 0-1,1-1 1,1-2 0,-1 0-1,1-1 1,1 1-1,-1-1 1,0 0 0,1-1-1,0 0 1,0 0 63,1 0 0,0 1 0,0-1 0,1 2 1,-1-1-1,1 0 0,3 26 0,0 0 0,-1-1 1,0-2-1,-1-5 0,0-1 0,-1-5 0,1-1 1,0-3-1,0 0 0,0-2 0,0-1 47,-1-3 1,1-1-1,0-3 1,0-1 90,-3-5 1,-1-1-1,4 2 1,0-1 0,-1-4-1,-1-1 1,1-1 0,1-1-1,6 40 1,4-8-61,3-4 0,9-8 0,-2-12 0,7-9-38,9-4 0,3-13 0,20-13 0,12-10 0,-32-6 0,3-3 0,5-3 0,2-3 0,5-4 0,2-2 9,5-3 0,1-2 0,3-2 0,1-1 0,6-2 0,1-1 0,0-1 0</inkml:trace>
  <inkml:trace contextRef="#ctx0" brushRef="#br0" timeOffset="2">14811 2656 8287,'0'-15'41,"2"-1"1,3 2 0,6 2-1,3 3 1,3 0 0,2 0 0,4-1-1,2 0 1,4-1 0,6 1 0,5 1-1,2 2 1,0 2 0,2-2 721,1-2 1,2 5 0,1-3-626,-1 0 1,-2 6-1,-3-5 1,-3 5-1,-3 1 1,3 0 0,1 0-1,2 1 1,-2 5-22,-3 4 0,1 6 0,-1 5-162,-2 5 0,-7 11 0,-4 6 0,-1 10 0,-4 10 55,-1 8 0,-4 13 0,-9-39 1,0 1-1,-1 2 0,-1 0 0,0 3 1,-1 1-1,1 0 0,-1 1 0,0 2 1,0 0-1,-1-1 0,0 0 119,-1 0 0,0 0 1,0 5-1,0-1-108,0-3 1,0 0 0,0 5-1,0 1 1,0-1 0,0 0-1,0 2 1,0 0 0,0 2-1,0 0 1,0 0 0,0-1 36,0 0 1,0 0 0,0 8 0,0 0-1,-1-4 1,0 0 0,-1 2 0,0 0-35,0 0 1,-1 0 0,0-4-1,-1-1 1,2 3 0,1 1 0,-3 0-1,1 0 1,-1 2 0,1 0 0,-2 0-1,1-1 1,1 0 0,-1-1 0,0-2-1,-1 0 51,1-1 1,0 0 0,1 1 0,0 0-138,-2 0 1,0-1-1,3-2 1,0-2 0,0-2-1,-1-1 1,1 0-1,1-1 1,-1 2 0,0 0-1,-1 0 1,1 0-72,0 3 1,0-1 0,-1-4 0,-1 1 0,2-1-1,-1-1 1,1-1 0,-1-1 97,0-1 0,-1 0 0,1 4 0,-1 0 0,-2-5 0,0 0 1,1 0-1,1-1 0,0 2 0,-1-1 0,1-3 0,0 0 1,-2-1-1,-1 0 0,1-3 0,0-1-36,-4 42 82,-4 1 1,7-22-1,-6 3 1,5-4 0,-1-4-1,2-6 1,-2-7 396,0-2 0,1-6 0,-5-2-414,3-4 0,5-9 0,-6-3 1,-1-5-1,-2-6 0,-2-4 1,-1-5-1,-2-1-2034,-2 0 1756,-7 0 1,2-5 0,-11-2 0,-7 0 0,-6-2 0,-8 2 0,-3-1 2,-2-1 1,-16 5 0,-3-3-1,-3 2 1,39 2 0,-1-1-1,-1 1 1,0-1 280,-1 1 0,0-1 0,4 1 0,1 1 0,-42 2 0</inkml:trace>
  <inkml:trace contextRef="#ctx0" brushRef="#br0" timeOffset="3">11934 1305 8213,'-16'-23'0,"1"5"0,-1-3 1,0 4-1,-1 3 0,-4 2 1,-4 1-391,1-1 349,-13 5 1,9-5 0,-14 7 0,-3 1-1,-4 2 1,-5 2 0,0 0 502,-1 0 0,-2 2 0,4 2-273,3 1 1,-1 0-1,2-5 1,0 0-1,4 0 1,-1 0-1,3 0 1,1 2-1,5 1 395,4 3 1,-2 1-345,3-2 1,-1-2-1,11 6 1,1 0 0,1 0-1,6 3-23,0 2 0,2 3 0,2 4 0,4 5-225,5 4 0,1 10 0,1 9 0,3 12 0,3 16 1,-3-33-1,1 1 0,1 7 0,0 1 0,1 4 1,0 1 21,1 6 0,0 1 0,1 8 0,1 1-22,-2 1 1,0 2-1,-2-19 1,1 2 0,-1 0-1,-2-1 1,-1 1-1,0-1 1,1 2 0,0 1-1,0 0 1,1 5 0,-1 0-1,0 0 1,-1 0-1,0-1 1,-1 0-96,1 0 0,-1 1 0,0-1 0,1 5 0,-1 0 0,0 1 0,0-4 0,0 1 0,0 0 0,1 1 0,0 1 0,1 1 145,0 0 0,1 2 0,0 0 0,0 4 1,0 1-1,1-1 0,-1 0 0,1-1 0,0 1 1,0 1-1,1 1 0,0 0 0,0 3 1,0 0-1,1 1 0,0-1 0,0 0 0,1 0 1,0 3-1,0 0 0,1-1 0,-1 0 1,1 0-1,0 0-141,1-1 0,-1 0 0,1 0 0,1 3 0,0 1 0,0-1 19,0-5 1,1-1 0,-1 2 0,2 5-1,0 1 1,0-2 0,-1-8 0,0-2 0,0 1-1,-1-1 1,1 1 0,0-1 0,0-1 0,0-1-1,-1-1 1,0-3 0,0 0 0,-1-1-22,0-3 1,0-1 0,1 1 0,0 5 0,0 0 0,0-1 0,0-4 0,1-1 0,-1 0 0,0 1 0,-1-1 0,1 0 41,-1 1 1,0 0-1,0-2 1,0-3-1,-1-2 1,0 0-1,1 1 1,-2 0 0,1-1-1,4 26 1,0-1-1,-1-3 1,-1-2-1,-2-5 1,1-3 0,-3-6-1,-1-3 1,-1-6-1,-1-2-138,-2-4 1,1-1 0,-1-3 0,-1-1 208,-2 38 0,5-2 0,0-16 0,-1-3 1,-2-5-1,-1-4 0,3-2 0,3-1 1,3-1-1,6-1-1219,3 2 1155,16 0 52,-2-11 0,13 3 0,-1-2 0,2 4 0,4 6 0</inkml:trace>
  <inkml:trace contextRef="#ctx0" brushRef="#br0" timeOffset="4">22232 5784 8093,'11'-14'0,"-1"4"8,1-11 0,-1 16 0,2-11 1,4 2-1,3 2 0,2-1 1,0 3-1,2-2 0,2-1 1,4 1-1,4 2 843,4-2-775,7-2 1,-8-2 0,8 0-1,2 0 1,-3 2 0,3 2 0,-3 3 171,-1 2 1,-3 2 0,-8 5-152,1 0 1,-3 0-1,-3 0 1,-3 2-1,-2 1 1,0 4-1,-3 2 1,-4 3-1,-4 2 310,2 2 1,2 0-351,2 0 1,-2 1 0,-2 2 0,-1 4 0,-1 3 0,1 7 50,-1 7 1,-6 9 0,1 9 0,-3 8-68,-2 4 0,0-24 0,0 3 0,0-2 1,0 2-1,0 2 0,0 2 0,-1 4 1,0 2-1,-1 1 0,0 2 0,0 4 1,-1 1-1,1 1 0,1 2 265,0 1 0,0 1 0,-2 3 0,1 0-378,-1-2 1,0 1-1,0 6 1,1 2-1,2-1 1,0 1-1,0-1 1,0 0-1,0 3 1,0 0 0,0-2-1,0 1 1,0 4 1,0-1-1,0-2 1,0-2-1,0-3 1,0-1 0,0-3-1,0-1-62,0-2 0,0-1 1,0-2-1,0-2 1,0 1-1,0-1 0,0-1 1,0-1-1,0-2 1,0 0-1,0-4 1,0-1-1,0-3 0,0 0 1,0-4-1,0 1-123,0 0 0,0 0 0,-2-5 1,-1-1 245,0-1 0,1-1 1,-5 40-1,1-7 1,-2-9-1,-3-4 0,1-6 182,-3-2 1,0-5 0,-5-8-64,-3-1 1,4-7 0,-4 0 0,1-7 0,1-7 0,-3-4 0,-3-3 0,-3-3 0,-3-6-683,-6-3 466,-3-2 0,-9-7 1,-5-2-1,-7-1 1,-6 1-1,-3 2 0,-3 3-357,-6 3 1,-5 1 182,1 0 1,-3 5 0,40-1 0,-1 1 280,0 1 0,0 2 0,-39 6 0,38-2 0,-1 2 0,-1 0 0,0 0 0,-1 0 0,-1 1 0,0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FDAB0-3815-DE40-98A0-D4748ED7AB6C}" type="datetimeFigureOut">
              <a:rPr lang="en-RU" smtClean="0"/>
              <a:t>15.10.2026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D9FF7-1C9D-BC40-B9CF-45E6FE0F629F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0075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D971D-E062-4E3A-9256-C9F1BE7FC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12EAA-BEA0-49B5-9C5F-C9C5FA29D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C5F56-64F5-443B-8C1B-FC11F309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13.04.2020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2FAF4-858F-422F-BE0F-094B8068E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2F417-8248-45A5-AF46-77F4796BF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ABC42C-C6CC-47FC-904E-31573FDBB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23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1C920-BB07-4E64-AEAC-D14D1F5CB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253"/>
            <a:ext cx="10515600" cy="4758710"/>
          </a:xfrm>
          <a:prstGeom prst="rect">
            <a:avLst/>
          </a:prstGeom>
        </p:spPr>
        <p:txBody>
          <a:bodyPr>
            <a:normAutofit/>
          </a:bodyPr>
          <a:lstStyle>
            <a:lvl1pPr marL="720000" indent="-410400" fontAlgn="ctr">
              <a:lnSpc>
                <a:spcPct val="125000"/>
              </a:lnSpc>
              <a:spcBef>
                <a:spcPts val="700"/>
              </a:spcBef>
              <a:buClr>
                <a:schemeClr val="tx2"/>
              </a:buClr>
              <a:buSzPct val="70000"/>
              <a:buFont typeface="Menlo Bold" panose="020B0609030804020204" pitchFamily="49" charset="0"/>
              <a:buChar char="▶"/>
              <a:defRPr sz="2400"/>
            </a:lvl1pPr>
            <a:lvl2pPr marL="10080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2000"/>
            </a:lvl2pPr>
            <a:lvl3pPr marL="13140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1800"/>
            </a:lvl3pPr>
            <a:lvl4pPr marL="16002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1600"/>
            </a:lvl4pPr>
            <a:lvl5pPr marL="18720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5B6BAA2-D1AD-8C4E-91DE-7F67EDAD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E2BC9F9F-4877-FA4F-9CB7-213050EE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FC11485F-D050-6243-8582-A2EFAD5CF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57F2958-960D-074A-9A25-7F13F77FC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1ABC42C-C6CC-47FC-904E-31573FDBB0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734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2421CFF-0CA8-2D43-9A85-70A177879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E43E9BD-88E6-9E40-A873-8D42F31C8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410400" fontAlgn="ctr">
              <a:lnSpc>
                <a:spcPct val="125000"/>
              </a:lnSpc>
              <a:spcBef>
                <a:spcPts val="700"/>
              </a:spcBef>
              <a:buClr>
                <a:schemeClr val="tx2"/>
              </a:buClr>
              <a:buSzPct val="70000"/>
              <a:buFont typeface="Menlo Bold" panose="020B0609030804020204" pitchFamily="49" charset="0"/>
              <a:buChar char="▶"/>
              <a:defRPr/>
            </a:lvl1pPr>
            <a:lvl2pPr marL="6858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2pPr>
            <a:lvl3pPr marL="11430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3pPr>
            <a:lvl4pPr marL="16002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4pPr>
            <a:lvl5pPr marL="20574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E55ABA-8C2A-FC4C-88D8-01897659CF3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72202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410400" fontAlgn="ctr">
              <a:lnSpc>
                <a:spcPct val="125000"/>
              </a:lnSpc>
              <a:spcBef>
                <a:spcPts val="700"/>
              </a:spcBef>
              <a:buClr>
                <a:schemeClr val="tx2"/>
              </a:buClr>
              <a:buSzPct val="70000"/>
              <a:buFont typeface="Menlo Bold" panose="020B0609030804020204" pitchFamily="49" charset="0"/>
              <a:buChar char="▶"/>
              <a:defRPr/>
            </a:lvl1pPr>
            <a:lvl2pPr marL="6858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2pPr>
            <a:lvl3pPr marL="11430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3pPr>
            <a:lvl4pPr marL="16002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4pPr>
            <a:lvl5pPr marL="20574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C69259D8-85C8-AD46-B6E4-4350B50F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A87A59D-1541-EB41-9EF2-1C18CC038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2081CDC2-B8A8-5D4B-8EDE-A5B7366AA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1ABC42C-C6CC-47FC-904E-31573FDBB0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430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42286-19DA-4FA9-8EA1-884BEE260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63870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F72A3-437B-4178-8C02-76196725CE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3870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D541031-081E-D649-9D9D-B5A69B159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86A488A-F909-E947-83F1-C74499D0736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2505075"/>
            <a:ext cx="5181600" cy="3671888"/>
          </a:xfrm>
          <a:prstGeom prst="rect">
            <a:avLst/>
          </a:prstGeom>
        </p:spPr>
        <p:txBody>
          <a:bodyPr/>
          <a:lstStyle>
            <a:lvl1pPr marL="228600" indent="-410400" fontAlgn="ctr">
              <a:spcBef>
                <a:spcPts val="1000"/>
              </a:spcBef>
              <a:buClr>
                <a:schemeClr val="tx2"/>
              </a:buClr>
              <a:buSzPct val="70000"/>
              <a:buFont typeface="Menlo Bold" panose="020B0609030804020204" pitchFamily="49" charset="0"/>
              <a:buChar char="▶"/>
              <a:defRPr/>
            </a:lvl1pPr>
            <a:lvl2pPr marL="6858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2pPr>
            <a:lvl3pPr marL="11430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3pPr>
            <a:lvl4pPr marL="16002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4pPr>
            <a:lvl5pPr marL="20574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F759048-16B0-D642-8642-7D4ABFDA658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172202" y="2505075"/>
            <a:ext cx="5181600" cy="3671888"/>
          </a:xfrm>
          <a:prstGeom prst="rect">
            <a:avLst/>
          </a:prstGeom>
        </p:spPr>
        <p:txBody>
          <a:bodyPr/>
          <a:lstStyle>
            <a:lvl1pPr marL="228600" indent="-410400" fontAlgn="ctr">
              <a:spcBef>
                <a:spcPts val="1000"/>
              </a:spcBef>
              <a:buClr>
                <a:schemeClr val="tx2"/>
              </a:buClr>
              <a:buSzPct val="70000"/>
              <a:buFont typeface="Menlo Bold" panose="020B0609030804020204" pitchFamily="49" charset="0"/>
              <a:buChar char="▶"/>
              <a:defRPr/>
            </a:lvl1pPr>
            <a:lvl2pPr marL="6858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2pPr>
            <a:lvl3pPr marL="11430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3pPr>
            <a:lvl4pPr marL="16002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4pPr>
            <a:lvl5pPr marL="20574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6" name="Date Placeholder 2">
            <a:extLst>
              <a:ext uri="{FF2B5EF4-FFF2-40B4-BE49-F238E27FC236}">
                <a16:creationId xmlns:a16="http://schemas.microsoft.com/office/drawing/2014/main" id="{E22A78F8-7F3C-8E4F-BC9B-97654A58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3E43F7A9-3982-2043-B17B-FCCBA40B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A3852D33-C256-024C-AEEA-E4C92A0E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1ABC42C-C6CC-47FC-904E-31573FDBB0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49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1043-5271-44C1-ADF0-E00B147E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777E64-C5B1-4A45-AB4B-643B2527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11A6D-AEE4-4908-B506-9C7C56239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859DB5-F1E3-493B-B48D-AC38B5C2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1ABC42C-C6CC-47FC-904E-31573FDBB0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62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13739345-E1BD-E140-82C7-84ACB10AEE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68ED403-BD55-2D43-AC1A-AC8F5EEEB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287F617-A094-B649-BFCC-57208DBE3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1ABC42C-C6CC-47FC-904E-31573FDBB0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06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46A6-D67E-4169-B8D9-976701E8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CB2E9-75B3-4AC8-AE0C-72B3523D8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AE26D22-B2E0-6E4C-9B37-6A8F27A36DB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180012" y="995363"/>
            <a:ext cx="6172200" cy="4873625"/>
          </a:xfrm>
          <a:prstGeom prst="rect">
            <a:avLst/>
          </a:prstGeom>
        </p:spPr>
        <p:txBody>
          <a:bodyPr/>
          <a:lstStyle>
            <a:lvl1pPr marL="228600" indent="-410400" fontAlgn="ctr">
              <a:spcBef>
                <a:spcPts val="1000"/>
              </a:spcBef>
              <a:buClr>
                <a:schemeClr val="tx2"/>
              </a:buClr>
              <a:buSzPct val="70000"/>
              <a:buFont typeface="Menlo Bold" panose="020B0609030804020204" pitchFamily="49" charset="0"/>
              <a:buChar char="▶"/>
              <a:defRPr/>
            </a:lvl1pPr>
            <a:lvl2pPr marL="6858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2pPr>
            <a:lvl3pPr marL="11430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3pPr>
            <a:lvl4pPr marL="16002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4pPr>
            <a:lvl5pPr marL="20574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37CEA2BD-7BE8-2043-9E66-8B1C0D90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2BD1247-5574-7143-8D83-B990617E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FB3E4B3B-1A43-3B47-9EB2-E062EC73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1ABC42C-C6CC-47FC-904E-31573FDBB0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302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016A-DF0B-46AD-8FF6-25C2FB76F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ED4A8F-1CD7-4325-8095-6F64380D9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D9CE2-D3BB-40B4-BBAF-21F8A4BAA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585147CD-29DD-924C-837A-07E8BC813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FD5531D-6032-364A-96D3-88334563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D36B28F7-104B-E24D-A7B4-CF4C894D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1ABC42C-C6CC-47FC-904E-31573FDBB0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02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E14D91-C0DA-C147-ADBB-76BD6EF80A21}"/>
              </a:ext>
            </a:extLst>
          </p:cNvPr>
          <p:cNvSpPr txBox="1"/>
          <p:nvPr userDrawn="1"/>
        </p:nvSpPr>
        <p:spPr>
          <a:xfrm>
            <a:off x="5629413" y="6362151"/>
            <a:ext cx="1107996" cy="235642"/>
          </a:xfrm>
          <a:prstGeom prst="rect">
            <a:avLst/>
          </a:prstGeom>
          <a:noFill/>
        </p:spPr>
        <p:txBody>
          <a:bodyPr vert="vert" wrap="none" lIns="0" tIns="0" rIns="0" bIns="0" rtlCol="0" anchor="ctr" anchorCtr="1"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RU" sz="7200" b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›</a:t>
            </a:r>
            <a:endParaRPr lang="en-RU" sz="7200" b="0">
              <a:solidFill>
                <a:schemeClr val="bg1"/>
              </a:solidFill>
            </a:endParaRPr>
          </a:p>
        </p:txBody>
      </p:sp>
      <p:sp>
        <p:nvSpPr>
          <p:cNvPr id="7" name="Title Placeholder 11">
            <a:extLst>
              <a:ext uri="{FF2B5EF4-FFF2-40B4-BE49-F238E27FC236}">
                <a16:creationId xmlns:a16="http://schemas.microsoft.com/office/drawing/2014/main" id="{A52A806E-2D27-144C-926E-C93B2813E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566077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42D7C-F4CD-43B3-B107-D6071D5F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E25C0-DC9F-463E-AD4F-70E1B2A45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1B76B-B647-4085-9CED-4F7C9E5E00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B54ED-F8A8-4546-92E6-B0C3483DD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V. </a:t>
            </a:r>
            <a:r>
              <a:rPr lang="en-GB" dirty="0" err="1"/>
              <a:t>Belavin</a:t>
            </a:r>
            <a:r>
              <a:rPr lang="en-GB" dirty="0"/>
              <a:t>, et. al., NRU HSE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1F92-0CAF-447E-BDAB-0452548C8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BC42C-C6CC-47FC-904E-31573FDBB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647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5.xml"/><Relationship Id="rId4" Type="http://schemas.openxmlformats.org/officeDocument/2006/relationships/image" Target="../media/image11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image" Target="../media/image17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1910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customXml" Target="../ink/ink14.xml"/><Relationship Id="rId26" Type="http://schemas.openxmlformats.org/officeDocument/2006/relationships/customXml" Target="../ink/ink18.xml"/><Relationship Id="rId39" Type="http://schemas.openxmlformats.org/officeDocument/2006/relationships/image" Target="../media/image39.png"/><Relationship Id="rId21" Type="http://schemas.openxmlformats.org/officeDocument/2006/relationships/image" Target="../media/image30.png"/><Relationship Id="rId34" Type="http://schemas.openxmlformats.org/officeDocument/2006/relationships/customXml" Target="../ink/ink22.xml"/><Relationship Id="rId42" Type="http://schemas.openxmlformats.org/officeDocument/2006/relationships/customXml" Target="../ink/ink26.xml"/><Relationship Id="rId47" Type="http://schemas.openxmlformats.org/officeDocument/2006/relationships/image" Target="../media/image43.png"/><Relationship Id="rId50" Type="http://schemas.openxmlformats.org/officeDocument/2006/relationships/customXml" Target="../ink/ink30.xml"/><Relationship Id="rId55" Type="http://schemas.openxmlformats.org/officeDocument/2006/relationships/image" Target="../media/image47.png"/><Relationship Id="rId7" Type="http://schemas.openxmlformats.org/officeDocument/2006/relationships/image" Target="../media/image21.png"/><Relationship Id="rId2" Type="http://schemas.openxmlformats.org/officeDocument/2006/relationships/image" Target="../media/image1710.png"/><Relationship Id="rId16" Type="http://schemas.openxmlformats.org/officeDocument/2006/relationships/customXml" Target="../ink/ink13.xml"/><Relationship Id="rId29" Type="http://schemas.openxmlformats.org/officeDocument/2006/relationships/image" Target="../media/image34.png"/><Relationship Id="rId11" Type="http://schemas.openxmlformats.org/officeDocument/2006/relationships/image" Target="../media/image25.png"/><Relationship Id="rId24" Type="http://schemas.openxmlformats.org/officeDocument/2006/relationships/customXml" Target="../ink/ink17.xml"/><Relationship Id="rId32" Type="http://schemas.openxmlformats.org/officeDocument/2006/relationships/customXml" Target="../ink/ink21.xml"/><Relationship Id="rId37" Type="http://schemas.openxmlformats.org/officeDocument/2006/relationships/image" Target="../media/image38.png"/><Relationship Id="rId40" Type="http://schemas.openxmlformats.org/officeDocument/2006/relationships/customXml" Target="../ink/ink25.xml"/><Relationship Id="rId45" Type="http://schemas.openxmlformats.org/officeDocument/2006/relationships/image" Target="../media/image42.png"/><Relationship Id="rId53" Type="http://schemas.openxmlformats.org/officeDocument/2006/relationships/image" Target="../media/image46.png"/><Relationship Id="rId5" Type="http://schemas.microsoft.com/office/2007/relationships/hdphoto" Target="../media/hdphoto2.wdp"/><Relationship Id="rId19" Type="http://schemas.openxmlformats.org/officeDocument/2006/relationships/image" Target="../media/image29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customXml" Target="../ink/ink12.xml"/><Relationship Id="rId22" Type="http://schemas.openxmlformats.org/officeDocument/2006/relationships/customXml" Target="../ink/ink16.xml"/><Relationship Id="rId27" Type="http://schemas.openxmlformats.org/officeDocument/2006/relationships/image" Target="../media/image33.png"/><Relationship Id="rId30" Type="http://schemas.openxmlformats.org/officeDocument/2006/relationships/customXml" Target="../ink/ink20.xml"/><Relationship Id="rId35" Type="http://schemas.openxmlformats.org/officeDocument/2006/relationships/image" Target="../media/image37.png"/><Relationship Id="rId43" Type="http://schemas.openxmlformats.org/officeDocument/2006/relationships/image" Target="../media/image41.png"/><Relationship Id="rId48" Type="http://schemas.openxmlformats.org/officeDocument/2006/relationships/customXml" Target="../ink/ink29.xml"/><Relationship Id="rId56" Type="http://schemas.openxmlformats.org/officeDocument/2006/relationships/customXml" Target="../ink/ink33.xml"/><Relationship Id="rId8" Type="http://schemas.openxmlformats.org/officeDocument/2006/relationships/customXml" Target="../ink/ink9.xml"/><Relationship Id="rId51" Type="http://schemas.openxmlformats.org/officeDocument/2006/relationships/image" Target="../media/image45.png"/><Relationship Id="rId3" Type="http://schemas.openxmlformats.org/officeDocument/2006/relationships/image" Target="../media/image17.png"/><Relationship Id="rId12" Type="http://schemas.openxmlformats.org/officeDocument/2006/relationships/customXml" Target="../ink/ink11.xml"/><Relationship Id="rId17" Type="http://schemas.openxmlformats.org/officeDocument/2006/relationships/image" Target="../media/image28.png"/><Relationship Id="rId25" Type="http://schemas.openxmlformats.org/officeDocument/2006/relationships/image" Target="../media/image32.png"/><Relationship Id="rId33" Type="http://schemas.openxmlformats.org/officeDocument/2006/relationships/image" Target="../media/image36.png"/><Relationship Id="rId38" Type="http://schemas.openxmlformats.org/officeDocument/2006/relationships/customXml" Target="../ink/ink24.xml"/><Relationship Id="rId46" Type="http://schemas.openxmlformats.org/officeDocument/2006/relationships/customXml" Target="../ink/ink28.xml"/><Relationship Id="rId20" Type="http://schemas.openxmlformats.org/officeDocument/2006/relationships/customXml" Target="../ink/ink15.xml"/><Relationship Id="rId41" Type="http://schemas.openxmlformats.org/officeDocument/2006/relationships/image" Target="../media/image40.png"/><Relationship Id="rId54" Type="http://schemas.openxmlformats.org/officeDocument/2006/relationships/customXml" Target="../ink/ink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0.png"/><Relationship Id="rId15" Type="http://schemas.openxmlformats.org/officeDocument/2006/relationships/image" Target="../media/image27.png"/><Relationship Id="rId23" Type="http://schemas.openxmlformats.org/officeDocument/2006/relationships/image" Target="../media/image31.png"/><Relationship Id="rId28" Type="http://schemas.openxmlformats.org/officeDocument/2006/relationships/customXml" Target="../ink/ink19.xml"/><Relationship Id="rId36" Type="http://schemas.openxmlformats.org/officeDocument/2006/relationships/customXml" Target="../ink/ink23.xml"/><Relationship Id="rId49" Type="http://schemas.openxmlformats.org/officeDocument/2006/relationships/image" Target="../media/image44.png"/><Relationship Id="rId57" Type="http://schemas.openxmlformats.org/officeDocument/2006/relationships/image" Target="../media/image48.png"/><Relationship Id="rId10" Type="http://schemas.openxmlformats.org/officeDocument/2006/relationships/customXml" Target="../ink/ink10.xml"/><Relationship Id="rId31" Type="http://schemas.openxmlformats.org/officeDocument/2006/relationships/image" Target="../media/image35.png"/><Relationship Id="rId44" Type="http://schemas.openxmlformats.org/officeDocument/2006/relationships/customXml" Target="../ink/ink27.xml"/><Relationship Id="rId52" Type="http://schemas.openxmlformats.org/officeDocument/2006/relationships/customXml" Target="../ink/ink3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3" Type="http://schemas.openxmlformats.org/officeDocument/2006/relationships/image" Target="../media/image22.png"/><Relationship Id="rId7" Type="http://schemas.openxmlformats.org/officeDocument/2006/relationships/image" Target="../media/image5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5" Type="http://schemas.openxmlformats.org/officeDocument/2006/relationships/image" Target="../media/image50.png"/><Relationship Id="rId4" Type="http://schemas.openxmlformats.org/officeDocument/2006/relationships/customXml" Target="../ink/ink34.xml"/><Relationship Id="rId9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customXml" Target="../ink/ink41.xml"/><Relationship Id="rId18" Type="http://schemas.openxmlformats.org/officeDocument/2006/relationships/image" Target="../media/image60.png"/><Relationship Id="rId3" Type="http://schemas.openxmlformats.org/officeDocument/2006/relationships/image" Target="../media/image280.png"/><Relationship Id="rId7" Type="http://schemas.openxmlformats.org/officeDocument/2006/relationships/customXml" Target="../ink/ink38.xml"/><Relationship Id="rId12" Type="http://schemas.openxmlformats.org/officeDocument/2006/relationships/image" Target="../media/image57.png"/><Relationship Id="rId17" Type="http://schemas.openxmlformats.org/officeDocument/2006/relationships/customXml" Target="../ink/ink43.xml"/><Relationship Id="rId2" Type="http://schemas.openxmlformats.org/officeDocument/2006/relationships/image" Target="../media/image23.png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customXml" Target="../ink/ink40.xml"/><Relationship Id="rId5" Type="http://schemas.openxmlformats.org/officeDocument/2006/relationships/customXml" Target="../ink/ink37.xml"/><Relationship Id="rId15" Type="http://schemas.openxmlformats.org/officeDocument/2006/relationships/customXml" Target="../ink/ink42.xml"/><Relationship Id="rId10" Type="http://schemas.openxmlformats.org/officeDocument/2006/relationships/image" Target="../media/image56.png"/><Relationship Id="rId4" Type="http://schemas.openxmlformats.org/officeDocument/2006/relationships/image" Target="../media/image291.png"/><Relationship Id="rId9" Type="http://schemas.openxmlformats.org/officeDocument/2006/relationships/customXml" Target="../ink/ink39.xml"/><Relationship Id="rId1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9.xml"/><Relationship Id="rId18" Type="http://schemas.openxmlformats.org/officeDocument/2006/relationships/image" Target="../media/image69.png"/><Relationship Id="rId26" Type="http://schemas.openxmlformats.org/officeDocument/2006/relationships/image" Target="../media/image73.png"/><Relationship Id="rId39" Type="http://schemas.openxmlformats.org/officeDocument/2006/relationships/customXml" Target="../ink/ink62.xml"/><Relationship Id="rId21" Type="http://schemas.openxmlformats.org/officeDocument/2006/relationships/customXml" Target="../ink/ink53.xml"/><Relationship Id="rId34" Type="http://schemas.openxmlformats.org/officeDocument/2006/relationships/image" Target="../media/image77.png"/><Relationship Id="rId42" Type="http://schemas.openxmlformats.org/officeDocument/2006/relationships/image" Target="../media/image81.png"/><Relationship Id="rId7" Type="http://schemas.openxmlformats.org/officeDocument/2006/relationships/customXml" Target="../ink/ink46.xml"/><Relationship Id="rId2" Type="http://schemas.openxmlformats.org/officeDocument/2006/relationships/image" Target="../media/image49.png"/><Relationship Id="rId16" Type="http://schemas.openxmlformats.org/officeDocument/2006/relationships/image" Target="../media/image68.png"/><Relationship Id="rId29" Type="http://schemas.openxmlformats.org/officeDocument/2006/relationships/customXml" Target="../ink/ink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customXml" Target="../ink/ink48.xml"/><Relationship Id="rId24" Type="http://schemas.openxmlformats.org/officeDocument/2006/relationships/image" Target="../media/image72.png"/><Relationship Id="rId32" Type="http://schemas.openxmlformats.org/officeDocument/2006/relationships/image" Target="../media/image76.png"/><Relationship Id="rId37" Type="http://schemas.openxmlformats.org/officeDocument/2006/relationships/customXml" Target="../ink/ink61.xml"/><Relationship Id="rId40" Type="http://schemas.openxmlformats.org/officeDocument/2006/relationships/image" Target="../media/image80.png"/><Relationship Id="rId45" Type="http://schemas.openxmlformats.org/officeDocument/2006/relationships/customXml" Target="../ink/ink65.xml"/><Relationship Id="rId5" Type="http://schemas.openxmlformats.org/officeDocument/2006/relationships/customXml" Target="../ink/ink45.xml"/><Relationship Id="rId15" Type="http://schemas.openxmlformats.org/officeDocument/2006/relationships/customXml" Target="../ink/ink50.xml"/><Relationship Id="rId23" Type="http://schemas.openxmlformats.org/officeDocument/2006/relationships/customXml" Target="../ink/ink54.xml"/><Relationship Id="rId28" Type="http://schemas.openxmlformats.org/officeDocument/2006/relationships/image" Target="../media/image74.png"/><Relationship Id="rId36" Type="http://schemas.openxmlformats.org/officeDocument/2006/relationships/image" Target="../media/image78.png"/><Relationship Id="rId10" Type="http://schemas.openxmlformats.org/officeDocument/2006/relationships/image" Target="../media/image65.png"/><Relationship Id="rId19" Type="http://schemas.openxmlformats.org/officeDocument/2006/relationships/customXml" Target="../ink/ink52.xml"/><Relationship Id="rId31" Type="http://schemas.openxmlformats.org/officeDocument/2006/relationships/customXml" Target="../ink/ink58.xml"/><Relationship Id="rId44" Type="http://schemas.openxmlformats.org/officeDocument/2006/relationships/image" Target="../media/image82.png"/><Relationship Id="rId4" Type="http://schemas.openxmlformats.org/officeDocument/2006/relationships/image" Target="../media/image62.png"/><Relationship Id="rId9" Type="http://schemas.openxmlformats.org/officeDocument/2006/relationships/customXml" Target="../ink/ink47.xml"/><Relationship Id="rId14" Type="http://schemas.openxmlformats.org/officeDocument/2006/relationships/image" Target="../media/image67.png"/><Relationship Id="rId22" Type="http://schemas.openxmlformats.org/officeDocument/2006/relationships/image" Target="../media/image71.png"/><Relationship Id="rId27" Type="http://schemas.openxmlformats.org/officeDocument/2006/relationships/customXml" Target="../ink/ink56.xml"/><Relationship Id="rId30" Type="http://schemas.openxmlformats.org/officeDocument/2006/relationships/image" Target="../media/image75.png"/><Relationship Id="rId35" Type="http://schemas.openxmlformats.org/officeDocument/2006/relationships/customXml" Target="../ink/ink60.xml"/><Relationship Id="rId43" Type="http://schemas.openxmlformats.org/officeDocument/2006/relationships/customXml" Target="../ink/ink64.xml"/><Relationship Id="rId8" Type="http://schemas.openxmlformats.org/officeDocument/2006/relationships/image" Target="../media/image64.png"/><Relationship Id="rId3" Type="http://schemas.openxmlformats.org/officeDocument/2006/relationships/customXml" Target="../ink/ink44.xml"/><Relationship Id="rId12" Type="http://schemas.openxmlformats.org/officeDocument/2006/relationships/image" Target="../media/image66.png"/><Relationship Id="rId17" Type="http://schemas.openxmlformats.org/officeDocument/2006/relationships/customXml" Target="../ink/ink51.xml"/><Relationship Id="rId25" Type="http://schemas.openxmlformats.org/officeDocument/2006/relationships/customXml" Target="../ink/ink55.xml"/><Relationship Id="rId33" Type="http://schemas.openxmlformats.org/officeDocument/2006/relationships/customXml" Target="../ink/ink59.xml"/><Relationship Id="rId38" Type="http://schemas.openxmlformats.org/officeDocument/2006/relationships/image" Target="../media/image79.png"/><Relationship Id="rId46" Type="http://schemas.openxmlformats.org/officeDocument/2006/relationships/image" Target="../media/image83.png"/><Relationship Id="rId20" Type="http://schemas.openxmlformats.org/officeDocument/2006/relationships/image" Target="../media/image70.png"/><Relationship Id="rId41" Type="http://schemas.openxmlformats.org/officeDocument/2006/relationships/customXml" Target="../ink/ink6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customXml" Target="../ink/ink6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customXml" Target="../ink/ink6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7" Type="http://schemas.openxmlformats.org/officeDocument/2006/relationships/image" Target="../media/image8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8.xml"/><Relationship Id="rId5" Type="http://schemas.openxmlformats.org/officeDocument/2006/relationships/hyperlink" Target="https://www.borealisai.com/en/blog/tutorial-5-variational-auto-encoders/" TargetMode="External"/><Relationship Id="rId4" Type="http://schemas.openxmlformats.org/officeDocument/2006/relationships/image" Target="../media/image3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9.xm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3" Type="http://schemas.openxmlformats.org/officeDocument/2006/relationships/image" Target="../media/image360.png"/><Relationship Id="rId7" Type="http://schemas.openxmlformats.org/officeDocument/2006/relationships/image" Target="../media/image400.png"/><Relationship Id="rId12" Type="http://schemas.openxmlformats.org/officeDocument/2006/relationships/image" Target="../media/image46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11" Type="http://schemas.openxmlformats.org/officeDocument/2006/relationships/image" Target="../media/image440.png"/><Relationship Id="rId5" Type="http://schemas.openxmlformats.org/officeDocument/2006/relationships/image" Target="../media/image380.png"/><Relationship Id="rId10" Type="http://schemas.openxmlformats.org/officeDocument/2006/relationships/image" Target="../media/image430.png"/><Relationship Id="rId4" Type="http://schemas.openxmlformats.org/officeDocument/2006/relationships/image" Target="../media/image371.png"/><Relationship Id="rId9" Type="http://schemas.openxmlformats.org/officeDocument/2006/relationships/image" Target="../media/image4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230.png"/><Relationship Id="rId7" Type="http://schemas.openxmlformats.org/officeDocument/2006/relationships/customXml" Target="../ink/ink71.xml"/><Relationship Id="rId12" Type="http://schemas.openxmlformats.org/officeDocument/2006/relationships/image" Target="../media/image92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customXml" Target="../ink/ink73.xml"/><Relationship Id="rId5" Type="http://schemas.openxmlformats.org/officeDocument/2006/relationships/customXml" Target="../ink/ink70.xml"/><Relationship Id="rId10" Type="http://schemas.openxmlformats.org/officeDocument/2006/relationships/image" Target="../media/image91.png"/><Relationship Id="rId4" Type="http://schemas.openxmlformats.org/officeDocument/2006/relationships/hyperlink" Target="http://approximateinference.org/accepted/HoffmanJohnson2016.pdf" TargetMode="External"/><Relationship Id="rId9" Type="http://schemas.openxmlformats.org/officeDocument/2006/relationships/customXml" Target="../ink/ink7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7.png"/><Relationship Id="rId18" Type="http://schemas.openxmlformats.org/officeDocument/2006/relationships/customXml" Target="../ink/ink81.xml"/><Relationship Id="rId26" Type="http://schemas.openxmlformats.org/officeDocument/2006/relationships/customXml" Target="../ink/ink85.xml"/><Relationship Id="rId39" Type="http://schemas.openxmlformats.org/officeDocument/2006/relationships/image" Target="../media/image110.png"/><Relationship Id="rId21" Type="http://schemas.openxmlformats.org/officeDocument/2006/relationships/image" Target="../media/image101.png"/><Relationship Id="rId34" Type="http://schemas.openxmlformats.org/officeDocument/2006/relationships/customXml" Target="../ink/ink89.xml"/><Relationship Id="rId42" Type="http://schemas.openxmlformats.org/officeDocument/2006/relationships/customXml" Target="../ink/ink93.xml"/><Relationship Id="rId47" Type="http://schemas.openxmlformats.org/officeDocument/2006/relationships/image" Target="../media/image114.png"/><Relationship Id="rId50" Type="http://schemas.openxmlformats.org/officeDocument/2006/relationships/customXml" Target="../ink/ink97.xml"/><Relationship Id="rId55" Type="http://schemas.openxmlformats.org/officeDocument/2006/relationships/image" Target="../media/image118.png"/><Relationship Id="rId7" Type="http://schemas.openxmlformats.org/officeDocument/2006/relationships/image" Target="../media/image94.png"/><Relationship Id="rId2" Type="http://schemas.openxmlformats.org/officeDocument/2006/relationships/image" Target="../media/image480.png"/><Relationship Id="rId16" Type="http://schemas.openxmlformats.org/officeDocument/2006/relationships/customXml" Target="../ink/ink80.xml"/><Relationship Id="rId29" Type="http://schemas.openxmlformats.org/officeDocument/2006/relationships/image" Target="../media/image105.png"/><Relationship Id="rId11" Type="http://schemas.openxmlformats.org/officeDocument/2006/relationships/image" Target="../media/image96.png"/><Relationship Id="rId24" Type="http://schemas.openxmlformats.org/officeDocument/2006/relationships/customXml" Target="../ink/ink84.xml"/><Relationship Id="rId32" Type="http://schemas.openxmlformats.org/officeDocument/2006/relationships/customXml" Target="../ink/ink88.xml"/><Relationship Id="rId37" Type="http://schemas.openxmlformats.org/officeDocument/2006/relationships/image" Target="../media/image109.png"/><Relationship Id="rId40" Type="http://schemas.openxmlformats.org/officeDocument/2006/relationships/customXml" Target="../ink/ink92.xml"/><Relationship Id="rId45" Type="http://schemas.openxmlformats.org/officeDocument/2006/relationships/image" Target="../media/image113.png"/><Relationship Id="rId53" Type="http://schemas.openxmlformats.org/officeDocument/2006/relationships/image" Target="../media/image117.png"/><Relationship Id="rId58" Type="http://schemas.openxmlformats.org/officeDocument/2006/relationships/customXml" Target="../ink/ink101.xml"/><Relationship Id="rId5" Type="http://schemas.openxmlformats.org/officeDocument/2006/relationships/image" Target="../media/image93.png"/><Relationship Id="rId61" Type="http://schemas.openxmlformats.org/officeDocument/2006/relationships/image" Target="../media/image121.png"/><Relationship Id="rId19" Type="http://schemas.openxmlformats.org/officeDocument/2006/relationships/image" Target="../media/image100.png"/><Relationship Id="rId14" Type="http://schemas.openxmlformats.org/officeDocument/2006/relationships/customXml" Target="../ink/ink79.xml"/><Relationship Id="rId22" Type="http://schemas.openxmlformats.org/officeDocument/2006/relationships/customXml" Target="../ink/ink83.xml"/><Relationship Id="rId27" Type="http://schemas.openxmlformats.org/officeDocument/2006/relationships/image" Target="../media/image104.png"/><Relationship Id="rId30" Type="http://schemas.openxmlformats.org/officeDocument/2006/relationships/customXml" Target="../ink/ink87.xml"/><Relationship Id="rId35" Type="http://schemas.openxmlformats.org/officeDocument/2006/relationships/image" Target="../media/image108.png"/><Relationship Id="rId43" Type="http://schemas.openxmlformats.org/officeDocument/2006/relationships/image" Target="../media/image112.png"/><Relationship Id="rId48" Type="http://schemas.openxmlformats.org/officeDocument/2006/relationships/customXml" Target="../ink/ink96.xml"/><Relationship Id="rId56" Type="http://schemas.openxmlformats.org/officeDocument/2006/relationships/customXml" Target="../ink/ink100.xml"/><Relationship Id="rId8" Type="http://schemas.openxmlformats.org/officeDocument/2006/relationships/customXml" Target="../ink/ink76.xml"/><Relationship Id="rId51" Type="http://schemas.openxmlformats.org/officeDocument/2006/relationships/image" Target="../media/image116.png"/><Relationship Id="rId3" Type="http://schemas.openxmlformats.org/officeDocument/2006/relationships/image" Target="../media/image490.png"/><Relationship Id="rId12" Type="http://schemas.openxmlformats.org/officeDocument/2006/relationships/customXml" Target="../ink/ink78.xml"/><Relationship Id="rId17" Type="http://schemas.openxmlformats.org/officeDocument/2006/relationships/image" Target="../media/image99.png"/><Relationship Id="rId25" Type="http://schemas.openxmlformats.org/officeDocument/2006/relationships/image" Target="../media/image103.png"/><Relationship Id="rId33" Type="http://schemas.openxmlformats.org/officeDocument/2006/relationships/image" Target="../media/image107.png"/><Relationship Id="rId38" Type="http://schemas.openxmlformats.org/officeDocument/2006/relationships/customXml" Target="../ink/ink91.xml"/><Relationship Id="rId46" Type="http://schemas.openxmlformats.org/officeDocument/2006/relationships/customXml" Target="../ink/ink95.xml"/><Relationship Id="rId59" Type="http://schemas.openxmlformats.org/officeDocument/2006/relationships/image" Target="../media/image120.png"/><Relationship Id="rId20" Type="http://schemas.openxmlformats.org/officeDocument/2006/relationships/customXml" Target="../ink/ink82.xml"/><Relationship Id="rId41" Type="http://schemas.openxmlformats.org/officeDocument/2006/relationships/image" Target="../media/image111.png"/><Relationship Id="rId54" Type="http://schemas.openxmlformats.org/officeDocument/2006/relationships/customXml" Target="../ink/ink9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5.xml"/><Relationship Id="rId15" Type="http://schemas.openxmlformats.org/officeDocument/2006/relationships/image" Target="../media/image98.png"/><Relationship Id="rId23" Type="http://schemas.openxmlformats.org/officeDocument/2006/relationships/image" Target="../media/image102.png"/><Relationship Id="rId28" Type="http://schemas.openxmlformats.org/officeDocument/2006/relationships/customXml" Target="../ink/ink86.xml"/><Relationship Id="rId36" Type="http://schemas.openxmlformats.org/officeDocument/2006/relationships/customXml" Target="../ink/ink90.xml"/><Relationship Id="rId49" Type="http://schemas.openxmlformats.org/officeDocument/2006/relationships/image" Target="../media/image115.png"/><Relationship Id="rId57" Type="http://schemas.openxmlformats.org/officeDocument/2006/relationships/image" Target="../media/image119.png"/><Relationship Id="rId10" Type="http://schemas.openxmlformats.org/officeDocument/2006/relationships/customXml" Target="../ink/ink77.xml"/><Relationship Id="rId31" Type="http://schemas.openxmlformats.org/officeDocument/2006/relationships/image" Target="../media/image106.png"/><Relationship Id="rId44" Type="http://schemas.openxmlformats.org/officeDocument/2006/relationships/customXml" Target="../ink/ink94.xml"/><Relationship Id="rId52" Type="http://schemas.openxmlformats.org/officeDocument/2006/relationships/customXml" Target="../ink/ink98.xml"/><Relationship Id="rId60" Type="http://schemas.openxmlformats.org/officeDocument/2006/relationships/customXml" Target="../ink/ink102.xml"/><Relationship Id="rId4" Type="http://schemas.openxmlformats.org/officeDocument/2006/relationships/customXml" Target="../ink/ink74.xml"/><Relationship Id="rId9" Type="http://schemas.openxmlformats.org/officeDocument/2006/relationships/image" Target="../media/image95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6.png"/><Relationship Id="rId18" Type="http://schemas.openxmlformats.org/officeDocument/2006/relationships/customXml" Target="../ink/ink110.xml"/><Relationship Id="rId26" Type="http://schemas.openxmlformats.org/officeDocument/2006/relationships/customXml" Target="../ink/ink114.xml"/><Relationship Id="rId39" Type="http://schemas.openxmlformats.org/officeDocument/2006/relationships/image" Target="../media/image139.png"/><Relationship Id="rId21" Type="http://schemas.openxmlformats.org/officeDocument/2006/relationships/image" Target="../media/image130.png"/><Relationship Id="rId34" Type="http://schemas.openxmlformats.org/officeDocument/2006/relationships/customXml" Target="../ink/ink118.xml"/><Relationship Id="rId42" Type="http://schemas.openxmlformats.org/officeDocument/2006/relationships/customXml" Target="../ink/ink122.xml"/><Relationship Id="rId7" Type="http://schemas.openxmlformats.org/officeDocument/2006/relationships/image" Target="../media/image123.png"/><Relationship Id="rId2" Type="http://schemas.openxmlformats.org/officeDocument/2006/relationships/image" Target="../media/image500.png"/><Relationship Id="rId16" Type="http://schemas.openxmlformats.org/officeDocument/2006/relationships/customXml" Target="../ink/ink109.xml"/><Relationship Id="rId29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4.xml"/><Relationship Id="rId11" Type="http://schemas.openxmlformats.org/officeDocument/2006/relationships/image" Target="../media/image125.png"/><Relationship Id="rId24" Type="http://schemas.openxmlformats.org/officeDocument/2006/relationships/customXml" Target="../ink/ink113.xml"/><Relationship Id="rId32" Type="http://schemas.openxmlformats.org/officeDocument/2006/relationships/customXml" Target="../ink/ink117.xml"/><Relationship Id="rId37" Type="http://schemas.openxmlformats.org/officeDocument/2006/relationships/image" Target="../media/image138.png"/><Relationship Id="rId40" Type="http://schemas.openxmlformats.org/officeDocument/2006/relationships/customXml" Target="../ink/ink121.xml"/><Relationship Id="rId45" Type="http://schemas.openxmlformats.org/officeDocument/2006/relationships/image" Target="../media/image142.png"/><Relationship Id="rId5" Type="http://schemas.openxmlformats.org/officeDocument/2006/relationships/image" Target="../media/image122.png"/><Relationship Id="rId15" Type="http://schemas.openxmlformats.org/officeDocument/2006/relationships/image" Target="../media/image127.png"/><Relationship Id="rId23" Type="http://schemas.openxmlformats.org/officeDocument/2006/relationships/image" Target="../media/image131.png"/><Relationship Id="rId28" Type="http://schemas.openxmlformats.org/officeDocument/2006/relationships/customXml" Target="../ink/ink115.xml"/><Relationship Id="rId36" Type="http://schemas.openxmlformats.org/officeDocument/2006/relationships/customXml" Target="../ink/ink119.xml"/><Relationship Id="rId10" Type="http://schemas.openxmlformats.org/officeDocument/2006/relationships/customXml" Target="../ink/ink106.xml"/><Relationship Id="rId19" Type="http://schemas.openxmlformats.org/officeDocument/2006/relationships/image" Target="../media/image129.png"/><Relationship Id="rId31" Type="http://schemas.openxmlformats.org/officeDocument/2006/relationships/image" Target="../media/image135.png"/><Relationship Id="rId44" Type="http://schemas.openxmlformats.org/officeDocument/2006/relationships/customXml" Target="../ink/ink123.xml"/><Relationship Id="rId4" Type="http://schemas.openxmlformats.org/officeDocument/2006/relationships/customXml" Target="../ink/ink103.xml"/><Relationship Id="rId9" Type="http://schemas.openxmlformats.org/officeDocument/2006/relationships/image" Target="../media/image124.png"/><Relationship Id="rId14" Type="http://schemas.openxmlformats.org/officeDocument/2006/relationships/customXml" Target="../ink/ink108.xml"/><Relationship Id="rId22" Type="http://schemas.openxmlformats.org/officeDocument/2006/relationships/customXml" Target="../ink/ink112.xml"/><Relationship Id="rId27" Type="http://schemas.openxmlformats.org/officeDocument/2006/relationships/image" Target="../media/image133.png"/><Relationship Id="rId30" Type="http://schemas.openxmlformats.org/officeDocument/2006/relationships/customXml" Target="../ink/ink116.xml"/><Relationship Id="rId35" Type="http://schemas.openxmlformats.org/officeDocument/2006/relationships/image" Target="../media/image137.png"/><Relationship Id="rId43" Type="http://schemas.openxmlformats.org/officeDocument/2006/relationships/image" Target="../media/image141.png"/><Relationship Id="rId8" Type="http://schemas.openxmlformats.org/officeDocument/2006/relationships/customXml" Target="../ink/ink105.xml"/><Relationship Id="rId3" Type="http://schemas.openxmlformats.org/officeDocument/2006/relationships/hyperlink" Target="https://arxiv.org/abs/1312.6114" TargetMode="External"/><Relationship Id="rId12" Type="http://schemas.openxmlformats.org/officeDocument/2006/relationships/customXml" Target="../ink/ink107.xml"/><Relationship Id="rId17" Type="http://schemas.openxmlformats.org/officeDocument/2006/relationships/image" Target="../media/image128.png"/><Relationship Id="rId25" Type="http://schemas.openxmlformats.org/officeDocument/2006/relationships/image" Target="../media/image132.png"/><Relationship Id="rId33" Type="http://schemas.openxmlformats.org/officeDocument/2006/relationships/image" Target="../media/image136.png"/><Relationship Id="rId38" Type="http://schemas.openxmlformats.org/officeDocument/2006/relationships/customXml" Target="../ink/ink120.xml"/><Relationship Id="rId20" Type="http://schemas.openxmlformats.org/officeDocument/2006/relationships/customXml" Target="../ink/ink111.xml"/><Relationship Id="rId41" Type="http://schemas.openxmlformats.org/officeDocument/2006/relationships/image" Target="../media/image140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9.xml"/><Relationship Id="rId18" Type="http://schemas.openxmlformats.org/officeDocument/2006/relationships/image" Target="../media/image150.png"/><Relationship Id="rId26" Type="http://schemas.openxmlformats.org/officeDocument/2006/relationships/image" Target="../media/image154.png"/><Relationship Id="rId3" Type="http://schemas.openxmlformats.org/officeDocument/2006/relationships/customXml" Target="../ink/ink124.xml"/><Relationship Id="rId21" Type="http://schemas.openxmlformats.org/officeDocument/2006/relationships/customXml" Target="../ink/ink133.xml"/><Relationship Id="rId34" Type="http://schemas.openxmlformats.org/officeDocument/2006/relationships/image" Target="../media/image158.png"/><Relationship Id="rId7" Type="http://schemas.openxmlformats.org/officeDocument/2006/relationships/customXml" Target="../ink/ink126.xml"/><Relationship Id="rId12" Type="http://schemas.openxmlformats.org/officeDocument/2006/relationships/image" Target="../media/image147.png"/><Relationship Id="rId17" Type="http://schemas.openxmlformats.org/officeDocument/2006/relationships/customXml" Target="../ink/ink131.xml"/><Relationship Id="rId25" Type="http://schemas.openxmlformats.org/officeDocument/2006/relationships/customXml" Target="../ink/ink135.xml"/><Relationship Id="rId33" Type="http://schemas.openxmlformats.org/officeDocument/2006/relationships/customXml" Target="../ink/ink139.xml"/><Relationship Id="rId2" Type="http://schemas.openxmlformats.org/officeDocument/2006/relationships/image" Target="../media/image510.png"/><Relationship Id="rId16" Type="http://schemas.openxmlformats.org/officeDocument/2006/relationships/image" Target="../media/image149.png"/><Relationship Id="rId20" Type="http://schemas.openxmlformats.org/officeDocument/2006/relationships/image" Target="../media/image151.png"/><Relationship Id="rId29" Type="http://schemas.openxmlformats.org/officeDocument/2006/relationships/customXml" Target="../ink/ink1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11" Type="http://schemas.openxmlformats.org/officeDocument/2006/relationships/customXml" Target="../ink/ink128.xml"/><Relationship Id="rId24" Type="http://schemas.openxmlformats.org/officeDocument/2006/relationships/image" Target="../media/image153.png"/><Relationship Id="rId32" Type="http://schemas.openxmlformats.org/officeDocument/2006/relationships/image" Target="../media/image157.png"/><Relationship Id="rId5" Type="http://schemas.openxmlformats.org/officeDocument/2006/relationships/customXml" Target="../ink/ink125.xml"/><Relationship Id="rId15" Type="http://schemas.openxmlformats.org/officeDocument/2006/relationships/customXml" Target="../ink/ink130.xml"/><Relationship Id="rId23" Type="http://schemas.openxmlformats.org/officeDocument/2006/relationships/customXml" Target="../ink/ink134.xml"/><Relationship Id="rId28" Type="http://schemas.openxmlformats.org/officeDocument/2006/relationships/image" Target="../media/image155.png"/><Relationship Id="rId36" Type="http://schemas.openxmlformats.org/officeDocument/2006/relationships/image" Target="../media/image159.png"/><Relationship Id="rId10" Type="http://schemas.openxmlformats.org/officeDocument/2006/relationships/image" Target="../media/image146.png"/><Relationship Id="rId19" Type="http://schemas.openxmlformats.org/officeDocument/2006/relationships/customXml" Target="../ink/ink132.xml"/><Relationship Id="rId31" Type="http://schemas.openxmlformats.org/officeDocument/2006/relationships/customXml" Target="../ink/ink138.xml"/><Relationship Id="rId4" Type="http://schemas.openxmlformats.org/officeDocument/2006/relationships/image" Target="../media/image143.png"/><Relationship Id="rId9" Type="http://schemas.openxmlformats.org/officeDocument/2006/relationships/customXml" Target="../ink/ink127.xml"/><Relationship Id="rId14" Type="http://schemas.openxmlformats.org/officeDocument/2006/relationships/image" Target="../media/image148.png"/><Relationship Id="rId22" Type="http://schemas.openxmlformats.org/officeDocument/2006/relationships/image" Target="../media/image152.png"/><Relationship Id="rId27" Type="http://schemas.openxmlformats.org/officeDocument/2006/relationships/customXml" Target="../ink/ink136.xml"/><Relationship Id="rId30" Type="http://schemas.openxmlformats.org/officeDocument/2006/relationships/image" Target="../media/image156.png"/><Relationship Id="rId35" Type="http://schemas.openxmlformats.org/officeDocument/2006/relationships/customXml" Target="../ink/ink140.xml"/><Relationship Id="rId8" Type="http://schemas.openxmlformats.org/officeDocument/2006/relationships/image" Target="../media/image14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orealisai.com/en/blog/tutorial-5-variational-auto-encoders/" TargetMode="External"/><Relationship Id="rId3" Type="http://schemas.openxmlformats.org/officeDocument/2006/relationships/image" Target="../media/image61.png"/><Relationship Id="rId7" Type="http://schemas.openxmlformats.org/officeDocument/2006/relationships/image" Target="../media/image570.png"/><Relationship Id="rId38" Type="http://schemas.openxmlformats.org/officeDocument/2006/relationships/image" Target="../media/image175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0.png"/><Relationship Id="rId5" Type="http://schemas.openxmlformats.org/officeDocument/2006/relationships/image" Target="../media/image550.png"/><Relationship Id="rId4" Type="http://schemas.openxmlformats.org/officeDocument/2006/relationships/image" Target="../media/image540.png"/><Relationship Id="rId9" Type="http://schemas.openxmlformats.org/officeDocument/2006/relationships/customXml" Target="../ink/ink14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5" Type="http://schemas.openxmlformats.org/officeDocument/2006/relationships/customXml" Target="../ink/ink142.xml"/><Relationship Id="rId4" Type="http://schemas.openxmlformats.org/officeDocument/2006/relationships/hyperlink" Target="https://seas.ucla.edu/~kao/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5.png"/><Relationship Id="rId4" Type="http://schemas.openxmlformats.org/officeDocument/2006/relationships/customXml" Target="../ink/ink14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png"/><Relationship Id="rId5" Type="http://schemas.openxmlformats.org/officeDocument/2006/relationships/customXml" Target="../ink/ink144.xml"/><Relationship Id="rId4" Type="http://schemas.openxmlformats.org/officeDocument/2006/relationships/image" Target="../media/image69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5.xml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irhumshafkat" TargetMode="External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2.png"/><Relationship Id="rId4" Type="http://schemas.openxmlformats.org/officeDocument/2006/relationships/customXml" Target="../ink/ink14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5" Type="http://schemas.openxmlformats.org/officeDocument/2006/relationships/customXml" Target="../ink/ink147.xml"/><Relationship Id="rId4" Type="http://schemas.openxmlformats.org/officeDocument/2006/relationships/hyperlink" Target="http://proceedings.mlr.press/v80/cremer18a.html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6.02691" TargetMode="External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4.10937" TargetMode="External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7.png"/><Relationship Id="rId4" Type="http://schemas.openxmlformats.org/officeDocument/2006/relationships/customXml" Target="../ink/ink14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9.png"/><Relationship Id="rId4" Type="http://schemas.openxmlformats.org/officeDocument/2006/relationships/customXml" Target="../ink/ink14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png"/><Relationship Id="rId5" Type="http://schemas.openxmlformats.org/officeDocument/2006/relationships/customXml" Target="../ink/ink150.xml"/><Relationship Id="rId4" Type="http://schemas.openxmlformats.org/officeDocument/2006/relationships/hyperlink" Target="https://arxiv.org/pdf/1711.00937.pdf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1.xml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5" Type="http://schemas.openxmlformats.org/officeDocument/2006/relationships/image" Target="../media/image320.png"/><Relationship Id="rId4" Type="http://schemas.openxmlformats.org/officeDocument/2006/relationships/image" Target="../media/image17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2.xml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C30B9A-F4A3-4C5D-B6B4-792124224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792" y="5638976"/>
            <a:ext cx="771527" cy="703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B1E05E-9621-47AC-AA3F-FB23E4652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399" y="5642789"/>
            <a:ext cx="657385" cy="832261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18B3FAFC-1BF2-4748-8051-3C9A1EE67F7B}"/>
              </a:ext>
            </a:extLst>
          </p:cNvPr>
          <p:cNvSpPr txBox="1">
            <a:spLocks/>
          </p:cNvSpPr>
          <p:nvPr/>
        </p:nvSpPr>
        <p:spPr>
          <a:xfrm>
            <a:off x="1524000" y="6475050"/>
            <a:ext cx="9144000" cy="439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>
                <a:solidFill>
                  <a:schemeClr val="tx2"/>
                </a:solidFill>
                <a:latin typeface="Myriad Pro" panose="020B0503030403020204" pitchFamily="34" charset="0"/>
              </a:rPr>
              <a:t>Fall</a:t>
            </a:r>
            <a:r>
              <a:rPr lang="en-US" sz="1200" dirty="0">
                <a:solidFill>
                  <a:schemeClr val="tx2"/>
                </a:solidFill>
                <a:latin typeface="Myriad Pro" panose="020B0503030403020204" pitchFamily="34" charset="0"/>
              </a:rPr>
              <a:t> 2025</a:t>
            </a:r>
            <a:endParaRPr lang="ru-RU" sz="1200" dirty="0">
              <a:solidFill>
                <a:schemeClr val="tx2"/>
              </a:solidFill>
              <a:latin typeface="Myriad Pro" panose="020B05030304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7936421-9813-9248-BD68-C90B6AD2D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588" y="270229"/>
            <a:ext cx="11428640" cy="2155861"/>
          </a:xfrm>
        </p:spPr>
        <p:txBody>
          <a:bodyPr>
            <a:noAutofit/>
          </a:bodyPr>
          <a:lstStyle/>
          <a:p>
            <a:pPr algn="l"/>
            <a:r>
              <a:rPr lang="en-US" sz="8000" b="1" dirty="0">
                <a:solidFill>
                  <a:schemeClr val="tx2"/>
                </a:solidFill>
                <a:latin typeface="Myriad Pro" panose="020B0503030403020204" pitchFamily="34" charset="0"/>
              </a:rPr>
              <a:t>Generative Modeling</a:t>
            </a:r>
            <a:endParaRPr lang="ru-RU" sz="8000" b="1" dirty="0">
              <a:solidFill>
                <a:schemeClr val="tx2"/>
              </a:solidFill>
              <a:latin typeface="Myriad Pro" panose="020B0503030403020204" pitchFamily="34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B60EBB76-1B7A-D64F-845D-E8EEBBF2A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588" y="2340462"/>
            <a:ext cx="10332811" cy="642186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Myriad Pro" panose="020B0503030403020204" pitchFamily="34" charset="0"/>
              </a:rPr>
              <a:t>Variational Autoencoders</a:t>
            </a:r>
            <a:endParaRPr lang="ru-RU" dirty="0">
              <a:latin typeface="Myriad Pro" panose="020B0503030403020204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56DC148-6CCF-8B4C-9981-09849304596B}"/>
              </a:ext>
            </a:extLst>
          </p:cNvPr>
          <p:cNvSpPr txBox="1">
            <a:spLocks/>
          </p:cNvSpPr>
          <p:nvPr/>
        </p:nvSpPr>
        <p:spPr>
          <a:xfrm>
            <a:off x="487589" y="3875352"/>
            <a:ext cx="8170636" cy="9147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en-US" sz="1800" dirty="0">
                <a:latin typeface="Myriad Pro" panose="020B0503030403020204" pitchFamily="34" charset="0"/>
              </a:rPr>
              <a:t>Denis Derkach, Tigran </a:t>
            </a:r>
            <a:r>
              <a:rPr lang="en-US" sz="1800" dirty="0" err="1">
                <a:latin typeface="Myriad Pro" panose="020B0503030403020204" pitchFamily="34" charset="0"/>
              </a:rPr>
              <a:t>Ramazyan</a:t>
            </a:r>
            <a:r>
              <a:rPr lang="en-US" sz="1800" dirty="0">
                <a:latin typeface="Myriad Pro" panose="020B0503030403020204" pitchFamily="34" charset="0"/>
              </a:rPr>
              <a:t>, Anwar Ibrahim</a:t>
            </a:r>
            <a:r>
              <a:rPr lang="en-GB" sz="1800" dirty="0">
                <a:latin typeface="Myriad Pro" panose="020B0503030403020204" pitchFamily="34" charset="0"/>
              </a:rPr>
              <a:t>, </a:t>
            </a:r>
            <a:r>
              <a:rPr lang="en-GB" sz="1800" dirty="0" err="1">
                <a:latin typeface="Myriad Pro" panose="020B0503030403020204" pitchFamily="34" charset="0"/>
              </a:rPr>
              <a:t>Fedor</a:t>
            </a:r>
            <a:r>
              <a:rPr lang="en-GB" sz="1800" dirty="0">
                <a:latin typeface="Myriad Pro" panose="020B0503030403020204" pitchFamily="34" charset="0"/>
              </a:rPr>
              <a:t> </a:t>
            </a:r>
            <a:r>
              <a:rPr lang="en-GB" sz="1800" dirty="0" err="1">
                <a:latin typeface="Myriad Pro" panose="020B0503030403020204" pitchFamily="34" charset="0"/>
              </a:rPr>
              <a:t>Pakhurov</a:t>
            </a:r>
            <a:endParaRPr lang="ru-RU" sz="1800" baseline="30000" dirty="0">
              <a:latin typeface="Myriad Pro" panose="020B0503030403020204" pitchFamily="34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C6B1C05-E30E-CE42-A7ED-995F6069DAC8}"/>
              </a:ext>
            </a:extLst>
          </p:cNvPr>
          <p:cNvSpPr txBox="1">
            <a:spLocks/>
          </p:cNvSpPr>
          <p:nvPr/>
        </p:nvSpPr>
        <p:spPr>
          <a:xfrm>
            <a:off x="487589" y="4864140"/>
            <a:ext cx="8170636" cy="57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>
                <a:latin typeface="Myriad Pro" panose="020B0503030403020204" pitchFamily="34" charset="0"/>
              </a:rPr>
              <a:t>Laboratory for methods of big data analysis</a:t>
            </a:r>
            <a:endParaRPr lang="ru-RU" sz="1400"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195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223A56-2E82-2750-E4F0-D770B1DD1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Today’s quiz</a:t>
            </a:r>
            <a:endParaRPr lang="en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36AB5-E14E-CB3E-1D2D-D6B5078C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414EC-EE68-24FF-60BC-43CEE7E26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41329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Myanmar Text" panose="020B0502040204020203" pitchFamily="34" charset="0"/>
              </a:rPr>
              <a:t>In this Lecture</a:t>
            </a:r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EF21EAB8-F4B8-3B43-8E76-4EA698010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2" y="1422110"/>
            <a:ext cx="10344028" cy="4546204"/>
          </a:xfrm>
        </p:spPr>
        <p:txBody>
          <a:bodyPr>
            <a:noAutofit/>
          </a:bodyPr>
          <a:lstStyle/>
          <a:p>
            <a:r>
              <a:rPr lang="en-US" dirty="0"/>
              <a:t>Autoencoders. </a:t>
            </a:r>
          </a:p>
          <a:p>
            <a:r>
              <a:rPr lang="en-US" dirty="0"/>
              <a:t>Gaussian Mixture Models. </a:t>
            </a:r>
          </a:p>
          <a:p>
            <a:r>
              <a:rPr lang="en-US" dirty="0"/>
              <a:t>Variational Autoencoders:</a:t>
            </a:r>
          </a:p>
          <a:p>
            <a:pPr lvl="1"/>
            <a:r>
              <a:rPr lang="en-US" dirty="0"/>
              <a:t>Construction.</a:t>
            </a:r>
          </a:p>
          <a:p>
            <a:pPr lvl="1"/>
            <a:r>
              <a:rPr lang="en-US" dirty="0"/>
              <a:t>ELBO. </a:t>
            </a:r>
          </a:p>
          <a:p>
            <a:pPr lvl="1"/>
            <a:r>
              <a:rPr lang="en-US" dirty="0"/>
              <a:t>Problems.</a:t>
            </a:r>
          </a:p>
        </p:txBody>
      </p:sp>
    </p:spTree>
    <p:extLst>
      <p:ext uri="{BB962C8B-B14F-4D97-AF65-F5344CB8AC3E}">
        <p14:creationId xmlns:p14="http://schemas.microsoft.com/office/powerpoint/2010/main" val="1936038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9D22-7949-6544-A49E-361186E0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ru-RU" dirty="0"/>
              <a:t>Idea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39508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Latent variables - MNIST</a:t>
            </a:r>
            <a:endParaRPr lang="en" dirty="0">
              <a:effectLst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802AC0-043D-B74B-A565-5D4B14019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445" y="2271579"/>
            <a:ext cx="8311107" cy="2314839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09B91BA-9CAD-B844-B2F9-F24341A991A7}"/>
              </a:ext>
            </a:extLst>
          </p:cNvPr>
          <p:cNvSpPr/>
          <p:nvPr/>
        </p:nvSpPr>
        <p:spPr>
          <a:xfrm>
            <a:off x="1250295" y="5308814"/>
            <a:ext cx="96914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2400" dirty="0">
                <a:latin typeface="+mj-lt"/>
              </a:rPr>
              <a:t>What is common in these images? How can they be characterized? </a:t>
            </a:r>
            <a:endParaRPr lang="en" sz="2400" dirty="0">
              <a:effectLst/>
              <a:latin typeface="+mj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B5259D0-88FA-8704-33A2-14E2469539E0}"/>
                  </a:ext>
                </a:extLst>
              </p14:cNvPr>
              <p14:cNvContentPartPr/>
              <p14:nvPr/>
            </p14:nvContentPartPr>
            <p14:xfrm>
              <a:off x="6735600" y="401760"/>
              <a:ext cx="1721160" cy="3060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B5259D0-88FA-8704-33A2-14E2469539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6240" y="392400"/>
                <a:ext cx="1739880" cy="307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309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Latent Variables - Celeb </a:t>
            </a:r>
            <a:endParaRPr lang="en" dirty="0">
              <a:effectLst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09B91BA-9CAD-B844-B2F9-F24341A991A7}"/>
              </a:ext>
            </a:extLst>
          </p:cNvPr>
          <p:cNvSpPr/>
          <p:nvPr/>
        </p:nvSpPr>
        <p:spPr>
          <a:xfrm>
            <a:off x="859810" y="5308813"/>
            <a:ext cx="102729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2400" dirty="0"/>
              <a:t>Variability due to eye and hair color, gender, race. However, unless </a:t>
            </a:r>
          </a:p>
          <a:p>
            <a:pPr algn="ctr"/>
            <a:r>
              <a:rPr lang="en" sz="2400" dirty="0"/>
              <a:t>images are annotated, these factors of variation are not explicitly </a:t>
            </a:r>
          </a:p>
          <a:p>
            <a:pPr algn="ctr"/>
            <a:r>
              <a:rPr lang="en" sz="2400" dirty="0"/>
              <a:t>available (latent).</a:t>
            </a:r>
            <a:endParaRPr lang="en" sz="2400" dirty="0">
              <a:effectLst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EEECB9-1C65-8A4C-B91B-E6082BE98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849" y="1162074"/>
            <a:ext cx="7988300" cy="3822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A735923-B089-FCFB-34BA-8DEF13067511}"/>
                  </a:ext>
                </a:extLst>
              </p14:cNvPr>
              <p14:cNvContentPartPr/>
              <p14:nvPr/>
            </p14:nvContentPartPr>
            <p14:xfrm>
              <a:off x="2428920" y="2362680"/>
              <a:ext cx="7561800" cy="2535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A735923-B089-FCFB-34BA-8DEF130675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19560" y="2353320"/>
                <a:ext cx="7580520" cy="255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861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Latent Variables - Celeb </a:t>
            </a:r>
            <a:endParaRPr lang="en" dirty="0">
              <a:effectLst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09B91BA-9CAD-B844-B2F9-F24341A991A7}"/>
              </a:ext>
            </a:extLst>
          </p:cNvPr>
          <p:cNvSpPr/>
          <p:nvPr/>
        </p:nvSpPr>
        <p:spPr>
          <a:xfrm>
            <a:off x="859810" y="5308813"/>
            <a:ext cx="102729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2400" dirty="0"/>
              <a:t>Variability due to eye and hair color, gender, race. However, unless </a:t>
            </a:r>
          </a:p>
          <a:p>
            <a:pPr algn="ctr"/>
            <a:r>
              <a:rPr lang="en" sz="2400" dirty="0"/>
              <a:t>images are annotated, these factors of variation are not explicitly </a:t>
            </a:r>
          </a:p>
          <a:p>
            <a:pPr algn="ctr"/>
            <a:r>
              <a:rPr lang="en" sz="2400" dirty="0"/>
              <a:t>available (latent).</a:t>
            </a:r>
            <a:endParaRPr lang="en" sz="2400" dirty="0">
              <a:effectLst/>
            </a:endParaRPr>
          </a:p>
        </p:txBody>
      </p:sp>
      <p:pic>
        <p:nvPicPr>
          <p:cNvPr id="51202" name="Picture 2" descr="Screen-Shot-2018-06-20-at-2.47.56-PM">
            <a:extLst>
              <a:ext uri="{FF2B5EF4-FFF2-40B4-BE49-F238E27FC236}">
                <a16:creationId xmlns:a16="http://schemas.microsoft.com/office/drawing/2014/main" id="{04E8BDB3-7097-EF4E-BBA9-A638AE0FD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4" b="8668"/>
          <a:stretch>
            <a:fillRect/>
          </a:stretch>
        </p:blipFill>
        <p:spPr bwMode="auto">
          <a:xfrm>
            <a:off x="437837" y="1006146"/>
            <a:ext cx="11116909" cy="4134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116DE2-004B-8776-02FE-C6C3D90E30EE}"/>
                  </a:ext>
                </a:extLst>
              </p14:cNvPr>
              <p14:cNvContentPartPr/>
              <p14:nvPr/>
            </p14:nvContentPartPr>
            <p14:xfrm>
              <a:off x="1041480" y="1291320"/>
              <a:ext cx="8200440" cy="2941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116DE2-004B-8776-02FE-C6C3D90E30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2120" y="1281960"/>
                <a:ext cx="8219160" cy="29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82DA44-9B60-54A9-14FD-37A2A19CF653}"/>
                  </a:ext>
                </a:extLst>
              </p14:cNvPr>
              <p14:cNvContentPartPr/>
              <p14:nvPr/>
            </p14:nvContentPartPr>
            <p14:xfrm>
              <a:off x="4771800" y="651960"/>
              <a:ext cx="6153480" cy="5379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82DA44-9B60-54A9-14FD-37A2A19CF6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62440" y="642600"/>
                <a:ext cx="6172200" cy="539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231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Latent Variable Models: Motivation </a:t>
            </a:r>
            <a:endParaRPr lang="en" dirty="0">
              <a:effectLst/>
            </a:endParaRPr>
          </a:p>
        </p:txBody>
      </p:sp>
      <p:pic>
        <p:nvPicPr>
          <p:cNvPr id="1025" name="Picture 1" descr="page27image61343984">
            <a:extLst>
              <a:ext uri="{FF2B5EF4-FFF2-40B4-BE49-F238E27FC236}">
                <a16:creationId xmlns:a16="http://schemas.microsoft.com/office/drawing/2014/main" id="{4C73FB69-FA9D-1044-B509-995EF1FC8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62" y="1689907"/>
            <a:ext cx="1275076" cy="386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27image61845072">
            <a:extLst>
              <a:ext uri="{FF2B5EF4-FFF2-40B4-BE49-F238E27FC236}">
                <a16:creationId xmlns:a16="http://schemas.microsoft.com/office/drawing/2014/main" id="{908689FA-0500-C943-A459-A28A07E8C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346" y="1542233"/>
            <a:ext cx="2701636" cy="368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99090E6-CF63-624B-A95C-20C1789E6F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104704"/>
                <a:ext cx="5823284" cy="5093462"/>
              </a:xfrm>
            </p:spPr>
            <p:txBody>
              <a:bodyPr>
                <a:noAutofit/>
              </a:bodyPr>
              <a:lstStyle/>
              <a:p>
                <a:r>
                  <a:rPr lang="en" b="1" dirty="0">
                    <a:solidFill>
                      <a:schemeClr val="tx2"/>
                    </a:solidFill>
                  </a:rPr>
                  <a:t>Observe</a:t>
                </a:r>
                <a:r>
                  <a:rPr lang="en" dirty="0"/>
                  <a:t>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" dirty="0"/>
                  <a:t> in the data sample. Latent observables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" dirty="0"/>
                  <a:t> are </a:t>
                </a:r>
                <a:r>
                  <a:rPr lang="en" dirty="0">
                    <a:solidFill>
                      <a:schemeClr val="accent1"/>
                    </a:solidFill>
                  </a:rPr>
                  <a:t>hidden</a:t>
                </a:r>
                <a:r>
                  <a:rPr lang="en-US" dirty="0"/>
                  <a:t>. </a:t>
                </a:r>
              </a:p>
              <a:p>
                <a:endParaRPr lang="en" dirty="0"/>
              </a:p>
              <a:p>
                <a:r>
                  <a:rPr lang="en" dirty="0"/>
                  <a:t>Knowing latent variable space correctly can be beneficial as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dirty="0"/>
                  <a:t> can be described </a:t>
                </a:r>
                <a:r>
                  <a:rPr lang="en" b="1" dirty="0">
                    <a:solidFill>
                      <a:schemeClr val="tx2"/>
                    </a:solidFill>
                  </a:rPr>
                  <a:t>simpler</a:t>
                </a:r>
                <a:r>
                  <a:rPr lang="en" dirty="0"/>
                  <a:t> than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dirty="0"/>
              </a:p>
              <a:p>
                <a:endParaRPr lang="en" dirty="0"/>
              </a:p>
              <a:p>
                <a:r>
                  <a:rPr lang="en" b="1" dirty="0">
                    <a:solidFill>
                      <a:schemeClr val="accent1"/>
                    </a:solidFill>
                  </a:rPr>
                  <a:t>Hard</a:t>
                </a:r>
                <a:r>
                  <a:rPr lang="en" dirty="0"/>
                  <a:t> to find the real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" dirty="0"/>
                  <a:t> space manually, we need unsupervised learning. </a:t>
                </a:r>
                <a:endParaRPr lang="en" dirty="0">
                  <a:effectLst/>
                </a:endParaRP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99090E6-CF63-624B-A95C-20C1789E6F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104704"/>
                <a:ext cx="5823284" cy="5093462"/>
              </a:xfrm>
              <a:blipFill>
                <a:blip r:embed="rId4"/>
                <a:stretch>
                  <a:fillRect b="-1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ED8088-6EDE-0D72-8D8A-CA8ACFBE306D}"/>
                  </a:ext>
                </a:extLst>
              </p14:cNvPr>
              <p14:cNvContentPartPr/>
              <p14:nvPr/>
            </p14:nvContentPartPr>
            <p14:xfrm>
              <a:off x="10624320" y="3162960"/>
              <a:ext cx="1205280" cy="1103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ED8088-6EDE-0D72-8D8A-CA8ACFBE306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14960" y="3153600"/>
                <a:ext cx="1224000" cy="112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9406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Gaussian Mixture Model </a:t>
            </a:r>
            <a:endParaRPr lang="en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0C675E-A1CD-EC40-BDE8-41777FDA4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526" y="1660111"/>
            <a:ext cx="9428947" cy="35377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94BD36-AF9C-60D6-9C1C-70D72CC886E0}"/>
                  </a:ext>
                </a:extLst>
              </p14:cNvPr>
              <p14:cNvContentPartPr/>
              <p14:nvPr/>
            </p14:nvContentPartPr>
            <p14:xfrm>
              <a:off x="5954760" y="3101400"/>
              <a:ext cx="1732320" cy="492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94BD36-AF9C-60D6-9C1C-70D72CC886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5400" y="3092040"/>
                <a:ext cx="1751040" cy="51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9818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Mixture of Gaussians as Latent Variable Model </a:t>
            </a:r>
            <a:endParaRPr lang="en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2049" name="Picture 1" descr="page28image61840704">
            <a:extLst>
              <a:ext uri="{FF2B5EF4-FFF2-40B4-BE49-F238E27FC236}">
                <a16:creationId xmlns:a16="http://schemas.microsoft.com/office/drawing/2014/main" id="{CBF4FBE7-C4E2-8749-8047-E5035E1EB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525" y="1574222"/>
            <a:ext cx="4584630" cy="370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2C191A29-BF0B-FF46-94EA-9248B4584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1579" y="882269"/>
                <a:ext cx="5823284" cy="5093462"/>
              </a:xfrm>
            </p:spPr>
            <p:txBody>
              <a:bodyPr>
                <a:noAutofit/>
              </a:bodyPr>
              <a:lstStyle/>
              <a:p>
                <a:r>
                  <a:rPr lang="en" dirty="0"/>
                  <a:t>GMM is a latent variable model</a:t>
                </a:r>
                <a:r>
                  <a:rPr lang="en-US" dirty="0"/>
                  <a:t>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" sz="2400" i="0" dirty="0" smtClean="0">
                        <a:latin typeface="Cambria Math" panose="02040503050406030204" pitchFamily="18" charset="0"/>
                      </a:rPr>
                      <m:t>Categorical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(1, 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sz="2400" dirty="0"/>
                  <a:t>  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sz="240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" sz="24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" sz="24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" sz="2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" sz="24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400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" sz="2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sz="2400" i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0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" sz="24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" sz="2400" dirty="0"/>
              </a:p>
              <a:p>
                <a:endParaRPr lang="en-US" dirty="0"/>
              </a:p>
              <a:p>
                <a:r>
                  <a:rPr lang="en" dirty="0"/>
                  <a:t>Generative process </a:t>
                </a:r>
              </a:p>
              <a:p>
                <a:pPr lvl="1"/>
                <a:r>
                  <a:rPr lang="en" sz="2400" dirty="0"/>
                  <a:t>Pick a mixture component </a:t>
                </a:r>
                <a14:m>
                  <m:oMath xmlns:m="http://schemas.openxmlformats.org/officeDocument/2006/math"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" sz="2400" dirty="0"/>
                  <a:t> by sampling </a:t>
                </a:r>
                <a14:m>
                  <m:oMath xmlns:m="http://schemas.openxmlformats.org/officeDocument/2006/math"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" sz="2400" dirty="0"/>
                  <a:t>. </a:t>
                </a:r>
              </a:p>
              <a:p>
                <a:pPr lvl="1"/>
                <a:r>
                  <a:rPr lang="en" sz="2400" dirty="0"/>
                  <a:t>Generate a data point by sampling from that Gaussian.</a:t>
                </a:r>
                <a:endParaRPr lang="en" dirty="0">
                  <a:effectLst/>
                </a:endParaRP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2C191A29-BF0B-FF46-94EA-9248B4584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1579" y="882269"/>
                <a:ext cx="5823284" cy="5093462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0071FF-A51F-5810-1799-F1325ACF68B1}"/>
                  </a:ext>
                </a:extLst>
              </p14:cNvPr>
              <p14:cNvContentPartPr/>
              <p14:nvPr/>
            </p14:nvContentPartPr>
            <p14:xfrm>
              <a:off x="1653480" y="1239480"/>
              <a:ext cx="10047600" cy="4412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0071FF-A51F-5810-1799-F1325ACF68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4120" y="1230120"/>
                <a:ext cx="10066320" cy="443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588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D482727E-8510-5F4B-8904-4D776FCF3B8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2505" y="176102"/>
                <a:ext cx="11806990" cy="765843"/>
              </a:xfrm>
            </p:spPr>
            <p:txBody>
              <a:bodyPr>
                <a:normAutofit/>
              </a:bodyPr>
              <a:lstStyle/>
              <a:p>
                <a:r>
                  <a:rPr lang="en" dirty="0"/>
                  <a:t>Combination of  </a:t>
                </a:r>
                <a14:m>
                  <m:oMath xmlns:m="http://schemas.openxmlformats.org/officeDocument/2006/math">
                    <m:r>
                      <a:rPr lang="en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" dirty="0">
                  <a:effectLst/>
                </a:endParaRP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D482727E-8510-5F4B-8904-4D776FCF3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2505" y="176102"/>
                <a:ext cx="11806990" cy="765843"/>
              </a:xfrm>
              <a:blipFill>
                <a:blip r:embed="rId2"/>
                <a:stretch>
                  <a:fillRect l="-2151" t="-19355" b="-338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759D6723-CE07-A04F-95F5-97CD32E20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088" y="1606006"/>
            <a:ext cx="4877348" cy="1656739"/>
          </a:xfrm>
        </p:spPr>
        <p:txBody>
          <a:bodyPr>
            <a:noAutofit/>
          </a:bodyPr>
          <a:lstStyle/>
          <a:p>
            <a:r>
              <a:rPr lang="en" dirty="0"/>
              <a:t>Combine simple models into a more complex and expressive one. </a:t>
            </a:r>
          </a:p>
          <a:p>
            <a:endParaRPr lang="en" dirty="0"/>
          </a:p>
          <a:p>
            <a:r>
              <a:rPr lang="en" dirty="0"/>
              <a:t>Obtain PDF using simple formula.</a:t>
            </a:r>
            <a:endParaRPr lang="ru-RU" dirty="0"/>
          </a:p>
          <a:p>
            <a:endParaRPr lang="ru-RU" dirty="0"/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E53F1BFC-01BA-0648-9C52-7B6B5CFCDF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6592" t="-847"/>
          <a:stretch/>
        </p:blipFill>
        <p:spPr bwMode="auto">
          <a:xfrm>
            <a:off x="6303819" y="507267"/>
            <a:ext cx="5092093" cy="373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FB05A09B-8093-0247-94CB-F9693FD141A6}"/>
                  </a:ext>
                </a:extLst>
              </p:cNvPr>
              <p:cNvSpPr/>
              <p:nvPr/>
            </p:nvSpPr>
            <p:spPr>
              <a:xfrm>
                <a:off x="5673436" y="4141216"/>
                <a:ext cx="6503127" cy="871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FB05A09B-8093-0247-94CB-F9693FD141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436" y="4141216"/>
                <a:ext cx="6503127" cy="871201"/>
              </a:xfrm>
              <a:prstGeom prst="rect">
                <a:avLst/>
              </a:prstGeom>
              <a:blipFill>
                <a:blip r:embed="rId5"/>
                <a:stretch>
                  <a:fillRect t="-92857" b="-148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0BED043-43E1-D565-AD9A-9E110C0BAE40}"/>
                  </a:ext>
                </a:extLst>
              </p14:cNvPr>
              <p14:cNvContentPartPr/>
              <p14:nvPr/>
            </p14:nvContentPartPr>
            <p14:xfrm>
              <a:off x="5745960" y="1720080"/>
              <a:ext cx="6270480" cy="3231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0BED043-43E1-D565-AD9A-9E110C0BAE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36600" y="1710720"/>
                <a:ext cx="6289200" cy="325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1734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D482727E-8510-5F4B-8904-4D776FCF3B8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2505" y="176102"/>
                <a:ext cx="11806990" cy="765843"/>
              </a:xfrm>
            </p:spPr>
            <p:txBody>
              <a:bodyPr>
                <a:normAutofit/>
              </a:bodyPr>
              <a:lstStyle/>
              <a:p>
                <a:r>
                  <a:rPr lang="en" dirty="0"/>
                  <a:t>Combination of  </a:t>
                </a:r>
                <a14:m>
                  <m:oMath xmlns:m="http://schemas.openxmlformats.org/officeDocument/2006/math">
                    <m:r>
                      <a:rPr lang="en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" dirty="0">
                  <a:effectLst/>
                </a:endParaRP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D482727E-8510-5F4B-8904-4D776FCF3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2505" y="176102"/>
                <a:ext cx="11806990" cy="765843"/>
              </a:xfrm>
              <a:blipFill>
                <a:blip r:embed="rId2"/>
                <a:stretch>
                  <a:fillRect l="-2151" t="-19355" b="-338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759D6723-CE07-A04F-95F5-97CD32E20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088" y="1606006"/>
            <a:ext cx="4877348" cy="1656739"/>
          </a:xfrm>
        </p:spPr>
        <p:txBody>
          <a:bodyPr>
            <a:noAutofit/>
          </a:bodyPr>
          <a:lstStyle/>
          <a:p>
            <a:r>
              <a:rPr lang="en" dirty="0"/>
              <a:t>Combine simple models into a more complex and expressive one. </a:t>
            </a:r>
          </a:p>
          <a:p>
            <a:endParaRPr lang="en" dirty="0"/>
          </a:p>
          <a:p>
            <a:r>
              <a:rPr lang="en" dirty="0"/>
              <a:t>Obtain PDF using simple formula.</a:t>
            </a:r>
            <a:endParaRPr lang="ru-RU" dirty="0"/>
          </a:p>
          <a:p>
            <a:endParaRPr lang="ru-RU" dirty="0"/>
          </a:p>
          <a:p>
            <a:r>
              <a:rPr lang="en-US" dirty="0"/>
              <a:t>What if we have a continuous observable? </a:t>
            </a:r>
            <a:endParaRPr lang="en" dirty="0"/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E53F1BFC-01BA-0648-9C52-7B6B5CFCDF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92" t="-847"/>
          <a:stretch/>
        </p:blipFill>
        <p:spPr bwMode="auto">
          <a:xfrm>
            <a:off x="6303819" y="507267"/>
            <a:ext cx="5092093" cy="373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6" name="Picture 2">
            <a:extLst>
              <a:ext uri="{FF2B5EF4-FFF2-40B4-BE49-F238E27FC236}">
                <a16:creationId xmlns:a16="http://schemas.microsoft.com/office/drawing/2014/main" id="{935D4555-C450-CD4E-8AED-138719CCE1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9674"/>
          <a:stretch/>
        </p:blipFill>
        <p:spPr bwMode="auto">
          <a:xfrm>
            <a:off x="6303819" y="502256"/>
            <a:ext cx="5092092" cy="363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396BC378-3D37-594B-A4A0-F6B70A3D828C}"/>
                  </a:ext>
                </a:extLst>
              </p:cNvPr>
              <p:cNvSpPr/>
              <p:nvPr/>
            </p:nvSpPr>
            <p:spPr>
              <a:xfrm>
                <a:off x="5673436" y="4141216"/>
                <a:ext cx="6503127" cy="871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396BC378-3D37-594B-A4A0-F6B70A3D82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436" y="4141216"/>
                <a:ext cx="6503127" cy="871201"/>
              </a:xfrm>
              <a:prstGeom prst="rect">
                <a:avLst/>
              </a:prstGeom>
              <a:blipFill>
                <a:blip r:embed="rId6"/>
                <a:stretch>
                  <a:fillRect t="-92857" b="-148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8A5763-DFB9-084F-A10A-412D590C24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9118" y="5480333"/>
            <a:ext cx="6356016" cy="10554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2577E6A-6420-E7D3-585D-6C0D570266FD}"/>
                  </a:ext>
                </a:extLst>
              </p14:cNvPr>
              <p14:cNvContentPartPr/>
              <p14:nvPr/>
            </p14:nvContentPartPr>
            <p14:xfrm>
              <a:off x="6735600" y="1664280"/>
              <a:ext cx="656640" cy="735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2577E6A-6420-E7D3-585D-6C0D570266F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19760" y="1600920"/>
                <a:ext cx="687960" cy="86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4F73648-D5F6-4248-29CC-42D0B9AD1583}"/>
                  </a:ext>
                </a:extLst>
              </p14:cNvPr>
              <p14:cNvContentPartPr/>
              <p14:nvPr/>
            </p14:nvContentPartPr>
            <p14:xfrm>
              <a:off x="6766560" y="1663560"/>
              <a:ext cx="2720520" cy="860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4F73648-D5F6-4248-29CC-42D0B9AD158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50720" y="1600200"/>
                <a:ext cx="2751840" cy="9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BCE6A5C-F284-C5C5-30B0-5AB8AB46E376}"/>
                  </a:ext>
                </a:extLst>
              </p14:cNvPr>
              <p14:cNvContentPartPr/>
              <p14:nvPr/>
            </p14:nvContentPartPr>
            <p14:xfrm>
              <a:off x="9882720" y="2054160"/>
              <a:ext cx="1369440" cy="1779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BCE6A5C-F284-C5C5-30B0-5AB8AB46E37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866880" y="1990800"/>
                <a:ext cx="1400760" cy="19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CF53696-E666-F538-2390-172A4AC2021C}"/>
                  </a:ext>
                </a:extLst>
              </p14:cNvPr>
              <p14:cNvContentPartPr/>
              <p14:nvPr/>
            </p14:nvContentPartPr>
            <p14:xfrm>
              <a:off x="6611400" y="1698840"/>
              <a:ext cx="871920" cy="739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CF53696-E666-F538-2390-172A4AC202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95560" y="1635480"/>
                <a:ext cx="903240" cy="86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F982949-D1E7-05A6-7120-FF8B57152E1B}"/>
                  </a:ext>
                </a:extLst>
              </p14:cNvPr>
              <p14:cNvContentPartPr/>
              <p14:nvPr/>
            </p14:nvContentPartPr>
            <p14:xfrm>
              <a:off x="5607360" y="2229480"/>
              <a:ext cx="389160" cy="600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F982949-D1E7-05A6-7120-FF8B57152E1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91520" y="2166120"/>
                <a:ext cx="420480" cy="72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9A6C6FA-8F86-1752-CE10-4D6FDAB884B2}"/>
                  </a:ext>
                </a:extLst>
              </p14:cNvPr>
              <p14:cNvContentPartPr/>
              <p14:nvPr/>
            </p14:nvContentPartPr>
            <p14:xfrm>
              <a:off x="5774040" y="1890000"/>
              <a:ext cx="611280" cy="667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9A6C6FA-8F86-1752-CE10-4D6FDAB884B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58200" y="1826640"/>
                <a:ext cx="642600" cy="79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7014C6B-FAB6-16C3-D300-98C4507D66E9}"/>
                  </a:ext>
                </a:extLst>
              </p14:cNvPr>
              <p14:cNvContentPartPr/>
              <p14:nvPr/>
            </p14:nvContentPartPr>
            <p14:xfrm>
              <a:off x="6030000" y="1779840"/>
              <a:ext cx="178560" cy="163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7014C6B-FAB6-16C3-D300-98C4507D66E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14160" y="1716480"/>
                <a:ext cx="20988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B11E510-B766-DAFB-6C07-4048E476E47E}"/>
                  </a:ext>
                </a:extLst>
              </p14:cNvPr>
              <p14:cNvContentPartPr/>
              <p14:nvPr/>
            </p14:nvContentPartPr>
            <p14:xfrm>
              <a:off x="6228720" y="2106360"/>
              <a:ext cx="201600" cy="156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B11E510-B766-DAFB-6C07-4048E476E47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212880" y="2043000"/>
                <a:ext cx="23292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B27E4E7-FB77-4195-F264-5831D338601F}"/>
                  </a:ext>
                </a:extLst>
              </p14:cNvPr>
              <p14:cNvContentPartPr/>
              <p14:nvPr/>
            </p14:nvContentPartPr>
            <p14:xfrm>
              <a:off x="6163920" y="1555920"/>
              <a:ext cx="516960" cy="702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B27E4E7-FB77-4195-F264-5831D338601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48080" y="1492560"/>
                <a:ext cx="548280" cy="82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BBB9AAC-E2A3-C750-43C9-0F1E72B700D2}"/>
                  </a:ext>
                </a:extLst>
              </p14:cNvPr>
              <p14:cNvContentPartPr/>
              <p14:nvPr/>
            </p14:nvContentPartPr>
            <p14:xfrm>
              <a:off x="5892480" y="1912680"/>
              <a:ext cx="481320" cy="543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BBB9AAC-E2A3-C750-43C9-0F1E72B700D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876640" y="1849320"/>
                <a:ext cx="512640" cy="6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7981940-D961-650F-EDAF-7718E74B745A}"/>
                  </a:ext>
                </a:extLst>
              </p14:cNvPr>
              <p14:cNvContentPartPr/>
              <p14:nvPr/>
            </p14:nvContentPartPr>
            <p14:xfrm>
              <a:off x="6250320" y="1108440"/>
              <a:ext cx="576360" cy="515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7981940-D961-650F-EDAF-7718E74B745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234480" y="1045080"/>
                <a:ext cx="607680" cy="64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983BD21-8857-6D51-9023-96DB867998FB}"/>
                  </a:ext>
                </a:extLst>
              </p14:cNvPr>
              <p14:cNvContentPartPr/>
              <p14:nvPr/>
            </p14:nvContentPartPr>
            <p14:xfrm>
              <a:off x="6458400" y="922320"/>
              <a:ext cx="102240" cy="119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983BD21-8857-6D51-9023-96DB867998F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442560" y="858960"/>
                <a:ext cx="1335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4690353-D568-1F81-10BB-F1D8284E7ED9}"/>
                  </a:ext>
                </a:extLst>
              </p14:cNvPr>
              <p14:cNvContentPartPr/>
              <p14:nvPr/>
            </p14:nvContentPartPr>
            <p14:xfrm>
              <a:off x="6662160" y="1228680"/>
              <a:ext cx="170640" cy="115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4690353-D568-1F81-10BB-F1D8284E7ED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646320" y="1165320"/>
                <a:ext cx="20196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DB871A2-3650-C7DC-62FD-6CCF7C7DB4AC}"/>
                  </a:ext>
                </a:extLst>
              </p14:cNvPr>
              <p14:cNvContentPartPr/>
              <p14:nvPr/>
            </p14:nvContentPartPr>
            <p14:xfrm>
              <a:off x="6646320" y="677880"/>
              <a:ext cx="165240" cy="227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DB871A2-3650-C7DC-62FD-6CCF7C7DB4A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30480" y="614520"/>
                <a:ext cx="19656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D167AD4-AD8E-E5EE-3086-7474D120A7A5}"/>
                  </a:ext>
                </a:extLst>
              </p14:cNvPr>
              <p14:cNvContentPartPr/>
              <p14:nvPr/>
            </p14:nvContentPartPr>
            <p14:xfrm>
              <a:off x="6943320" y="967680"/>
              <a:ext cx="132480" cy="90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D167AD4-AD8E-E5EE-3086-7474D120A7A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927480" y="904320"/>
                <a:ext cx="1638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D851CBC-1746-5546-DC69-47EF72FCCFDB}"/>
                  </a:ext>
                </a:extLst>
              </p14:cNvPr>
              <p14:cNvContentPartPr/>
              <p14:nvPr/>
            </p14:nvContentPartPr>
            <p14:xfrm>
              <a:off x="6863400" y="484200"/>
              <a:ext cx="498600" cy="540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D851CBC-1746-5546-DC69-47EF72FCCFD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847560" y="420840"/>
                <a:ext cx="529920" cy="66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F2F9E06-23F4-0988-D980-0BCDFC3B2FFC}"/>
                  </a:ext>
                </a:extLst>
              </p14:cNvPr>
              <p14:cNvContentPartPr/>
              <p14:nvPr/>
            </p14:nvContentPartPr>
            <p14:xfrm>
              <a:off x="6972840" y="345960"/>
              <a:ext cx="583920" cy="752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F2F9E06-23F4-0988-D980-0BCDFC3B2FF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957000" y="282600"/>
                <a:ext cx="615240" cy="87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76A96C3-FDFF-8BE5-94E6-203C71CFDFFA}"/>
                  </a:ext>
                </a:extLst>
              </p14:cNvPr>
              <p14:cNvContentPartPr/>
              <p14:nvPr/>
            </p14:nvContentPartPr>
            <p14:xfrm>
              <a:off x="6509520" y="2514240"/>
              <a:ext cx="56160" cy="3636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76A96C3-FDFF-8BE5-94E6-203C71CFDFF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93680" y="2450880"/>
                <a:ext cx="87480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FDBB9B2-BAD1-F85D-3A84-AB665B875F49}"/>
                  </a:ext>
                </a:extLst>
              </p14:cNvPr>
              <p14:cNvContentPartPr/>
              <p14:nvPr/>
            </p14:nvContentPartPr>
            <p14:xfrm>
              <a:off x="6531840" y="2698920"/>
              <a:ext cx="2176560" cy="1053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FDBB9B2-BAD1-F85D-3A84-AB665B875F4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516000" y="2635560"/>
                <a:ext cx="2207880" cy="11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359725E-4CC3-EAA6-1DA8-14F0C3DA4E9C}"/>
                  </a:ext>
                </a:extLst>
              </p14:cNvPr>
              <p14:cNvContentPartPr/>
              <p14:nvPr/>
            </p14:nvContentPartPr>
            <p14:xfrm>
              <a:off x="7610040" y="3653280"/>
              <a:ext cx="461880" cy="384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359725E-4CC3-EAA6-1DA8-14F0C3DA4E9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594200" y="3589920"/>
                <a:ext cx="493200" cy="51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4B01BCA-7BB8-A8CB-180E-786009C427A1}"/>
                  </a:ext>
                </a:extLst>
              </p14:cNvPr>
              <p14:cNvContentPartPr/>
              <p14:nvPr/>
            </p14:nvContentPartPr>
            <p14:xfrm>
              <a:off x="7460280" y="3643920"/>
              <a:ext cx="204120" cy="74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4B01BCA-7BB8-A8CB-180E-786009C427A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444440" y="3580560"/>
                <a:ext cx="23544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6B40B87-DB32-B165-1E29-4A9BDF5A2C2F}"/>
                  </a:ext>
                </a:extLst>
              </p14:cNvPr>
              <p14:cNvContentPartPr/>
              <p14:nvPr/>
            </p14:nvContentPartPr>
            <p14:xfrm>
              <a:off x="7901640" y="3660840"/>
              <a:ext cx="153360" cy="345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6B40B87-DB32-B165-1E29-4A9BDF5A2C2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885800" y="3597480"/>
                <a:ext cx="1846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CCD953A-D358-F93B-935B-514D1945CA7E}"/>
                  </a:ext>
                </a:extLst>
              </p14:cNvPr>
              <p14:cNvContentPartPr/>
              <p14:nvPr/>
            </p14:nvContentPartPr>
            <p14:xfrm>
              <a:off x="8382960" y="1429560"/>
              <a:ext cx="560520" cy="567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CCD953A-D358-F93B-935B-514D1945CA7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67120" y="1366200"/>
                <a:ext cx="591840" cy="69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0252206-0D6C-3347-D32C-2C92E7CAD7F7}"/>
                  </a:ext>
                </a:extLst>
              </p14:cNvPr>
              <p14:cNvContentPartPr/>
              <p14:nvPr/>
            </p14:nvContentPartPr>
            <p14:xfrm>
              <a:off x="10029960" y="2417400"/>
              <a:ext cx="821160" cy="11872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0252206-0D6C-3347-D32C-2C92E7CAD7F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014120" y="2354040"/>
                <a:ext cx="852480" cy="13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3F98B9A-AFF7-E8C8-FAA8-005F66200E26}"/>
                  </a:ext>
                </a:extLst>
              </p14:cNvPr>
              <p14:cNvContentPartPr/>
              <p14:nvPr/>
            </p14:nvContentPartPr>
            <p14:xfrm>
              <a:off x="6849000" y="1805040"/>
              <a:ext cx="401400" cy="464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3F98B9A-AFF7-E8C8-FAA8-005F66200E2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839640" y="1795680"/>
                <a:ext cx="420120" cy="48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1399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D482727E-8510-5F4B-8904-4D776FCF3B8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2505" y="176102"/>
                <a:ext cx="11806990" cy="765843"/>
              </a:xfrm>
            </p:spPr>
            <p:txBody>
              <a:bodyPr>
                <a:normAutofit/>
              </a:bodyPr>
              <a:lstStyle/>
              <a:p>
                <a:r>
                  <a:rPr lang="en" dirty="0"/>
                  <a:t>Finding parameters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l-GR" dirty="0">
                  <a:effectLst/>
                </a:endParaRP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D482727E-8510-5F4B-8904-4D776FCF3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2505" y="176102"/>
                <a:ext cx="11806990" cy="765843"/>
              </a:xfrm>
              <a:blipFill>
                <a:blip r:embed="rId2"/>
                <a:stretch>
                  <a:fillRect l="-2151" t="-19355" b="-338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6743315-15D9-2D4C-AA20-FC8E35157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824" y="1255980"/>
            <a:ext cx="9674352" cy="4922859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F230948-FB50-D842-B92A-1D5FFDD1F4C7}"/>
              </a:ext>
            </a:extLst>
          </p:cNvPr>
          <p:cNvSpPr/>
          <p:nvPr/>
        </p:nvSpPr>
        <p:spPr>
          <a:xfrm>
            <a:off x="6682154" y="2485292"/>
            <a:ext cx="3493477" cy="1148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F4391A2-7828-08D7-AC46-3727F4BD31AF}"/>
                  </a:ext>
                </a:extLst>
              </p14:cNvPr>
              <p14:cNvContentPartPr/>
              <p14:nvPr/>
            </p14:nvContentPartPr>
            <p14:xfrm>
              <a:off x="6231960" y="2793240"/>
              <a:ext cx="239400" cy="317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F4391A2-7828-08D7-AC46-3727F4BD31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16120" y="2729880"/>
                <a:ext cx="27072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DCD22C-67A9-E7FB-845A-5667E085BAC7}"/>
                  </a:ext>
                </a:extLst>
              </p14:cNvPr>
              <p14:cNvContentPartPr/>
              <p14:nvPr/>
            </p14:nvContentPartPr>
            <p14:xfrm>
              <a:off x="9386640" y="1120680"/>
              <a:ext cx="1818000" cy="853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DCD22C-67A9-E7FB-845A-5667E085BA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70800" y="1057320"/>
                <a:ext cx="1849320" cy="9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15579A2-C499-2229-C30E-F3894BC9CD47}"/>
                  </a:ext>
                </a:extLst>
              </p14:cNvPr>
              <p14:cNvContentPartPr/>
              <p14:nvPr/>
            </p14:nvContentPartPr>
            <p14:xfrm>
              <a:off x="1615680" y="3994560"/>
              <a:ext cx="5295240" cy="81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15579A2-C499-2229-C30E-F3894BC9CD4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99840" y="3931200"/>
                <a:ext cx="5326560" cy="94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4226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Maximizing the likelihood</a:t>
            </a:r>
            <a:endParaRPr lang="en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355672-2FD3-9E41-B476-FCB2D242AD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478" r="4675" b="62451"/>
          <a:stretch/>
        </p:blipFill>
        <p:spPr>
          <a:xfrm>
            <a:off x="1576647" y="1838983"/>
            <a:ext cx="9038706" cy="9310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079C85EF-B290-3C45-ACC8-DE5EE8F5AD42}"/>
                  </a:ext>
                </a:extLst>
              </p:cNvPr>
              <p:cNvSpPr/>
              <p:nvPr/>
            </p:nvSpPr>
            <p:spPr>
              <a:xfrm>
                <a:off x="1119447" y="1377318"/>
                <a:ext cx="103853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" sz="2400" dirty="0">
                    <a:latin typeface="TextbookNew-Light-Identity-H"/>
                  </a:rPr>
                  <a:t>Consider one </a:t>
                </a:r>
                <a:r>
                  <a:rPr lang="en-US" sz="2400" dirty="0">
                    <a:latin typeface="TextbookNew-Light-Identity-H"/>
                  </a:rPr>
                  <a:t>sample</a:t>
                </a:r>
                <a:r>
                  <a:rPr lang="en" sz="2400" dirty="0">
                    <a:latin typeface="TextbookNew-Light-Identity-H"/>
                  </a:rPr>
                  <a:t>, </a:t>
                </a:r>
                <a14:m>
                  <m:oMath xmlns:m="http://schemas.openxmlformats.org/officeDocument/2006/math"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" sz="2400" dirty="0">
                    <a:latin typeface="TextbookNew-Light-Identity-H"/>
                  </a:rPr>
                  <a:t>. Then to maximize the likelihood, we need to calculate: </a:t>
                </a:r>
                <a:endParaRPr lang="en" sz="2400" dirty="0">
                  <a:effectLst/>
                </a:endParaRPr>
              </a:p>
            </p:txBody>
          </p:sp>
        </mc:Choice>
        <mc:Fallback xmlns="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079C85EF-B290-3C45-ACC8-DE5EE8F5A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447" y="1377318"/>
                <a:ext cx="10385368" cy="461665"/>
              </a:xfrm>
              <a:prstGeom prst="rect">
                <a:avLst/>
              </a:prstGeom>
              <a:blipFill>
                <a:blip r:embed="rId3"/>
                <a:stretch>
                  <a:fillRect l="-978" t="-8108" b="-297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1070E382-87D4-3241-9C85-850AE461AE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6087" y="3126621"/>
                <a:ext cx="10708727" cy="1656739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Easy to calculate in special cases: </a:t>
                </a:r>
              </a:p>
              <a:p>
                <a:pPr lvl="1"/>
                <a:r>
                  <a:rPr lang="en-US" sz="2400" dirty="0"/>
                  <a:t>i</a:t>
                </a:r>
                <a:r>
                  <a:rPr lang="en-US" sz="2400" b="0" dirty="0"/>
                  <a:t>n case of independent observables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sz="2400" dirty="0"/>
                  <a:t> .</a:t>
                </a:r>
              </a:p>
              <a:p>
                <a:pPr lvl="1"/>
                <a:r>
                  <a:rPr lang="en" sz="2400" dirty="0"/>
                  <a:t>special cases of conjugation.</a:t>
                </a:r>
              </a:p>
              <a:p>
                <a:r>
                  <a:rPr lang="en-US" dirty="0"/>
                  <a:t>In general, x depends heavily on z (by construction). </a:t>
                </a:r>
              </a:p>
              <a:p>
                <a:r>
                  <a:rPr lang="en-US" sz="2400" dirty="0"/>
                  <a:t>Integral is intractable.</a:t>
                </a:r>
                <a:endParaRPr lang="en" sz="2400" dirty="0"/>
              </a:p>
              <a:p>
                <a:pPr marL="720000" lvl="1" indent="0">
                  <a:buNone/>
                </a:pPr>
                <a:endParaRPr lang="en" sz="2400" dirty="0"/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1070E382-87D4-3241-9C85-850AE461AE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6087" y="3126621"/>
                <a:ext cx="10708727" cy="1656739"/>
              </a:xfrm>
              <a:blipFill>
                <a:blip r:embed="rId4"/>
                <a:stretch>
                  <a:fillRect b="-73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8532EC-86C5-ED3A-F334-A804D11FC7FE}"/>
                  </a:ext>
                </a:extLst>
              </p14:cNvPr>
              <p14:cNvContentPartPr/>
              <p14:nvPr/>
            </p14:nvContentPartPr>
            <p14:xfrm>
              <a:off x="6648840" y="4465800"/>
              <a:ext cx="115560" cy="298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8532EC-86C5-ED3A-F334-A804D11FC7F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33000" y="4402440"/>
                <a:ext cx="14688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476352A-4328-9AE2-F1C9-598A9F2A2E23}"/>
                  </a:ext>
                </a:extLst>
              </p14:cNvPr>
              <p14:cNvContentPartPr/>
              <p14:nvPr/>
            </p14:nvContentPartPr>
            <p14:xfrm>
              <a:off x="6786720" y="4476960"/>
              <a:ext cx="147600" cy="243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476352A-4328-9AE2-F1C9-598A9F2A2E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70880" y="4413600"/>
                <a:ext cx="17892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60FCABF-E8F3-1B5B-7E60-183F46A9A2B9}"/>
                  </a:ext>
                </a:extLst>
              </p14:cNvPr>
              <p14:cNvContentPartPr/>
              <p14:nvPr/>
            </p14:nvContentPartPr>
            <p14:xfrm>
              <a:off x="7053840" y="4368240"/>
              <a:ext cx="55800" cy="54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60FCABF-E8F3-1B5B-7E60-183F46A9A2B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38000" y="4304880"/>
                <a:ext cx="87120" cy="6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E738799-7641-1832-75A2-3081983F8B76}"/>
                  </a:ext>
                </a:extLst>
              </p14:cNvPr>
              <p14:cNvContentPartPr/>
              <p14:nvPr/>
            </p14:nvContentPartPr>
            <p14:xfrm>
              <a:off x="7228080" y="4458960"/>
              <a:ext cx="209880" cy="290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E738799-7641-1832-75A2-3081983F8B7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12240" y="4395600"/>
                <a:ext cx="24120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446CDD5-1411-6C52-5B93-827926BDFE01}"/>
                  </a:ext>
                </a:extLst>
              </p14:cNvPr>
              <p14:cNvContentPartPr/>
              <p14:nvPr/>
            </p14:nvContentPartPr>
            <p14:xfrm>
              <a:off x="7267680" y="4622760"/>
              <a:ext cx="159120" cy="23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446CDD5-1411-6C52-5B93-827926BDFE0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251840" y="4559400"/>
                <a:ext cx="19044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A6B265F-26F2-CB77-B3D5-02F4FEFB66C7}"/>
                  </a:ext>
                </a:extLst>
              </p14:cNvPr>
              <p14:cNvContentPartPr/>
              <p14:nvPr/>
            </p14:nvContentPartPr>
            <p14:xfrm>
              <a:off x="8028000" y="4433040"/>
              <a:ext cx="315720" cy="336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A6B265F-26F2-CB77-B3D5-02F4FEFB66C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012160" y="4369680"/>
                <a:ext cx="34704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A6092C3-0291-8587-35CB-B6364ADF66AB}"/>
                  </a:ext>
                </a:extLst>
              </p14:cNvPr>
              <p14:cNvContentPartPr/>
              <p14:nvPr/>
            </p14:nvContentPartPr>
            <p14:xfrm>
              <a:off x="7992360" y="4588920"/>
              <a:ext cx="385200" cy="23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A6092C3-0291-8587-35CB-B6364ADF66A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976520" y="4525560"/>
                <a:ext cx="416520" cy="14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9460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Estimating likelihood: Naive Monte-Carlo </a:t>
            </a:r>
            <a:endParaRPr lang="en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E9DA32-780E-3C42-9B11-0D3B0A29E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812" y="1423852"/>
            <a:ext cx="9896375" cy="40102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27F2A5-713D-1210-1809-4142B89C3238}"/>
                  </a:ext>
                </a:extLst>
              </p14:cNvPr>
              <p14:cNvContentPartPr/>
              <p14:nvPr/>
            </p14:nvContentPartPr>
            <p14:xfrm>
              <a:off x="6606360" y="2421720"/>
              <a:ext cx="1861920" cy="503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27F2A5-713D-1210-1809-4142B89C32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90520" y="2358360"/>
                <a:ext cx="1893240" cy="6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CA1AC10-6332-296C-71A2-97BB07881791}"/>
                  </a:ext>
                </a:extLst>
              </p14:cNvPr>
              <p14:cNvContentPartPr/>
              <p14:nvPr/>
            </p14:nvContentPartPr>
            <p14:xfrm>
              <a:off x="8724960" y="5319000"/>
              <a:ext cx="128160" cy="1007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CA1AC10-6332-296C-71A2-97BB0788179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09120" y="5255640"/>
                <a:ext cx="159480" cy="11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4D6832-85B3-3A88-E30A-9343DC1E7396}"/>
                  </a:ext>
                </a:extLst>
              </p14:cNvPr>
              <p14:cNvContentPartPr/>
              <p14:nvPr/>
            </p14:nvContentPartPr>
            <p14:xfrm>
              <a:off x="8703720" y="5132880"/>
              <a:ext cx="1168200" cy="146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4D6832-85B3-3A88-E30A-9343DC1E73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87880" y="5069520"/>
                <a:ext cx="11995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9C9F9E7-C6D7-9F2A-EBBD-B7852B7C665D}"/>
                  </a:ext>
                </a:extLst>
              </p14:cNvPr>
              <p14:cNvContentPartPr/>
              <p14:nvPr/>
            </p14:nvContentPartPr>
            <p14:xfrm>
              <a:off x="9863280" y="5227920"/>
              <a:ext cx="114120" cy="1155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9C9F9E7-C6D7-9F2A-EBBD-B7852B7C665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47440" y="5164560"/>
                <a:ext cx="145440" cy="12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0B79902-D7D2-EAE7-AEB8-6A9E759D269C}"/>
                  </a:ext>
                </a:extLst>
              </p14:cNvPr>
              <p14:cNvContentPartPr/>
              <p14:nvPr/>
            </p14:nvContentPartPr>
            <p14:xfrm>
              <a:off x="8781480" y="6244200"/>
              <a:ext cx="1472760" cy="257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0B79902-D7D2-EAE7-AEB8-6A9E759D269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65640" y="6180840"/>
                <a:ext cx="150408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62031B-4F19-FCF0-E09F-E9D01238BFFF}"/>
                  </a:ext>
                </a:extLst>
              </p14:cNvPr>
              <p14:cNvContentPartPr/>
              <p14:nvPr/>
            </p14:nvContentPartPr>
            <p14:xfrm>
              <a:off x="8688600" y="4736160"/>
              <a:ext cx="588960" cy="532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62031B-4F19-FCF0-E09F-E9D01238BFF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72760" y="4672800"/>
                <a:ext cx="620280" cy="65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B6CA079-9D53-0B34-A9B6-781517B8323D}"/>
                  </a:ext>
                </a:extLst>
              </p14:cNvPr>
              <p14:cNvContentPartPr/>
              <p14:nvPr/>
            </p14:nvContentPartPr>
            <p14:xfrm>
              <a:off x="9758160" y="4745520"/>
              <a:ext cx="405360" cy="449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B6CA079-9D53-0B34-A9B6-781517B8323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742320" y="4682160"/>
                <a:ext cx="436680" cy="57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D7B2D05-D36F-5CE6-6111-7DB4015DCC87}"/>
                  </a:ext>
                </a:extLst>
              </p14:cNvPr>
              <p14:cNvContentPartPr/>
              <p14:nvPr/>
            </p14:nvContentPartPr>
            <p14:xfrm>
              <a:off x="9169560" y="4707720"/>
              <a:ext cx="1245600" cy="74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D7B2D05-D36F-5CE6-6111-7DB4015DCC8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153720" y="4644360"/>
                <a:ext cx="127692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1AAAA05-1669-1342-BB4C-52FF5F4193CA}"/>
                  </a:ext>
                </a:extLst>
              </p14:cNvPr>
              <p14:cNvContentPartPr/>
              <p14:nvPr/>
            </p14:nvContentPartPr>
            <p14:xfrm>
              <a:off x="10126800" y="4727160"/>
              <a:ext cx="175320" cy="1191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1AAAA05-1669-1342-BB4C-52FF5F4193C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110960" y="4663800"/>
                <a:ext cx="206640" cy="13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AA1A152-1416-0FDC-E77F-B0E3E2F1F71D}"/>
                  </a:ext>
                </a:extLst>
              </p14:cNvPr>
              <p14:cNvContentPartPr/>
              <p14:nvPr/>
            </p14:nvContentPartPr>
            <p14:xfrm>
              <a:off x="10003680" y="5686560"/>
              <a:ext cx="292680" cy="600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AA1A152-1416-0FDC-E77F-B0E3E2F1F71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987840" y="5623200"/>
                <a:ext cx="324000" cy="72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48D7DBA-91AD-406D-3856-D7D9AEE2C871}"/>
                  </a:ext>
                </a:extLst>
              </p14:cNvPr>
              <p14:cNvContentPartPr/>
              <p14:nvPr/>
            </p14:nvContentPartPr>
            <p14:xfrm>
              <a:off x="8863920" y="6252480"/>
              <a:ext cx="68400" cy="108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48D7DBA-91AD-406D-3856-D7D9AEE2C87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848080" y="6189120"/>
                <a:ext cx="997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4484BAE-CEE1-648E-A740-85EB103BC5E8}"/>
                  </a:ext>
                </a:extLst>
              </p14:cNvPr>
              <p14:cNvContentPartPr/>
              <p14:nvPr/>
            </p14:nvContentPartPr>
            <p14:xfrm>
              <a:off x="8988480" y="6099840"/>
              <a:ext cx="108000" cy="119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4484BAE-CEE1-648E-A740-85EB103BC5E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972640" y="6036480"/>
                <a:ext cx="1393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D35DFB6-E9EA-6627-92DA-657282173D85}"/>
                  </a:ext>
                </a:extLst>
              </p14:cNvPr>
              <p14:cNvContentPartPr/>
              <p14:nvPr/>
            </p14:nvContentPartPr>
            <p14:xfrm>
              <a:off x="9118800" y="5997960"/>
              <a:ext cx="34200" cy="85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D35DFB6-E9EA-6627-92DA-657282173D8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102960" y="5934600"/>
                <a:ext cx="655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7B1F5AD-4A0B-8978-F012-E7E937F4CAC0}"/>
                  </a:ext>
                </a:extLst>
              </p14:cNvPr>
              <p14:cNvContentPartPr/>
              <p14:nvPr/>
            </p14:nvContentPartPr>
            <p14:xfrm>
              <a:off x="9282960" y="5856480"/>
              <a:ext cx="39960" cy="61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7B1F5AD-4A0B-8978-F012-E7E937F4CAC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267120" y="5793120"/>
                <a:ext cx="712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729AA75-D4E5-9D1C-5C1E-6851A86A60D5}"/>
                  </a:ext>
                </a:extLst>
              </p14:cNvPr>
              <p14:cNvContentPartPr/>
              <p14:nvPr/>
            </p14:nvContentPartPr>
            <p14:xfrm>
              <a:off x="9160920" y="4789080"/>
              <a:ext cx="122400" cy="484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729AA75-D4E5-9D1C-5C1E-6851A86A60D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145080" y="4725720"/>
                <a:ext cx="153720" cy="6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8C511AC-AE6E-B5FF-1136-CFB98226BAF6}"/>
                  </a:ext>
                </a:extLst>
              </p14:cNvPr>
              <p14:cNvContentPartPr/>
              <p14:nvPr/>
            </p14:nvContentPartPr>
            <p14:xfrm>
              <a:off x="9311040" y="5539680"/>
              <a:ext cx="45720" cy="136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8C511AC-AE6E-B5FF-1136-CFB98226BAF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295200" y="5476320"/>
                <a:ext cx="770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D5B7AD7-8231-2754-DF3C-45C66E926DE3}"/>
                  </a:ext>
                </a:extLst>
              </p14:cNvPr>
              <p14:cNvContentPartPr/>
              <p14:nvPr/>
            </p14:nvContentPartPr>
            <p14:xfrm>
              <a:off x="9333720" y="5811120"/>
              <a:ext cx="28800" cy="45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D5B7AD7-8231-2754-DF3C-45C66E926DE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317880" y="5747760"/>
                <a:ext cx="6012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919544B-B6A8-6BF5-5325-CF905938E921}"/>
                  </a:ext>
                </a:extLst>
              </p14:cNvPr>
              <p14:cNvContentPartPr/>
              <p14:nvPr/>
            </p14:nvContentPartPr>
            <p14:xfrm>
              <a:off x="9390240" y="5884920"/>
              <a:ext cx="108000" cy="45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919544B-B6A8-6BF5-5325-CF905938E92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374400" y="5821560"/>
                <a:ext cx="13932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6A80C8B-EE4D-91AB-F215-6D4AACB75900}"/>
                  </a:ext>
                </a:extLst>
              </p14:cNvPr>
              <p14:cNvContentPartPr/>
              <p14:nvPr/>
            </p14:nvContentPartPr>
            <p14:xfrm>
              <a:off x="9678960" y="5873400"/>
              <a:ext cx="91080" cy="118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6A80C8B-EE4D-91AB-F215-6D4AACB7590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663120" y="5810040"/>
                <a:ext cx="12240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1DF74FF-87BF-6C39-580C-87B30B5E7E8E}"/>
                  </a:ext>
                </a:extLst>
              </p14:cNvPr>
              <p14:cNvContentPartPr/>
              <p14:nvPr/>
            </p14:nvContentPartPr>
            <p14:xfrm>
              <a:off x="10007280" y="5839560"/>
              <a:ext cx="91080" cy="6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1DF74FF-87BF-6C39-580C-87B30B5E7E8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991440" y="5776200"/>
                <a:ext cx="1224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05EB773-812F-8771-D698-7A8A54826BFE}"/>
                  </a:ext>
                </a:extLst>
              </p14:cNvPr>
              <p14:cNvContentPartPr/>
              <p14:nvPr/>
            </p14:nvContentPartPr>
            <p14:xfrm>
              <a:off x="10222560" y="5811120"/>
              <a:ext cx="62640" cy="288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05EB773-812F-8771-D698-7A8A54826BF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206720" y="5747760"/>
                <a:ext cx="9396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73321D2-D7EC-B05D-DAA5-A052EE67673A}"/>
                  </a:ext>
                </a:extLst>
              </p14:cNvPr>
              <p14:cNvContentPartPr/>
              <p14:nvPr/>
            </p14:nvContentPartPr>
            <p14:xfrm>
              <a:off x="8655120" y="4679640"/>
              <a:ext cx="1612800" cy="18082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73321D2-D7EC-B05D-DAA5-A052EE67673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645760" y="4670280"/>
                <a:ext cx="1631520" cy="182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3034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Wrap-up </a:t>
            </a:r>
            <a:endParaRPr lang="en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7479D1B3-23DF-5747-AC68-8D9251DC1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2" y="1422110"/>
            <a:ext cx="10344028" cy="4546204"/>
          </a:xfrm>
        </p:spPr>
        <p:txBody>
          <a:bodyPr>
            <a:noAutofit/>
          </a:bodyPr>
          <a:lstStyle/>
          <a:p>
            <a:r>
              <a:rPr lang="en" dirty="0"/>
              <a:t>Problems:</a:t>
            </a:r>
          </a:p>
          <a:p>
            <a:pPr lvl="1"/>
            <a:r>
              <a:rPr lang="en" sz="2400" dirty="0"/>
              <a:t>We can’t calculate p(x).</a:t>
            </a:r>
          </a:p>
          <a:p>
            <a:pPr lvl="1"/>
            <a:r>
              <a:rPr lang="en" sz="2400" dirty="0"/>
              <a:t>We can’t write the maximum-likelihood objective. </a:t>
            </a:r>
          </a:p>
          <a:p>
            <a:r>
              <a:rPr lang="en" dirty="0"/>
              <a:t>We need a different approach or objective function. Idea: </a:t>
            </a:r>
          </a:p>
          <a:p>
            <a:pPr lvl="1"/>
            <a:r>
              <a:rPr lang="en" sz="2400" dirty="0"/>
              <a:t>if we can’t write likelihood, let’s instead derive a lower bound on it. </a:t>
            </a:r>
          </a:p>
          <a:p>
            <a:pPr lvl="1"/>
            <a:r>
              <a:rPr lang="en" sz="2400" dirty="0"/>
              <a:t>If the lower bound is tractable, then we can optimize the parameters with respect to the lower bound. </a:t>
            </a:r>
          </a:p>
          <a:p>
            <a:pPr lvl="1"/>
            <a:r>
              <a:rPr lang="en" sz="2400" dirty="0"/>
              <a:t>If we are making the lower bound larger, we are making the likelihood larger. </a:t>
            </a:r>
            <a:endParaRPr lang="en" sz="2400" dirty="0">
              <a:effectLst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98DEEC-82F4-0AC5-EE92-0C66F60AA839}"/>
                  </a:ext>
                </a:extLst>
              </p14:cNvPr>
              <p14:cNvContentPartPr/>
              <p14:nvPr/>
            </p14:nvContentPartPr>
            <p14:xfrm>
              <a:off x="4715640" y="554400"/>
              <a:ext cx="6154920" cy="1681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98DEEC-82F4-0AC5-EE92-0C66F60AA8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06280" y="545040"/>
                <a:ext cx="6173640" cy="169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6758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9D22-7949-6544-A49E-361186E0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ru-RU" dirty="0"/>
              <a:t>Evidence Lower Bound</a:t>
            </a:r>
            <a:endParaRPr lang="en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5EC5B74-B316-EF9E-AF4F-79EB5C479EA8}"/>
                  </a:ext>
                </a:extLst>
              </p14:cNvPr>
              <p14:cNvContentPartPr/>
              <p14:nvPr/>
            </p14:nvContentPartPr>
            <p14:xfrm>
              <a:off x="2087640" y="2990160"/>
              <a:ext cx="8116920" cy="1129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5EC5B74-B316-EF9E-AF4F-79EB5C479E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8280" y="2980800"/>
                <a:ext cx="8135640" cy="114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7202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Jensen’s inequality</a:t>
            </a:r>
            <a:endParaRPr lang="en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8A57264F-4327-5A48-A191-701697027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020" y="2088242"/>
            <a:ext cx="7697960" cy="358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DC696945-A446-004F-9462-8423CFD11314}"/>
                  </a:ext>
                </a:extLst>
              </p:cNvPr>
              <p:cNvSpPr/>
              <p:nvPr/>
            </p:nvSpPr>
            <p:spPr>
              <a:xfrm>
                <a:off x="1223269" y="911682"/>
                <a:ext cx="958327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concave function g(.):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]]≥</m:t>
                    </m:r>
                    <m:r>
                      <a:rPr lang="e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]]</m:t>
                    </m:r>
                  </m:oMath>
                </a14:m>
                <a:r>
                  <a:rPr lang="en" sz="2400" dirty="0"/>
                  <a:t>.</a:t>
                </a:r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DC696945-A446-004F-9462-8423CFD113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269" y="911682"/>
                <a:ext cx="9583276" cy="830997"/>
              </a:xfrm>
              <a:prstGeom prst="rect">
                <a:avLst/>
              </a:prstGeom>
              <a:blipFill>
                <a:blip r:embed="rId3"/>
                <a:stretch>
                  <a:fillRect l="-1058" t="-7576" b="-151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D738B45F-3232-8041-A5AE-370D8280FF2B}"/>
                  </a:ext>
                </a:extLst>
              </p:cNvPr>
              <p:cNvSpPr/>
              <p:nvPr/>
            </p:nvSpPr>
            <p:spPr>
              <a:xfrm>
                <a:off x="3160295" y="5792459"/>
                <a:ext cx="6096000" cy="84747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en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𝑦𝑑𝑦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  <m:r>
                        <a:rPr lang="en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nary>
                      <m:r>
                        <a:rPr lang="en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D738B45F-3232-8041-A5AE-370D8280FF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295" y="5792459"/>
                <a:ext cx="6096000" cy="847476"/>
              </a:xfrm>
              <a:prstGeom prst="rect">
                <a:avLst/>
              </a:prstGeom>
              <a:blipFill>
                <a:blip r:embed="rId4"/>
                <a:stretch>
                  <a:fillRect l="-416" t="-185075" b="-2597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87371D3-406A-4549-82E6-13C146975373}"/>
              </a:ext>
            </a:extLst>
          </p:cNvPr>
          <p:cNvSpPr/>
          <p:nvPr/>
        </p:nvSpPr>
        <p:spPr>
          <a:xfrm>
            <a:off x="10185793" y="6270603"/>
            <a:ext cx="1813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Figure: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BorelisAI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F7BE306-56FF-9B08-D439-A5FFF2251663}"/>
                  </a:ext>
                </a:extLst>
              </p14:cNvPr>
              <p14:cNvContentPartPr/>
              <p14:nvPr/>
            </p14:nvContentPartPr>
            <p14:xfrm>
              <a:off x="1845360" y="1097640"/>
              <a:ext cx="4341600" cy="690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F7BE306-56FF-9B08-D439-A5FFF22516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36000" y="1088280"/>
                <a:ext cx="4360320" cy="70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92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Deriving the Evidence Lower </a:t>
            </a:r>
            <a:r>
              <a:rPr lang="en" dirty="0" err="1"/>
              <a:t>BOund</a:t>
            </a:r>
            <a:r>
              <a:rPr lang="en" dirty="0"/>
              <a:t> </a:t>
            </a:r>
            <a:endParaRPr lang="en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19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56771895-2FF8-F042-9BA4-79669CD54E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3986" y="1155898"/>
                <a:ext cx="10344028" cy="4546204"/>
              </a:xfrm>
            </p:spPr>
            <p:txBody>
              <a:bodyPr>
                <a:noAutofit/>
              </a:bodyPr>
              <a:lstStyle/>
              <a:p>
                <a:r>
                  <a:rPr lang="en" dirty="0"/>
                  <a:t>Start multiplying and dividing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dirty="0"/>
                  <a:t>(arbitrary function):</a:t>
                </a:r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nary>
                                <m:naryPr>
                                  <m:subHide m:val="on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𝑑𝑧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nary>
                                <m:naryPr>
                                  <m:subHide m:val="on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;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nary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Jensen’s inequality for convex functions (log):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" dirty="0"/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nary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1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b="1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  <m:d>
                                    <m:dPr>
                                      <m:ctrlPr>
                                        <a:rPr lang="en-US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1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  <m:r>
                                        <a:rPr lang="en-US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  <m:d>
                                    <m:dPr>
                                      <m:ctrlPr>
                                        <a:rPr lang="en-US" b="1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𝒛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.</m:t>
                          </m:r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309600" indent="0" algn="ctr">
                  <a:buNone/>
                </a:pPr>
                <a:r>
                  <a:rPr lang="en-US" dirty="0"/>
                  <a:t>The </a:t>
                </a:r>
                <a:r>
                  <a:rPr lang="en-US" dirty="0" err="1"/>
                  <a:t>rhs</a:t>
                </a:r>
                <a:r>
                  <a:rPr lang="en-US" dirty="0"/>
                  <a:t> is </a:t>
                </a:r>
                <a:r>
                  <a:rPr lang="en-US" b="1" dirty="0">
                    <a:solidFill>
                      <a:schemeClr val="tx2"/>
                    </a:solidFill>
                  </a:rPr>
                  <a:t>evidence lower bound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has different set of parameters,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" dirty="0"/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𝐸𝐿𝐵𝑂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56771895-2FF8-F042-9BA4-79669CD54E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986" y="1155898"/>
                <a:ext cx="10344028" cy="4546204"/>
              </a:xfrm>
              <a:blipFill>
                <a:blip r:embed="rId2"/>
                <a:stretch>
                  <a:fillRect t="-19274" b="-6229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86414E-CFEB-6C40-C9B9-BA45AD5148E0}"/>
                  </a:ext>
                </a:extLst>
              </p14:cNvPr>
              <p14:cNvContentPartPr/>
              <p14:nvPr/>
            </p14:nvContentPartPr>
            <p14:xfrm>
              <a:off x="1517040" y="142560"/>
              <a:ext cx="7415280" cy="6139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86414E-CFEB-6C40-C9B9-BA45AD5148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7680" y="133200"/>
                <a:ext cx="7434000" cy="615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62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ELBO so far</a:t>
            </a:r>
            <a:endParaRPr lang="en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20</a:t>
            </a:fld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99F5A924-8773-2449-BB7B-59B183918618}"/>
              </a:ext>
            </a:extLst>
          </p:cNvPr>
          <p:cNvCxnSpPr/>
          <p:nvPr/>
        </p:nvCxnSpPr>
        <p:spPr>
          <a:xfrm flipV="1">
            <a:off x="1723869" y="1603948"/>
            <a:ext cx="0" cy="360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C9FE5C7-E059-3749-9324-D2B7AFAD1383}"/>
              </a:ext>
            </a:extLst>
          </p:cNvPr>
          <p:cNvCxnSpPr/>
          <p:nvPr/>
        </p:nvCxnSpPr>
        <p:spPr>
          <a:xfrm>
            <a:off x="1723869" y="5216572"/>
            <a:ext cx="360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804B662-C0C3-3844-84BE-93741648F1D8}"/>
              </a:ext>
            </a:extLst>
          </p:cNvPr>
          <p:cNvSpPr/>
          <p:nvPr/>
        </p:nvSpPr>
        <p:spPr>
          <a:xfrm rot="16200000">
            <a:off x="448180" y="3244334"/>
            <a:ext cx="1820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Likelihood value</a:t>
            </a:r>
            <a:endParaRPr lang="ru-RU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A1D77846-F80C-8748-9B81-38B07796850D}"/>
              </a:ext>
            </a:extLst>
          </p:cNvPr>
          <p:cNvSpPr/>
          <p:nvPr/>
        </p:nvSpPr>
        <p:spPr>
          <a:xfrm>
            <a:off x="1753850" y="2231984"/>
            <a:ext cx="3600000" cy="2310036"/>
          </a:xfrm>
          <a:custGeom>
            <a:avLst/>
            <a:gdLst>
              <a:gd name="connsiteX0" fmla="*/ 0 w 4092315"/>
              <a:gd name="connsiteY0" fmla="*/ 2310036 h 2310036"/>
              <a:gd name="connsiteX1" fmla="*/ 449705 w 4092315"/>
              <a:gd name="connsiteY1" fmla="*/ 1305695 h 2310036"/>
              <a:gd name="connsiteX2" fmla="*/ 1259174 w 4092315"/>
              <a:gd name="connsiteY2" fmla="*/ 601157 h 2310036"/>
              <a:gd name="connsiteX3" fmla="*/ 2593299 w 4092315"/>
              <a:gd name="connsiteY3" fmla="*/ 1550 h 2310036"/>
              <a:gd name="connsiteX4" fmla="*/ 4092315 w 4092315"/>
              <a:gd name="connsiteY4" fmla="*/ 781039 h 231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2315" h="2310036">
                <a:moveTo>
                  <a:pt x="0" y="2310036"/>
                </a:moveTo>
                <a:cubicBezTo>
                  <a:pt x="119921" y="1950272"/>
                  <a:pt x="239843" y="1590508"/>
                  <a:pt x="449705" y="1305695"/>
                </a:cubicBezTo>
                <a:cubicBezTo>
                  <a:pt x="659567" y="1020882"/>
                  <a:pt x="901908" y="818514"/>
                  <a:pt x="1259174" y="601157"/>
                </a:cubicBezTo>
                <a:cubicBezTo>
                  <a:pt x="1616440" y="383800"/>
                  <a:pt x="2121109" y="-28430"/>
                  <a:pt x="2593299" y="1550"/>
                </a:cubicBezTo>
                <a:cubicBezTo>
                  <a:pt x="3065489" y="31530"/>
                  <a:pt x="3947410" y="668613"/>
                  <a:pt x="4092315" y="781039"/>
                </a:cubicBez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42C8ABC-5844-F64A-A2F4-DD21386D8FB1}"/>
                  </a:ext>
                </a:extLst>
              </p:cNvPr>
              <p:cNvSpPr/>
              <p:nvPr/>
            </p:nvSpPr>
            <p:spPr>
              <a:xfrm>
                <a:off x="4687060" y="2140831"/>
                <a:ext cx="13324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42C8ABC-5844-F64A-A2F4-DD21386D8F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060" y="2140831"/>
                <a:ext cx="1332416" cy="369332"/>
              </a:xfrm>
              <a:prstGeom prst="rect">
                <a:avLst/>
              </a:prstGeom>
              <a:blipFill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8C92615E-910C-B741-AA0B-504AAD509C27}"/>
              </a:ext>
            </a:extLst>
          </p:cNvPr>
          <p:cNvSpPr/>
          <p:nvPr/>
        </p:nvSpPr>
        <p:spPr>
          <a:xfrm>
            <a:off x="2173574" y="4442004"/>
            <a:ext cx="1004341" cy="384829"/>
          </a:xfrm>
          <a:custGeom>
            <a:avLst/>
            <a:gdLst>
              <a:gd name="connsiteX0" fmla="*/ 0 w 1004341"/>
              <a:gd name="connsiteY0" fmla="*/ 384829 h 384829"/>
              <a:gd name="connsiteX1" fmla="*/ 269823 w 1004341"/>
              <a:gd name="connsiteY1" fmla="*/ 55045 h 384829"/>
              <a:gd name="connsiteX2" fmla="*/ 479685 w 1004341"/>
              <a:gd name="connsiteY2" fmla="*/ 25065 h 384829"/>
              <a:gd name="connsiteX3" fmla="*/ 1004341 w 1004341"/>
              <a:gd name="connsiteY3" fmla="*/ 309878 h 384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4341" h="384829">
                <a:moveTo>
                  <a:pt x="0" y="384829"/>
                </a:moveTo>
                <a:cubicBezTo>
                  <a:pt x="94938" y="249917"/>
                  <a:pt x="189876" y="115006"/>
                  <a:pt x="269823" y="55045"/>
                </a:cubicBezTo>
                <a:cubicBezTo>
                  <a:pt x="349770" y="-4916"/>
                  <a:pt x="357265" y="-17407"/>
                  <a:pt x="479685" y="25065"/>
                </a:cubicBezTo>
                <a:cubicBezTo>
                  <a:pt x="602105" y="67537"/>
                  <a:pt x="904407" y="244921"/>
                  <a:pt x="1004341" y="309878"/>
                </a:cubicBezTo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968240E8-E30F-144C-9946-14B9DDAB9533}"/>
              </a:ext>
            </a:extLst>
          </p:cNvPr>
          <p:cNvSpPr/>
          <p:nvPr/>
        </p:nvSpPr>
        <p:spPr>
          <a:xfrm>
            <a:off x="2128604" y="3612630"/>
            <a:ext cx="1004342" cy="689547"/>
          </a:xfrm>
          <a:custGeom>
            <a:avLst/>
            <a:gdLst>
              <a:gd name="connsiteX0" fmla="*/ 0 w 1199213"/>
              <a:gd name="connsiteY0" fmla="*/ 750477 h 750477"/>
              <a:gd name="connsiteX1" fmla="*/ 254833 w 1199213"/>
              <a:gd name="connsiteY1" fmla="*/ 315762 h 750477"/>
              <a:gd name="connsiteX2" fmla="*/ 719528 w 1199213"/>
              <a:gd name="connsiteY2" fmla="*/ 105900 h 750477"/>
              <a:gd name="connsiteX3" fmla="*/ 989351 w 1199213"/>
              <a:gd name="connsiteY3" fmla="*/ 969 h 750477"/>
              <a:gd name="connsiteX4" fmla="*/ 1199213 w 1199213"/>
              <a:gd name="connsiteY4" fmla="*/ 60930 h 75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9213" h="750477">
                <a:moveTo>
                  <a:pt x="0" y="750477"/>
                </a:moveTo>
                <a:cubicBezTo>
                  <a:pt x="67456" y="586834"/>
                  <a:pt x="134912" y="423191"/>
                  <a:pt x="254833" y="315762"/>
                </a:cubicBezTo>
                <a:cubicBezTo>
                  <a:pt x="374754" y="208333"/>
                  <a:pt x="597108" y="158365"/>
                  <a:pt x="719528" y="105900"/>
                </a:cubicBezTo>
                <a:cubicBezTo>
                  <a:pt x="841948" y="53434"/>
                  <a:pt x="909404" y="8464"/>
                  <a:pt x="989351" y="969"/>
                </a:cubicBezTo>
                <a:cubicBezTo>
                  <a:pt x="1069298" y="-6526"/>
                  <a:pt x="1159239" y="30950"/>
                  <a:pt x="1199213" y="60930"/>
                </a:cubicBezTo>
              </a:path>
            </a:pathLst>
          </a:cu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6959E124-E6EE-7E4D-A1C8-3E8B2EBE3456}"/>
              </a:ext>
            </a:extLst>
          </p:cNvPr>
          <p:cNvCxnSpPr/>
          <p:nvPr/>
        </p:nvCxnSpPr>
        <p:spPr>
          <a:xfrm>
            <a:off x="2630775" y="1603948"/>
            <a:ext cx="44969" cy="360000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0BA53845-FF77-DB42-815D-6C0B10F1FF66}"/>
                  </a:ext>
                </a:extLst>
              </p:cNvPr>
              <p:cNvSpPr/>
              <p:nvPr/>
            </p:nvSpPr>
            <p:spPr>
              <a:xfrm>
                <a:off x="3523869" y="5332781"/>
                <a:ext cx="3837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0BA53845-FF77-DB42-815D-6C0B10F1FF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869" y="5332781"/>
                <a:ext cx="38375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2B4ED2EE-2CB6-954E-A720-215FE685638D}"/>
                  </a:ext>
                </a:extLst>
              </p:cNvPr>
              <p:cNvSpPr/>
              <p:nvPr/>
            </p:nvSpPr>
            <p:spPr>
              <a:xfrm>
                <a:off x="2711407" y="1557432"/>
                <a:ext cx="9088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2B4ED2EE-2CB6-954E-A720-215FE6856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407" y="1557432"/>
                <a:ext cx="908839" cy="369332"/>
              </a:xfrm>
              <a:prstGeom prst="rect">
                <a:avLst/>
              </a:prstGeom>
              <a:blipFill>
                <a:blip r:embed="rId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DADFAAA9-47AD-1C49-AA94-0F3D6407CB9F}"/>
                  </a:ext>
                </a:extLst>
              </p:cNvPr>
              <p:cNvSpPr/>
              <p:nvPr/>
            </p:nvSpPr>
            <p:spPr>
              <a:xfrm>
                <a:off x="3274733" y="4573709"/>
                <a:ext cx="15744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𝑬𝑳𝑩𝑶</m:t>
                      </m:r>
                      <m:r>
                        <a:rPr lang="en-US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DADFAAA9-47AD-1C49-AA94-0F3D6407CB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733" y="4573709"/>
                <a:ext cx="1574405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B763EC94-6B35-024C-A291-CCB7B048DA2E}"/>
                  </a:ext>
                </a:extLst>
              </p:cNvPr>
              <p:cNvSpPr/>
              <p:nvPr/>
            </p:nvSpPr>
            <p:spPr>
              <a:xfrm>
                <a:off x="3210662" y="3463689"/>
                <a:ext cx="15643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𝑬𝑳𝑩𝑶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B763EC94-6B35-024C-A291-CCB7B048D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662" y="3463689"/>
                <a:ext cx="1564339" cy="369332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8A8A43AC-8EF3-5940-943A-EFF9A5E6C3F6}"/>
              </a:ext>
            </a:extLst>
          </p:cNvPr>
          <p:cNvCxnSpPr/>
          <p:nvPr/>
        </p:nvCxnSpPr>
        <p:spPr>
          <a:xfrm flipV="1">
            <a:off x="7393221" y="1603948"/>
            <a:ext cx="0" cy="3600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1D4A2672-E5B2-3043-934E-266349B116F0}"/>
              </a:ext>
            </a:extLst>
          </p:cNvPr>
          <p:cNvCxnSpPr/>
          <p:nvPr/>
        </p:nvCxnSpPr>
        <p:spPr>
          <a:xfrm>
            <a:off x="7393221" y="5216572"/>
            <a:ext cx="360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C55E252-0288-4E49-B0B8-9A94947F37F3}"/>
              </a:ext>
            </a:extLst>
          </p:cNvPr>
          <p:cNvSpPr/>
          <p:nvPr/>
        </p:nvSpPr>
        <p:spPr>
          <a:xfrm rot="16200000">
            <a:off x="6117532" y="3244334"/>
            <a:ext cx="1820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Likelihood value</a:t>
            </a:r>
            <a:endParaRPr lang="ru-RU" dirty="0"/>
          </a:p>
        </p:txBody>
      </p:sp>
      <p:sp>
        <p:nvSpPr>
          <p:cNvPr id="32" name="Полилиния 31">
            <a:extLst>
              <a:ext uri="{FF2B5EF4-FFF2-40B4-BE49-F238E27FC236}">
                <a16:creationId xmlns:a16="http://schemas.microsoft.com/office/drawing/2014/main" id="{C3081DBC-1CA8-B64A-9D0E-BD52DCF11E6B}"/>
              </a:ext>
            </a:extLst>
          </p:cNvPr>
          <p:cNvSpPr/>
          <p:nvPr/>
        </p:nvSpPr>
        <p:spPr>
          <a:xfrm>
            <a:off x="7423202" y="2231984"/>
            <a:ext cx="3600000" cy="2310036"/>
          </a:xfrm>
          <a:custGeom>
            <a:avLst/>
            <a:gdLst>
              <a:gd name="connsiteX0" fmla="*/ 0 w 4092315"/>
              <a:gd name="connsiteY0" fmla="*/ 2310036 h 2310036"/>
              <a:gd name="connsiteX1" fmla="*/ 449705 w 4092315"/>
              <a:gd name="connsiteY1" fmla="*/ 1305695 h 2310036"/>
              <a:gd name="connsiteX2" fmla="*/ 1259174 w 4092315"/>
              <a:gd name="connsiteY2" fmla="*/ 601157 h 2310036"/>
              <a:gd name="connsiteX3" fmla="*/ 2593299 w 4092315"/>
              <a:gd name="connsiteY3" fmla="*/ 1550 h 2310036"/>
              <a:gd name="connsiteX4" fmla="*/ 4092315 w 4092315"/>
              <a:gd name="connsiteY4" fmla="*/ 781039 h 231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2315" h="2310036">
                <a:moveTo>
                  <a:pt x="0" y="2310036"/>
                </a:moveTo>
                <a:cubicBezTo>
                  <a:pt x="119921" y="1950272"/>
                  <a:pt x="239843" y="1590508"/>
                  <a:pt x="449705" y="1305695"/>
                </a:cubicBezTo>
                <a:cubicBezTo>
                  <a:pt x="659567" y="1020882"/>
                  <a:pt x="901908" y="818514"/>
                  <a:pt x="1259174" y="601157"/>
                </a:cubicBezTo>
                <a:cubicBezTo>
                  <a:pt x="1616440" y="383800"/>
                  <a:pt x="2121109" y="-28430"/>
                  <a:pt x="2593299" y="1550"/>
                </a:cubicBezTo>
                <a:cubicBezTo>
                  <a:pt x="3065489" y="31530"/>
                  <a:pt x="3947410" y="668613"/>
                  <a:pt x="4092315" y="781039"/>
                </a:cubicBez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CD7BDF12-8221-8346-8909-A424E0C0D912}"/>
                  </a:ext>
                </a:extLst>
              </p:cNvPr>
              <p:cNvSpPr/>
              <p:nvPr/>
            </p:nvSpPr>
            <p:spPr>
              <a:xfrm>
                <a:off x="10356412" y="2140831"/>
                <a:ext cx="13324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CD7BDF12-8221-8346-8909-A424E0C0D9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412" y="2140831"/>
                <a:ext cx="1332416" cy="369332"/>
              </a:xfrm>
              <a:prstGeom prst="rect">
                <a:avLst/>
              </a:prstGeom>
              <a:blipFill>
                <a:blip r:embed="rId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Полилиния 34">
            <a:extLst>
              <a:ext uri="{FF2B5EF4-FFF2-40B4-BE49-F238E27FC236}">
                <a16:creationId xmlns:a16="http://schemas.microsoft.com/office/drawing/2014/main" id="{4A43EA88-7E47-9F41-8F83-EEC12BB08C2C}"/>
              </a:ext>
            </a:extLst>
          </p:cNvPr>
          <p:cNvSpPr/>
          <p:nvPr/>
        </p:nvSpPr>
        <p:spPr>
          <a:xfrm>
            <a:off x="7797956" y="3612630"/>
            <a:ext cx="1004342" cy="689547"/>
          </a:xfrm>
          <a:custGeom>
            <a:avLst/>
            <a:gdLst>
              <a:gd name="connsiteX0" fmla="*/ 0 w 1199213"/>
              <a:gd name="connsiteY0" fmla="*/ 750477 h 750477"/>
              <a:gd name="connsiteX1" fmla="*/ 254833 w 1199213"/>
              <a:gd name="connsiteY1" fmla="*/ 315762 h 750477"/>
              <a:gd name="connsiteX2" fmla="*/ 719528 w 1199213"/>
              <a:gd name="connsiteY2" fmla="*/ 105900 h 750477"/>
              <a:gd name="connsiteX3" fmla="*/ 989351 w 1199213"/>
              <a:gd name="connsiteY3" fmla="*/ 969 h 750477"/>
              <a:gd name="connsiteX4" fmla="*/ 1199213 w 1199213"/>
              <a:gd name="connsiteY4" fmla="*/ 60930 h 75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9213" h="750477">
                <a:moveTo>
                  <a:pt x="0" y="750477"/>
                </a:moveTo>
                <a:cubicBezTo>
                  <a:pt x="67456" y="586834"/>
                  <a:pt x="134912" y="423191"/>
                  <a:pt x="254833" y="315762"/>
                </a:cubicBezTo>
                <a:cubicBezTo>
                  <a:pt x="374754" y="208333"/>
                  <a:pt x="597108" y="158365"/>
                  <a:pt x="719528" y="105900"/>
                </a:cubicBezTo>
                <a:cubicBezTo>
                  <a:pt x="841948" y="53434"/>
                  <a:pt x="909404" y="8464"/>
                  <a:pt x="989351" y="969"/>
                </a:cubicBezTo>
                <a:cubicBezTo>
                  <a:pt x="1069298" y="-6526"/>
                  <a:pt x="1159239" y="30950"/>
                  <a:pt x="1199213" y="60930"/>
                </a:cubicBezTo>
              </a:path>
            </a:pathLst>
          </a:cu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566E1952-752F-E540-8A44-79E466EF0F8D}"/>
              </a:ext>
            </a:extLst>
          </p:cNvPr>
          <p:cNvCxnSpPr/>
          <p:nvPr/>
        </p:nvCxnSpPr>
        <p:spPr>
          <a:xfrm>
            <a:off x="8300127" y="1603948"/>
            <a:ext cx="44969" cy="360000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F80A4F6D-1FF8-DD43-A2BE-6B5DD7B0813B}"/>
                  </a:ext>
                </a:extLst>
              </p:cNvPr>
              <p:cNvSpPr/>
              <p:nvPr/>
            </p:nvSpPr>
            <p:spPr>
              <a:xfrm>
                <a:off x="9193221" y="5332781"/>
                <a:ext cx="3837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F80A4F6D-1FF8-DD43-A2BE-6B5DD7B081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221" y="5332781"/>
                <a:ext cx="38375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C68AEA6A-E81F-E449-923E-0E1E829BA2A2}"/>
                  </a:ext>
                </a:extLst>
              </p:cNvPr>
              <p:cNvSpPr/>
              <p:nvPr/>
            </p:nvSpPr>
            <p:spPr>
              <a:xfrm>
                <a:off x="7436257" y="1525261"/>
                <a:ext cx="9088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C68AEA6A-E81F-E449-923E-0E1E829BA2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257" y="1525261"/>
                <a:ext cx="90883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EDB38B1A-C82B-7E49-BF2E-8CE663CA64D2}"/>
                  </a:ext>
                </a:extLst>
              </p:cNvPr>
              <p:cNvSpPr/>
              <p:nvPr/>
            </p:nvSpPr>
            <p:spPr>
              <a:xfrm>
                <a:off x="8880014" y="3463689"/>
                <a:ext cx="14638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𝑬𝑳𝑩𝑶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EDB38B1A-C82B-7E49-BF2E-8CE663CA64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014" y="3463689"/>
                <a:ext cx="1463862" cy="369332"/>
              </a:xfrm>
              <a:prstGeom prst="rect">
                <a:avLst/>
              </a:prstGeom>
              <a:blipFill>
                <a:blip r:embed="rId10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Прямоугольник 40">
                <a:extLst>
                  <a:ext uri="{FF2B5EF4-FFF2-40B4-BE49-F238E27FC236}">
                    <a16:creationId xmlns:a16="http://schemas.microsoft.com/office/drawing/2014/main" id="{9BC540AC-5453-F144-8227-6D255EC06D36}"/>
                  </a:ext>
                </a:extLst>
              </p:cNvPr>
              <p:cNvSpPr/>
              <p:nvPr/>
            </p:nvSpPr>
            <p:spPr>
              <a:xfrm>
                <a:off x="8652386" y="1525261"/>
                <a:ext cx="9141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1" name="Прямоугольник 40">
                <a:extLst>
                  <a:ext uri="{FF2B5EF4-FFF2-40B4-BE49-F238E27FC236}">
                    <a16:creationId xmlns:a16="http://schemas.microsoft.com/office/drawing/2014/main" id="{9BC540AC-5453-F144-8227-6D255EC06D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386" y="1525261"/>
                <a:ext cx="9141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B9427BFB-6A61-9A41-BE3E-51C3F3615507}"/>
              </a:ext>
            </a:extLst>
          </p:cNvPr>
          <p:cNvCxnSpPr/>
          <p:nvPr/>
        </p:nvCxnSpPr>
        <p:spPr>
          <a:xfrm>
            <a:off x="8572447" y="1636428"/>
            <a:ext cx="44969" cy="360000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A8A32544-DC8B-4542-A392-AC30D9716C1A}"/>
                  </a:ext>
                </a:extLst>
              </p:cNvPr>
              <p:cNvSpPr/>
              <p:nvPr/>
            </p:nvSpPr>
            <p:spPr>
              <a:xfrm>
                <a:off x="6464024" y="188081"/>
                <a:ext cx="5584542" cy="891975"/>
              </a:xfrm>
              <a:prstGeom prst="rect">
                <a:avLst/>
              </a:prstGeom>
              <a:ln w="38100"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𝐸𝐿𝐵𝑂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A8A32544-DC8B-4542-A392-AC30D9716C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024" y="188081"/>
                <a:ext cx="5584542" cy="891975"/>
              </a:xfrm>
              <a:prstGeom prst="rect">
                <a:avLst/>
              </a:prstGeom>
              <a:blipFill>
                <a:blip r:embed="rId12"/>
                <a:stretch>
                  <a:fillRect t="-160811" b="-233784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4578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Tightness of bound</a:t>
            </a:r>
            <a:endParaRPr lang="en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21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7F64FAE5-8F21-D54B-A472-3F10254BF7F1}"/>
                  </a:ext>
                </a:extLst>
              </p:cNvPr>
              <p:cNvSpPr/>
              <p:nvPr/>
            </p:nvSpPr>
            <p:spPr>
              <a:xfrm>
                <a:off x="6464024" y="188081"/>
                <a:ext cx="5584542" cy="891975"/>
              </a:xfrm>
              <a:prstGeom prst="rect">
                <a:avLst/>
              </a:prstGeom>
              <a:ln w="38100"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𝐸𝐿𝐵𝑂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7F64FAE5-8F21-D54B-A472-3F10254BF7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024" y="188081"/>
                <a:ext cx="5584542" cy="891975"/>
              </a:xfrm>
              <a:prstGeom prst="rect">
                <a:avLst/>
              </a:prstGeom>
              <a:blipFill>
                <a:blip r:embed="rId2"/>
                <a:stretch>
                  <a:fillRect t="-160811" b="-233784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CD313F10-8AB0-0F48-9A74-D8A4DB5B3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0765" y="941945"/>
                <a:ext cx="11034424" cy="4546204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We use chain rule</a:t>
                </a:r>
                <a:endParaRPr lang="en" dirty="0"/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𝐸𝐿𝐵𝑂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Separate part independent 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" dirty="0"/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r>
                        <m:rPr>
                          <m:nor/>
                        </m:rPr>
                        <a:rPr lang="en-US" dirty="0"/>
                        <m:t>=</m:t>
                      </m:r>
                    </m:oMath>
                  </m:oMathPara>
                </a14:m>
                <a:endParaRPr lang="en-US" dirty="0"/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Definition of KL divergence:</a:t>
                </a:r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Bound is tight </a:t>
                </a:r>
                <a:r>
                  <a:rPr lang="en-US" dirty="0" err="1"/>
                  <a:t>iff</a:t>
                </a:r>
                <a:r>
                  <a:rPr lang="en-US" dirty="0"/>
                  <a:t> KL = 0. </a:t>
                </a:r>
              </a:p>
              <a:p>
                <a:pPr marL="309600" indent="0" algn="ctr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CD313F10-8AB0-0F48-9A74-D8A4DB5B3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765" y="941945"/>
                <a:ext cx="11034424" cy="4546204"/>
              </a:xfrm>
              <a:blipFill>
                <a:blip r:embed="rId3"/>
                <a:stretch>
                  <a:fillRect t="-19220" b="-3788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EB775ED-6349-DC4C-87BF-5D1A0E27045A}"/>
              </a:ext>
            </a:extLst>
          </p:cNvPr>
          <p:cNvSpPr/>
          <p:nvPr/>
        </p:nvSpPr>
        <p:spPr>
          <a:xfrm>
            <a:off x="6773561" y="617009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 Hoffman, M. Johnson, ELBO surgery, NIPS2016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3FFAAD-BDFC-BC17-19DB-FF9B705D8885}"/>
                  </a:ext>
                </a:extLst>
              </p14:cNvPr>
              <p14:cNvContentPartPr/>
              <p14:nvPr/>
            </p14:nvContentPartPr>
            <p14:xfrm>
              <a:off x="4971600" y="5354280"/>
              <a:ext cx="2842920" cy="663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3FFAAD-BDFC-BC17-19DB-FF9B705D88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55760" y="5290920"/>
                <a:ext cx="2874240" cy="7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C485F9C-771C-211E-7BE7-55C3679AF3DA}"/>
                  </a:ext>
                </a:extLst>
              </p14:cNvPr>
              <p14:cNvContentPartPr/>
              <p14:nvPr/>
            </p14:nvContentPartPr>
            <p14:xfrm>
              <a:off x="4935960" y="5483160"/>
              <a:ext cx="2856240" cy="815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C485F9C-771C-211E-7BE7-55C3679AF3D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20120" y="5419800"/>
                <a:ext cx="2887560" cy="9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F1C2B7-AC7B-C4DA-1680-5F5CE2015413}"/>
                  </a:ext>
                </a:extLst>
              </p14:cNvPr>
              <p14:cNvContentPartPr/>
              <p14:nvPr/>
            </p14:nvContentPartPr>
            <p14:xfrm>
              <a:off x="2694240" y="5030280"/>
              <a:ext cx="2070720" cy="1221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F1C2B7-AC7B-C4DA-1680-5F5CE201541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78400" y="4966920"/>
                <a:ext cx="2102040" cy="13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941AD31-7A0E-8217-C1FF-4B82CEF8DA55}"/>
                  </a:ext>
                </a:extLst>
              </p14:cNvPr>
              <p14:cNvContentPartPr/>
              <p14:nvPr/>
            </p14:nvContentPartPr>
            <p14:xfrm>
              <a:off x="1163160" y="265680"/>
              <a:ext cx="10791720" cy="6445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941AD31-7A0E-8217-C1FF-4B82CEF8DA5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53800" y="256320"/>
                <a:ext cx="10810440" cy="646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260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9D22-7949-6544-A49E-361186E0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ru-RU" dirty="0"/>
              <a:t>Variational Autoencoder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96420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D482727E-8510-5F4B-8904-4D776FCF3B8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2505" y="176102"/>
                <a:ext cx="11806990" cy="765843"/>
              </a:xfrm>
            </p:spPr>
            <p:txBody>
              <a:bodyPr>
                <a:normAutofit/>
              </a:bodyPr>
              <a:lstStyle/>
              <a:p>
                <a:r>
                  <a:rPr lang="en" dirty="0">
                    <a:effectLst/>
                  </a:rPr>
                  <a:t>Dependence on prior on </a:t>
                </a:r>
                <a14:m>
                  <m:oMath xmlns:m="http://schemas.openxmlformats.org/officeDocument/2006/math">
                    <m:r>
                      <a:rPr lang="en" i="1" dirty="0" smtClean="0">
                        <a:effectLst/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" dirty="0">
                  <a:effectLst/>
                </a:endParaRP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D482727E-8510-5F4B-8904-4D776FCF3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2505" y="176102"/>
                <a:ext cx="11806990" cy="765843"/>
              </a:xfrm>
              <a:blipFill>
                <a:blip r:embed="rId2"/>
                <a:stretch>
                  <a:fillRect l="-2151" t="-19355" b="-338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23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CD313F10-8AB0-0F48-9A74-D8A4DB5B3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2" y="1422110"/>
                <a:ext cx="11034424" cy="4546204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We use chain rule</a:t>
                </a:r>
                <a:endParaRPr lang="en" dirty="0"/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𝐸𝐿𝐵𝑂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Separate KL divergence part: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" dirty="0"/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r>
                        <m:rPr>
                          <m:nor/>
                        </m:rPr>
                        <a:rPr lang="en-US" dirty="0"/>
                        <m:t>=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Definition of KL</a:t>
                </a:r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func>
                            <m:funcPr>
                              <m:ctrlPr>
                                <a:rPr lang="en-US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𝐾𝐿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)).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CD313F10-8AB0-0F48-9A74-D8A4DB5B3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2" y="1422110"/>
                <a:ext cx="11034424" cy="4546204"/>
              </a:xfrm>
              <a:blipFill>
                <a:blip r:embed="rId3"/>
                <a:stretch>
                  <a:fillRect t="-18942" b="-487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B0F3CC4-5F7A-7246-97EE-36A281CB16BA}"/>
              </a:ext>
            </a:extLst>
          </p:cNvPr>
          <p:cNvSpPr/>
          <p:nvPr/>
        </p:nvSpPr>
        <p:spPr>
          <a:xfrm>
            <a:off x="2995444" y="6012710"/>
            <a:ext cx="26004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9600" indent="0">
              <a:buNone/>
            </a:pPr>
            <a:r>
              <a:rPr lang="en-US" b="1" dirty="0">
                <a:solidFill>
                  <a:schemeClr val="tx2"/>
                </a:solidFill>
              </a:rPr>
              <a:t>Reconstruction loss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93BCA2-7B36-3544-9B8E-A0D530C4F133}"/>
              </a:ext>
            </a:extLst>
          </p:cNvPr>
          <p:cNvSpPr/>
          <p:nvPr/>
        </p:nvSpPr>
        <p:spPr>
          <a:xfrm>
            <a:off x="6096000" y="6002612"/>
            <a:ext cx="4211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960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Latent Parametrization agreement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EEB1C3-0B68-7C04-5EC7-7655A4695F83}"/>
                  </a:ext>
                </a:extLst>
              </p14:cNvPr>
              <p14:cNvContentPartPr/>
              <p14:nvPr/>
            </p14:nvContentPartPr>
            <p14:xfrm>
              <a:off x="2926440" y="5103720"/>
              <a:ext cx="85320" cy="1086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EEB1C3-0B68-7C04-5EC7-7655A4695F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10600" y="5040360"/>
                <a:ext cx="116640" cy="12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B0881AC-AF11-D2E6-7530-23C9FDAD9E2C}"/>
                  </a:ext>
                </a:extLst>
              </p14:cNvPr>
              <p14:cNvContentPartPr/>
              <p14:nvPr/>
            </p14:nvContentPartPr>
            <p14:xfrm>
              <a:off x="2875680" y="4979520"/>
              <a:ext cx="3350880" cy="119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B0881AC-AF11-D2E6-7530-23C9FDAD9E2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9840" y="4916160"/>
                <a:ext cx="338220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DAA62EE-9453-3C37-0035-073CCECDA1C6}"/>
                  </a:ext>
                </a:extLst>
              </p14:cNvPr>
              <p14:cNvContentPartPr/>
              <p14:nvPr/>
            </p14:nvContentPartPr>
            <p14:xfrm>
              <a:off x="6163920" y="5059800"/>
              <a:ext cx="39600" cy="983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DAA62EE-9453-3C37-0035-073CCECDA1C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48080" y="4996440"/>
                <a:ext cx="70920" cy="11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9E72AEA-F899-AFBE-FBEB-EB89E95630D0}"/>
                  </a:ext>
                </a:extLst>
              </p14:cNvPr>
              <p14:cNvContentPartPr/>
              <p14:nvPr/>
            </p14:nvContentPartPr>
            <p14:xfrm>
              <a:off x="2937960" y="6082560"/>
              <a:ext cx="3492360" cy="142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9E72AEA-F899-AFBE-FBEB-EB89E95630D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22120" y="6019200"/>
                <a:ext cx="352368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5EB0C54-EC62-5DFF-B698-83E31BD69E7A}"/>
                  </a:ext>
                </a:extLst>
              </p14:cNvPr>
              <p14:cNvContentPartPr/>
              <p14:nvPr/>
            </p14:nvContentPartPr>
            <p14:xfrm>
              <a:off x="8160840" y="405360"/>
              <a:ext cx="92160" cy="566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5EB0C54-EC62-5DFF-B698-83E31BD69E7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45000" y="342000"/>
                <a:ext cx="123480" cy="69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F07FD52-0F66-1A1C-F326-807B96387034}"/>
                  </a:ext>
                </a:extLst>
              </p14:cNvPr>
              <p14:cNvContentPartPr/>
              <p14:nvPr/>
            </p14:nvContentPartPr>
            <p14:xfrm>
              <a:off x="8229960" y="418680"/>
              <a:ext cx="124920" cy="54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F07FD52-0F66-1A1C-F326-807B9638703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14120" y="355320"/>
                <a:ext cx="156240" cy="6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835177B-2F6F-02C4-9F68-2121F2438694}"/>
                  </a:ext>
                </a:extLst>
              </p14:cNvPr>
              <p14:cNvContentPartPr/>
              <p14:nvPr/>
            </p14:nvContentPartPr>
            <p14:xfrm>
              <a:off x="8467920" y="594000"/>
              <a:ext cx="181440" cy="239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835177B-2F6F-02C4-9F68-2121F24386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52080" y="530640"/>
                <a:ext cx="21276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3ADF7D1-8EB7-8737-1A7C-9A795892BBEB}"/>
                  </a:ext>
                </a:extLst>
              </p14:cNvPr>
              <p14:cNvContentPartPr/>
              <p14:nvPr/>
            </p14:nvContentPartPr>
            <p14:xfrm>
              <a:off x="8661960" y="582840"/>
              <a:ext cx="185400" cy="204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3ADF7D1-8EB7-8737-1A7C-9A795892BBE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646120" y="519480"/>
                <a:ext cx="21672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DEC1BAE-DD9B-67C7-AE0B-8BC1153DA30D}"/>
                  </a:ext>
                </a:extLst>
              </p14:cNvPr>
              <p14:cNvContentPartPr/>
              <p14:nvPr/>
            </p14:nvContentPartPr>
            <p14:xfrm>
              <a:off x="8490240" y="326160"/>
              <a:ext cx="255240" cy="172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DEC1BAE-DD9B-67C7-AE0B-8BC1153DA30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74400" y="262800"/>
                <a:ext cx="2865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EA6420D-EB4C-6608-1060-69BA4E1E0204}"/>
                  </a:ext>
                </a:extLst>
              </p14:cNvPr>
              <p14:cNvContentPartPr/>
              <p14:nvPr/>
            </p14:nvContentPartPr>
            <p14:xfrm>
              <a:off x="9005400" y="645120"/>
              <a:ext cx="215640" cy="6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EA6420D-EB4C-6608-1060-69BA4E1E020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989560" y="581760"/>
                <a:ext cx="24696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E3533E0-E4E6-1BD7-BEA1-6F60BB01FAC3}"/>
                  </a:ext>
                </a:extLst>
              </p14:cNvPr>
              <p14:cNvContentPartPr/>
              <p14:nvPr/>
            </p14:nvContentPartPr>
            <p14:xfrm>
              <a:off x="9446400" y="489240"/>
              <a:ext cx="206640" cy="241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E3533E0-E4E6-1BD7-BEA1-6F60BB01FAC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30560" y="425880"/>
                <a:ext cx="23796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D7F24C8-619E-E18A-7DF9-9C04F275F796}"/>
                  </a:ext>
                </a:extLst>
              </p14:cNvPr>
              <p14:cNvContentPartPr/>
              <p14:nvPr/>
            </p14:nvContentPartPr>
            <p14:xfrm>
              <a:off x="9682200" y="498600"/>
              <a:ext cx="246240" cy="189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D7F24C8-619E-E18A-7DF9-9C04F275F79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666360" y="435240"/>
                <a:ext cx="27756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5C97073-F9BD-DE9E-98F0-4BC49C50A251}"/>
                  </a:ext>
                </a:extLst>
              </p14:cNvPr>
              <p14:cNvContentPartPr/>
              <p14:nvPr/>
            </p14:nvContentPartPr>
            <p14:xfrm>
              <a:off x="9967680" y="288720"/>
              <a:ext cx="181440" cy="476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5C97073-F9BD-DE9E-98F0-4BC49C50A25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951840" y="225360"/>
                <a:ext cx="21276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AE3EBE6-63DB-763C-F21D-2E75789D9FB2}"/>
                  </a:ext>
                </a:extLst>
              </p14:cNvPr>
              <p14:cNvContentPartPr/>
              <p14:nvPr/>
            </p14:nvContentPartPr>
            <p14:xfrm>
              <a:off x="10177200" y="260280"/>
              <a:ext cx="192600" cy="549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AE3EBE6-63DB-763C-F21D-2E75789D9FB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161360" y="196920"/>
                <a:ext cx="223920" cy="67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C0572E5-7F5D-9FB3-66DF-96E800A04DE3}"/>
                  </a:ext>
                </a:extLst>
              </p14:cNvPr>
              <p14:cNvContentPartPr/>
              <p14:nvPr/>
            </p14:nvContentPartPr>
            <p14:xfrm>
              <a:off x="6599880" y="5239800"/>
              <a:ext cx="96480" cy="741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C0572E5-7F5D-9FB3-66DF-96E800A04DE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584040" y="5176440"/>
                <a:ext cx="127800" cy="86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82E86FF-EBD8-1FA4-C48F-580A0C88E56A}"/>
                  </a:ext>
                </a:extLst>
              </p14:cNvPr>
              <p14:cNvContentPartPr/>
              <p14:nvPr/>
            </p14:nvContentPartPr>
            <p14:xfrm>
              <a:off x="6566040" y="5086800"/>
              <a:ext cx="2912760" cy="1166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82E86FF-EBD8-1FA4-C48F-580A0C88E56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50200" y="5023440"/>
                <a:ext cx="29440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4590B4E-710B-B6DD-8423-D44C270EEE6B}"/>
                  </a:ext>
                </a:extLst>
              </p14:cNvPr>
              <p14:cNvContentPartPr/>
              <p14:nvPr/>
            </p14:nvContentPartPr>
            <p14:xfrm>
              <a:off x="9226080" y="5211360"/>
              <a:ext cx="51480" cy="7754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4590B4E-710B-B6DD-8423-D44C270EEE6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210240" y="5148000"/>
                <a:ext cx="82800" cy="90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0BA6FA3-2506-13C5-9BB3-8B2DC3A86935}"/>
                  </a:ext>
                </a:extLst>
              </p14:cNvPr>
              <p14:cNvContentPartPr/>
              <p14:nvPr/>
            </p14:nvContentPartPr>
            <p14:xfrm>
              <a:off x="6481080" y="5986440"/>
              <a:ext cx="3073680" cy="102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0BA6FA3-2506-13C5-9BB3-8B2DC3A8693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465240" y="5923080"/>
                <a:ext cx="31050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73A8CDF-F731-559A-B376-3F11F5E34499}"/>
                  </a:ext>
                </a:extLst>
              </p14:cNvPr>
              <p14:cNvContentPartPr/>
              <p14:nvPr/>
            </p14:nvContentPartPr>
            <p14:xfrm>
              <a:off x="7788600" y="5369760"/>
              <a:ext cx="84600" cy="441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73A8CDF-F731-559A-B376-3F11F5E3449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72760" y="5306400"/>
                <a:ext cx="115920" cy="5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46347F1-64E2-F5EF-1707-DB8D0164A636}"/>
                  </a:ext>
                </a:extLst>
              </p14:cNvPr>
              <p14:cNvContentPartPr/>
              <p14:nvPr/>
            </p14:nvContentPartPr>
            <p14:xfrm>
              <a:off x="7680960" y="5457960"/>
              <a:ext cx="310320" cy="217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46347F1-64E2-F5EF-1707-DB8D0164A63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665120" y="5394600"/>
                <a:ext cx="34164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6A860EE-64E7-F3F1-27BF-389F08997783}"/>
                  </a:ext>
                </a:extLst>
              </p14:cNvPr>
              <p14:cNvContentPartPr/>
              <p14:nvPr/>
            </p14:nvContentPartPr>
            <p14:xfrm>
              <a:off x="10392120" y="1518480"/>
              <a:ext cx="89280" cy="83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6A860EE-64E7-F3F1-27BF-389F0899778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376280" y="1455120"/>
                <a:ext cx="12060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5A6C2E4-C5D7-309A-DB8E-178906F0382E}"/>
                  </a:ext>
                </a:extLst>
              </p14:cNvPr>
              <p14:cNvContentPartPr/>
              <p14:nvPr/>
            </p14:nvContentPartPr>
            <p14:xfrm>
              <a:off x="9967680" y="2012400"/>
              <a:ext cx="821160" cy="385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5A6C2E4-C5D7-309A-DB8E-178906F0382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951840" y="1949040"/>
                <a:ext cx="852480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772348F-6CC3-56E8-21DF-6EA56F790F3E}"/>
                  </a:ext>
                </a:extLst>
              </p14:cNvPr>
              <p14:cNvContentPartPr/>
              <p14:nvPr/>
            </p14:nvContentPartPr>
            <p14:xfrm>
              <a:off x="9860040" y="2507400"/>
              <a:ext cx="1019160" cy="435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772348F-6CC3-56E8-21DF-6EA56F790F3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844200" y="2444040"/>
                <a:ext cx="1050480" cy="56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F78EE59-2223-05CB-10F3-AFE1192319FC}"/>
                  </a:ext>
                </a:extLst>
              </p14:cNvPr>
              <p14:cNvContentPartPr/>
              <p14:nvPr/>
            </p14:nvContentPartPr>
            <p14:xfrm>
              <a:off x="9911160" y="3195720"/>
              <a:ext cx="866160" cy="5277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F78EE59-2223-05CB-10F3-AFE1192319F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895320" y="3132360"/>
                <a:ext cx="897480" cy="65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19AD991-6C8F-F40F-62C7-3383EC2A51DC}"/>
                  </a:ext>
                </a:extLst>
              </p14:cNvPr>
              <p14:cNvContentPartPr/>
              <p14:nvPr/>
            </p14:nvContentPartPr>
            <p14:xfrm>
              <a:off x="9984600" y="4159440"/>
              <a:ext cx="719280" cy="181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19AD991-6C8F-F40F-62C7-3383EC2A51D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968760" y="4096080"/>
                <a:ext cx="75060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9AE8E84-E564-F7E0-118D-30B9300FC350}"/>
                  </a:ext>
                </a:extLst>
              </p14:cNvPr>
              <p14:cNvContentPartPr/>
              <p14:nvPr/>
            </p14:nvContentPartPr>
            <p14:xfrm>
              <a:off x="9956520" y="4759920"/>
              <a:ext cx="685080" cy="1612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9AE8E84-E564-F7E0-118D-30B9300FC35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940680" y="4696560"/>
                <a:ext cx="7164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50DDF64-B6B7-BA55-C5CC-CF090D054383}"/>
                  </a:ext>
                </a:extLst>
              </p14:cNvPr>
              <p14:cNvContentPartPr/>
              <p14:nvPr/>
            </p14:nvContentPartPr>
            <p14:xfrm>
              <a:off x="6403680" y="4917600"/>
              <a:ext cx="3121200" cy="12218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50DDF64-B6B7-BA55-C5CC-CF090D05438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387840" y="4854240"/>
                <a:ext cx="3152520" cy="13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649C3A2-EA05-9405-D62B-463F8C461A03}"/>
                  </a:ext>
                </a:extLst>
              </p14:cNvPr>
              <p14:cNvContentPartPr/>
              <p14:nvPr/>
            </p14:nvContentPartPr>
            <p14:xfrm>
              <a:off x="2826000" y="4849200"/>
              <a:ext cx="3508200" cy="14774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649C3A2-EA05-9405-D62B-463F8C461A0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810160" y="4785840"/>
                <a:ext cx="3539520" cy="160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16F71C9-7A52-DD70-5EC0-D7429AF8622A}"/>
                  </a:ext>
                </a:extLst>
              </p14:cNvPr>
              <p14:cNvContentPartPr/>
              <p14:nvPr/>
            </p14:nvContentPartPr>
            <p14:xfrm>
              <a:off x="6465960" y="4724640"/>
              <a:ext cx="2996640" cy="14151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16F71C9-7A52-DD70-5EC0-D7429AF8622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450120" y="4661280"/>
                <a:ext cx="3027960" cy="154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346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Latent Parametrization Agreement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24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CD313F10-8AB0-0F48-9A74-D8A4DB5B3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2" y="1422110"/>
                <a:ext cx="11034424" cy="4546204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Measures the degree to which the auxiliary distribution,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matches the prior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:</a:t>
                </a:r>
              </a:p>
              <a:p>
                <a:pPr marL="309600" indent="0" algn="ctr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The KL divergence has closed from if both are distributions are known parametric (e.g., Gaussian):</a:t>
                </a:r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In this case: </a:t>
                </a:r>
                <a:endParaRPr lang="ru-RU" dirty="0">
                  <a:solidFill>
                    <a:schemeClr val="tx1"/>
                  </a:solidFill>
                </a:endParaRPr>
              </a:p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𝐾𝐿</m:t>
                      </m:r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),</m:t>
                      </m:r>
                      <m:r>
                        <m:rPr>
                          <m:sty m:val="p"/>
                        </m:rPr>
                        <a:rPr lang="en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)]=12(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𝑇𝑟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l-GR" i="0" dirty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]+</m:t>
                      </m:r>
                      <m:sSup>
                        <m:sSupPr>
                          <m:ctrlPr>
                            <a:rPr lang="el-G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l-GR" i="1" dirty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m:rPr>
                          <m:sty m:val="p"/>
                        </m:rPr>
                        <a:rPr lang="en" i="1" dirty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m:rPr>
                          <m:sty m:val="p"/>
                        </m:rPr>
                        <a:rPr lang="el-GR" i="0" dirty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]])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CD313F10-8AB0-0F48-9A74-D8A4DB5B3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2" y="1422110"/>
                <a:ext cx="11034424" cy="4546204"/>
              </a:xfrm>
              <a:blipFill>
                <a:blip r:embed="rId2"/>
                <a:stretch>
                  <a:fillRect b="-11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E9FBCB6-E012-5640-AA3F-3611AFE498A8}"/>
              </a:ext>
            </a:extLst>
          </p:cNvPr>
          <p:cNvSpPr/>
          <p:nvPr/>
        </p:nvSpPr>
        <p:spPr>
          <a:xfrm>
            <a:off x="5856936" y="6156570"/>
            <a:ext cx="6254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Kingma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et al. Auto-Encoding Variational Bayes, ICLR 2014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33D28D-A166-F46B-9D66-962A14519517}"/>
                  </a:ext>
                </a:extLst>
              </p14:cNvPr>
              <p14:cNvContentPartPr/>
              <p14:nvPr/>
            </p14:nvContentPartPr>
            <p14:xfrm>
              <a:off x="4727160" y="4656960"/>
              <a:ext cx="84600" cy="360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33D28D-A166-F46B-9D66-962A145195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1320" y="4593600"/>
                <a:ext cx="11592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8AC1A50-8594-8D88-4335-3C5A97560F9A}"/>
                  </a:ext>
                </a:extLst>
              </p14:cNvPr>
              <p14:cNvContentPartPr/>
              <p14:nvPr/>
            </p14:nvContentPartPr>
            <p14:xfrm>
              <a:off x="4766040" y="4487040"/>
              <a:ext cx="2458080" cy="572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8AC1A50-8594-8D88-4335-3C5A97560F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50200" y="4423680"/>
                <a:ext cx="2489400" cy="69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ABCF0B1-91BE-5C47-2A41-F9FB16B2E731}"/>
                  </a:ext>
                </a:extLst>
              </p14:cNvPr>
              <p14:cNvContentPartPr/>
              <p14:nvPr/>
            </p14:nvContentPartPr>
            <p14:xfrm>
              <a:off x="4822560" y="5002200"/>
              <a:ext cx="2479680" cy="119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ABCF0B1-91BE-5C47-2A41-F9FB16B2E73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06720" y="4938840"/>
                <a:ext cx="251100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9F87D2B-AA76-C629-C33B-A5201BD78DC9}"/>
                  </a:ext>
                </a:extLst>
              </p14:cNvPr>
              <p14:cNvContentPartPr/>
              <p14:nvPr/>
            </p14:nvContentPartPr>
            <p14:xfrm>
              <a:off x="6441480" y="4091040"/>
              <a:ext cx="11520" cy="328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9F87D2B-AA76-C629-C33B-A5201BD78DC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25640" y="4027680"/>
                <a:ext cx="42840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834C0C2-F488-711E-4F7C-07DCC249ADC0}"/>
                  </a:ext>
                </a:extLst>
              </p14:cNvPr>
              <p14:cNvContentPartPr/>
              <p14:nvPr/>
            </p14:nvContentPartPr>
            <p14:xfrm>
              <a:off x="6452640" y="3989880"/>
              <a:ext cx="549360" cy="418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834C0C2-F488-711E-4F7C-07DCC249ADC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36800" y="3926520"/>
                <a:ext cx="580680" cy="54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E8469D4-C015-9D69-741A-37E6A7569A1F}"/>
                  </a:ext>
                </a:extLst>
              </p14:cNvPr>
              <p14:cNvContentPartPr/>
              <p14:nvPr/>
            </p14:nvContentPartPr>
            <p14:xfrm>
              <a:off x="6409440" y="4357080"/>
              <a:ext cx="581400" cy="23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E8469D4-C015-9D69-741A-37E6A7569A1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393600" y="4293720"/>
                <a:ext cx="6127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52BCAA3-46CD-3ECD-B7BA-EA97AB9A274D}"/>
                  </a:ext>
                </a:extLst>
              </p14:cNvPr>
              <p14:cNvContentPartPr/>
              <p14:nvPr/>
            </p14:nvContentPartPr>
            <p14:xfrm>
              <a:off x="2028240" y="6026040"/>
              <a:ext cx="7832160" cy="108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52BCAA3-46CD-3ECD-B7BA-EA97AB9A274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12400" y="5962680"/>
                <a:ext cx="78634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F1C7383-C31B-E73D-BD53-57BEC7E65FF7}"/>
                  </a:ext>
                </a:extLst>
              </p14:cNvPr>
              <p14:cNvContentPartPr/>
              <p14:nvPr/>
            </p14:nvContentPartPr>
            <p14:xfrm>
              <a:off x="5609520" y="5500440"/>
              <a:ext cx="650520" cy="412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F1C7383-C31B-E73D-BD53-57BEC7E65FF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593680" y="5437080"/>
                <a:ext cx="681840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CFDCFF7-F611-806D-B484-B1BAFE9AE88E}"/>
                  </a:ext>
                </a:extLst>
              </p14:cNvPr>
              <p14:cNvContentPartPr/>
              <p14:nvPr/>
            </p14:nvContentPartPr>
            <p14:xfrm>
              <a:off x="6572880" y="5471640"/>
              <a:ext cx="667080" cy="4248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CFDCFF7-F611-806D-B484-B1BAFE9AE88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57040" y="5408280"/>
                <a:ext cx="698400" cy="55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1B63934-C900-4D57-64A0-D8867F552779}"/>
                  </a:ext>
                </a:extLst>
              </p14:cNvPr>
              <p14:cNvContentPartPr/>
              <p14:nvPr/>
            </p14:nvContentPartPr>
            <p14:xfrm>
              <a:off x="7449480" y="5567760"/>
              <a:ext cx="28080" cy="237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1B63934-C900-4D57-64A0-D8867F55277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433640" y="5504400"/>
                <a:ext cx="5940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D99C0EB-D321-0011-4A51-42EEC85031B0}"/>
                  </a:ext>
                </a:extLst>
              </p14:cNvPr>
              <p14:cNvContentPartPr/>
              <p14:nvPr/>
            </p14:nvContentPartPr>
            <p14:xfrm>
              <a:off x="7477200" y="5488560"/>
              <a:ext cx="286560" cy="351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D99C0EB-D321-0011-4A51-42EEC85031B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61360" y="5425200"/>
                <a:ext cx="31788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5C326F7-CEC7-7445-DBDA-EF00D463D9D1}"/>
                  </a:ext>
                </a:extLst>
              </p14:cNvPr>
              <p14:cNvContentPartPr/>
              <p14:nvPr/>
            </p14:nvContentPartPr>
            <p14:xfrm>
              <a:off x="7488720" y="5876640"/>
              <a:ext cx="209520" cy="36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5C326F7-CEC7-7445-DBDA-EF00D463D9D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72880" y="5813280"/>
                <a:ext cx="2408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5BF2CD8-113F-F30E-B68A-A6EA3F01DD4D}"/>
                  </a:ext>
                </a:extLst>
              </p14:cNvPr>
              <p14:cNvContentPartPr/>
              <p14:nvPr/>
            </p14:nvContentPartPr>
            <p14:xfrm>
              <a:off x="8139600" y="5448960"/>
              <a:ext cx="1307160" cy="436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5BF2CD8-113F-F30E-B68A-A6EA3F01DD4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23760" y="5385600"/>
                <a:ext cx="1338480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31CC40F-CB1A-0893-FD66-6FD944F2E639}"/>
                  </a:ext>
                </a:extLst>
              </p14:cNvPr>
              <p14:cNvContentPartPr/>
              <p14:nvPr/>
            </p14:nvContentPartPr>
            <p14:xfrm>
              <a:off x="5098680" y="5493600"/>
              <a:ext cx="64080" cy="514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31CC40F-CB1A-0893-FD66-6FD944F2E63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082840" y="5430240"/>
                <a:ext cx="95400" cy="64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9C07109-13D0-A84F-D46F-4EAAA1D79DF0}"/>
                  </a:ext>
                </a:extLst>
              </p14:cNvPr>
              <p14:cNvContentPartPr/>
              <p14:nvPr/>
            </p14:nvContentPartPr>
            <p14:xfrm>
              <a:off x="5045400" y="5428800"/>
              <a:ext cx="439920" cy="501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9C07109-13D0-A84F-D46F-4EAAA1D79DF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029560" y="5365440"/>
                <a:ext cx="471240" cy="62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BC66263-8CFF-D7FA-0815-D7DD00DDB9A5}"/>
                  </a:ext>
                </a:extLst>
              </p14:cNvPr>
              <p14:cNvContentPartPr/>
              <p14:nvPr/>
            </p14:nvContentPartPr>
            <p14:xfrm>
              <a:off x="5105520" y="5890320"/>
              <a:ext cx="357120" cy="17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BC66263-8CFF-D7FA-0815-D7DD00DDB9A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089680" y="5826960"/>
                <a:ext cx="3884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F153148-8856-F860-7F89-E4D8D81A301B}"/>
                  </a:ext>
                </a:extLst>
              </p14:cNvPr>
              <p14:cNvContentPartPr/>
              <p14:nvPr/>
            </p14:nvContentPartPr>
            <p14:xfrm>
              <a:off x="6377400" y="4017600"/>
              <a:ext cx="613440" cy="3844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F153148-8856-F860-7F89-E4D8D81A301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61560" y="3954240"/>
                <a:ext cx="64476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B4936C4-06FA-7D7A-649F-AA9184ED6DD0}"/>
                  </a:ext>
                </a:extLst>
              </p14:cNvPr>
              <p14:cNvContentPartPr/>
              <p14:nvPr/>
            </p14:nvContentPartPr>
            <p14:xfrm>
              <a:off x="6316920" y="3476160"/>
              <a:ext cx="153000" cy="513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B4936C4-06FA-7D7A-649F-AA9184ED6DD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01080" y="3412800"/>
                <a:ext cx="184320" cy="64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865A247-F044-DC7F-1DBB-5CC516532844}"/>
                  </a:ext>
                </a:extLst>
              </p14:cNvPr>
              <p14:cNvContentPartPr/>
              <p14:nvPr/>
            </p14:nvContentPartPr>
            <p14:xfrm>
              <a:off x="6526440" y="3465360"/>
              <a:ext cx="107640" cy="518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865A247-F044-DC7F-1DBB-5CC51653284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510600" y="3402000"/>
                <a:ext cx="138960" cy="6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F13087A-A06F-D022-624D-6D25575FA037}"/>
                  </a:ext>
                </a:extLst>
              </p14:cNvPr>
              <p14:cNvContentPartPr/>
              <p14:nvPr/>
            </p14:nvContentPartPr>
            <p14:xfrm>
              <a:off x="6730560" y="3483720"/>
              <a:ext cx="129960" cy="4762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F13087A-A06F-D022-624D-6D25575FA03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714720" y="3420360"/>
                <a:ext cx="16128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ECDFAC5-4BE8-7993-FAF1-967C61407153}"/>
                  </a:ext>
                </a:extLst>
              </p14:cNvPr>
              <p14:cNvContentPartPr/>
              <p14:nvPr/>
            </p14:nvContentPartPr>
            <p14:xfrm>
              <a:off x="7216920" y="3474360"/>
              <a:ext cx="311760" cy="5266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ECDFAC5-4BE8-7993-FAF1-967C6140715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201080" y="3411000"/>
                <a:ext cx="343080" cy="65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314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Latent Parametrization Agreement</a:t>
            </a:r>
            <a:r>
              <a:rPr lang="en-US" dirty="0"/>
              <a:t>: </a:t>
            </a:r>
            <a:r>
              <a:rPr lang="en-US" dirty="0">
                <a:solidFill>
                  <a:schemeClr val="accent1"/>
                </a:solidFill>
              </a:rPr>
              <a:t>training</a:t>
            </a:r>
            <a:endParaRPr lang="en" dirty="0">
              <a:solidFill>
                <a:schemeClr val="accent1"/>
              </a:solidFill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25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CD313F10-8AB0-0F48-9A74-D8A4DB5B3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2" y="1422110"/>
                <a:ext cx="11034424" cy="4546204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Measures the degree to which the auxiliary distribution,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matches the prior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:</a:t>
                </a:r>
              </a:p>
              <a:p>
                <a:pPr marL="309600" indent="0" algn="ctr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The KL divergence has closed from if both are distributions are known parametric (e.g., Gaussian):</a:t>
                </a:r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</m:d>
                        </m:e>
                      </m:d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b="1" dirty="0">
                  <a:solidFill>
                    <a:schemeClr val="accent1"/>
                  </a:solidFill>
                </a:endParaRPr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In this case: </a:t>
                </a:r>
                <a:endParaRPr lang="ru-RU" dirty="0">
                  <a:solidFill>
                    <a:schemeClr val="tx1"/>
                  </a:solidFill>
                </a:endParaRPr>
              </a:p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𝐾𝐿</m:t>
                      </m:r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),</m:t>
                      </m:r>
                      <m:r>
                        <m:rPr>
                          <m:sty m:val="p"/>
                        </m:rPr>
                        <a:rPr lang="en" i="1" dirty="0" err="1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)]=12(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𝑇𝑟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l-GR" i="0" dirty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]+</m:t>
                      </m:r>
                      <m:sSup>
                        <m:sSupPr>
                          <m:ctrlPr>
                            <a:rPr lang="el-G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l-GR" i="1" dirty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m:rPr>
                          <m:sty m:val="p"/>
                        </m:rPr>
                        <a:rPr lang="en" i="1" dirty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m:rPr>
                          <m:sty m:val="p"/>
                        </m:rPr>
                        <a:rPr lang="el-GR" i="0" dirty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]])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CD313F10-8AB0-0F48-9A74-D8A4DB5B3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2" y="1422110"/>
                <a:ext cx="11034424" cy="4546204"/>
              </a:xfrm>
              <a:blipFill>
                <a:blip r:embed="rId2"/>
                <a:stretch>
                  <a:fillRect b="-58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12CC43-1916-0643-E418-02A8F8618F07}"/>
                  </a:ext>
                </a:extLst>
              </p14:cNvPr>
              <p14:cNvContentPartPr/>
              <p14:nvPr/>
            </p14:nvContentPartPr>
            <p14:xfrm>
              <a:off x="7972920" y="2081520"/>
              <a:ext cx="121680" cy="1028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12CC43-1916-0643-E418-02A8F8618F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57080" y="2018160"/>
                <a:ext cx="153000" cy="11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09C9EC7-8C0D-3F51-4667-1E66DA98A00E}"/>
                  </a:ext>
                </a:extLst>
              </p14:cNvPr>
              <p14:cNvContentPartPr/>
              <p14:nvPr/>
            </p14:nvContentPartPr>
            <p14:xfrm>
              <a:off x="7975440" y="2054160"/>
              <a:ext cx="1107000" cy="248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09C9EC7-8C0D-3F51-4667-1E66DA98A0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59600" y="1990800"/>
                <a:ext cx="113832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6DDDD33-4D34-021A-5ACD-C391A92C8C66}"/>
                  </a:ext>
                </a:extLst>
              </p14:cNvPr>
              <p14:cNvContentPartPr/>
              <p14:nvPr/>
            </p14:nvContentPartPr>
            <p14:xfrm>
              <a:off x="8960040" y="2333880"/>
              <a:ext cx="122040" cy="563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6DDDD33-4D34-021A-5ACD-C391A92C8C6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44200" y="2270520"/>
                <a:ext cx="153360" cy="69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D10D8C5-966C-6235-9B3B-7EC795307E01}"/>
                  </a:ext>
                </a:extLst>
              </p14:cNvPr>
              <p14:cNvContentPartPr/>
              <p14:nvPr/>
            </p14:nvContentPartPr>
            <p14:xfrm>
              <a:off x="8091000" y="2778120"/>
              <a:ext cx="986040" cy="379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D10D8C5-966C-6235-9B3B-7EC795307E0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75160" y="2714760"/>
                <a:ext cx="101736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08DBD0E-D764-DC5B-1AF1-7F2E9FE53DA3}"/>
                  </a:ext>
                </a:extLst>
              </p14:cNvPr>
              <p14:cNvContentPartPr/>
              <p14:nvPr/>
            </p14:nvContentPartPr>
            <p14:xfrm>
              <a:off x="8303760" y="2450160"/>
              <a:ext cx="254880" cy="237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08DBD0E-D764-DC5B-1AF1-7F2E9FE53DA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87920" y="2386800"/>
                <a:ext cx="28620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6D4BEF6-AC72-10BE-804B-3E0480995103}"/>
                  </a:ext>
                </a:extLst>
              </p14:cNvPr>
              <p14:cNvContentPartPr/>
              <p14:nvPr/>
            </p14:nvContentPartPr>
            <p14:xfrm>
              <a:off x="8326440" y="2523600"/>
              <a:ext cx="198360" cy="34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6D4BEF6-AC72-10BE-804B-3E048099510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310600" y="2460240"/>
                <a:ext cx="22968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9C86109-853E-EB41-3E86-BC6079632026}"/>
                  </a:ext>
                </a:extLst>
              </p14:cNvPr>
              <p14:cNvContentPartPr/>
              <p14:nvPr/>
            </p14:nvContentPartPr>
            <p14:xfrm>
              <a:off x="8292240" y="2359440"/>
              <a:ext cx="20988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9C86109-853E-EB41-3E86-BC607963202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276400" y="2296080"/>
                <a:ext cx="2412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CE7D11A-79EA-B0DC-9BCA-3145CB6BFE30}"/>
                  </a:ext>
                </a:extLst>
              </p14:cNvPr>
              <p14:cNvContentPartPr/>
              <p14:nvPr/>
            </p14:nvContentPartPr>
            <p14:xfrm>
              <a:off x="7113600" y="2288520"/>
              <a:ext cx="222480" cy="257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CE7D11A-79EA-B0DC-9BCA-3145CB6BFE3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97760" y="2225160"/>
                <a:ext cx="25380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E7CBC37-2AA3-4EB3-B72B-A8714A499584}"/>
                  </a:ext>
                </a:extLst>
              </p14:cNvPr>
              <p14:cNvContentPartPr/>
              <p14:nvPr/>
            </p14:nvContentPartPr>
            <p14:xfrm>
              <a:off x="7320600" y="2314440"/>
              <a:ext cx="196560" cy="243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E7CBC37-2AA3-4EB3-B72B-A8714A49958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304760" y="2251080"/>
                <a:ext cx="22788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047C472-DA8C-8C1A-1850-812234B4E3CB}"/>
                  </a:ext>
                </a:extLst>
              </p14:cNvPr>
              <p14:cNvContentPartPr/>
              <p14:nvPr/>
            </p14:nvContentPartPr>
            <p14:xfrm>
              <a:off x="7664040" y="2334240"/>
              <a:ext cx="217800" cy="155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047C472-DA8C-8C1A-1850-812234B4E3C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48200" y="2270880"/>
                <a:ext cx="2491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0293F2A-5FBC-CB55-42BE-0064BBE4FCEA}"/>
                  </a:ext>
                </a:extLst>
              </p14:cNvPr>
              <p14:cNvContentPartPr/>
              <p14:nvPr/>
            </p14:nvContentPartPr>
            <p14:xfrm>
              <a:off x="9118800" y="2309400"/>
              <a:ext cx="633600" cy="203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0293F2A-5FBC-CB55-42BE-0064BBE4FCE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102960" y="2246040"/>
                <a:ext cx="66492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8926204-D21D-4DCA-5640-9A6BCECF5073}"/>
                  </a:ext>
                </a:extLst>
              </p14:cNvPr>
              <p14:cNvContentPartPr/>
              <p14:nvPr/>
            </p14:nvContentPartPr>
            <p14:xfrm>
              <a:off x="9056520" y="2599560"/>
              <a:ext cx="1288440" cy="196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8926204-D21D-4DCA-5640-9A6BCECF507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040680" y="2536200"/>
                <a:ext cx="131976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2068C31-A419-6D56-BC62-47780835E06A}"/>
                  </a:ext>
                </a:extLst>
              </p14:cNvPr>
              <p14:cNvContentPartPr/>
              <p14:nvPr/>
            </p14:nvContentPartPr>
            <p14:xfrm>
              <a:off x="9860040" y="2017080"/>
              <a:ext cx="306000" cy="4276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2068C31-A419-6D56-BC62-47780835E06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844200" y="1953720"/>
                <a:ext cx="337320" cy="5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189D2E8-99ED-CFD2-AD5E-C9BDF494B18E}"/>
                  </a:ext>
                </a:extLst>
              </p14:cNvPr>
              <p14:cNvContentPartPr/>
              <p14:nvPr/>
            </p14:nvContentPartPr>
            <p14:xfrm>
              <a:off x="10465920" y="2495520"/>
              <a:ext cx="368280" cy="5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189D2E8-99ED-CFD2-AD5E-C9BDF494B18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450080" y="2432160"/>
                <a:ext cx="39960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9B072E2-B259-EEF7-563C-538B419775BD}"/>
                  </a:ext>
                </a:extLst>
              </p14:cNvPr>
              <p14:cNvContentPartPr/>
              <p14:nvPr/>
            </p14:nvContentPartPr>
            <p14:xfrm>
              <a:off x="10429920" y="2631240"/>
              <a:ext cx="387000" cy="321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9B072E2-B259-EEF7-563C-538B419775B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414080" y="2567880"/>
                <a:ext cx="41832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C33C421-1254-9787-98EA-49F6D053BF85}"/>
                  </a:ext>
                </a:extLst>
              </p14:cNvPr>
              <p14:cNvContentPartPr/>
              <p14:nvPr/>
            </p14:nvContentPartPr>
            <p14:xfrm>
              <a:off x="5496120" y="4107960"/>
              <a:ext cx="1199880" cy="611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C33C421-1254-9787-98EA-49F6D053BF8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480280" y="4044600"/>
                <a:ext cx="1231200" cy="73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043ACB2-CFC5-663A-BB9E-89A982D598B2}"/>
                  </a:ext>
                </a:extLst>
              </p14:cNvPr>
              <p14:cNvContentPartPr/>
              <p14:nvPr/>
            </p14:nvContentPartPr>
            <p14:xfrm>
              <a:off x="7986600" y="2135880"/>
              <a:ext cx="79200" cy="852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043ACB2-CFC5-663A-BB9E-89A982D598B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977240" y="2126520"/>
                <a:ext cx="97920" cy="87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5841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Problems of parametrization</a:t>
            </a:r>
            <a:r>
              <a:rPr lang="ru-RU" dirty="0">
                <a:effectLst/>
              </a:rPr>
              <a:t> </a:t>
            </a:r>
            <a:r>
              <a:rPr lang="en-US" dirty="0">
                <a:effectLst/>
              </a:rPr>
              <a:t>choice </a:t>
            </a:r>
            <a:endParaRPr lang="en" dirty="0">
              <a:solidFill>
                <a:schemeClr val="accent1"/>
              </a:solidFill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26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B72C4CAD-2C63-6546-AE5F-EEE0CC66BE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2" y="1422110"/>
                <a:ext cx="11034424" cy="1321090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For tightness of bound:</a:t>
                </a:r>
              </a:p>
              <a:p>
                <a:pPr marL="30960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→0.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309600" indent="0" algn="ctr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309600" indent="0" algn="ctr">
                  <a:buNone/>
                </a:pPr>
                <a:endParaRPr lang="en-US" dirty="0"/>
              </a:p>
              <a:p>
                <a:pPr marL="309600" indent="0" algn="ctr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309600" indent="0" algn="ctr">
                  <a:buNone/>
                </a:pPr>
                <a:endParaRPr lang="en-US" dirty="0"/>
              </a:p>
              <a:p>
                <a:pPr marL="309600" indent="0" algn="ctr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309600" indent="0" algn="ctr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The tight bound might be unreachable.</a:t>
                </a:r>
              </a:p>
            </p:txBody>
          </p:sp>
        </mc:Choice>
        <mc:Fallback xmlns="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B72C4CAD-2C63-6546-AE5F-EEE0CC66BE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2" y="1422110"/>
                <a:ext cx="11034424" cy="1321090"/>
              </a:xfrm>
              <a:blipFill>
                <a:blip r:embed="rId2"/>
                <a:stretch>
                  <a:fillRect b="-2811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822" name="Picture 6">
            <a:extLst>
              <a:ext uri="{FF2B5EF4-FFF2-40B4-BE49-F238E27FC236}">
                <a16:creationId xmlns:a16="http://schemas.microsoft.com/office/drawing/2014/main" id="{4FBA2036-7E72-B14F-8DB7-1EEEB6C6B9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" t="7034" r="54493" b="7463"/>
          <a:stretch/>
        </p:blipFill>
        <p:spPr bwMode="auto">
          <a:xfrm>
            <a:off x="1057993" y="2743200"/>
            <a:ext cx="3376540" cy="2921432"/>
          </a:xfrm>
          <a:prstGeom prst="rect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B82FC249-DE7D-964A-A38F-3306E9DB9C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62" t="7249" r="5610" b="7249"/>
          <a:stretch/>
        </p:blipFill>
        <p:spPr bwMode="auto">
          <a:xfrm>
            <a:off x="7145518" y="2716078"/>
            <a:ext cx="3376540" cy="292143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F49FFA0C-5668-1047-882D-45D10EC98120}"/>
                  </a:ext>
                </a:extLst>
              </p:cNvPr>
              <p:cNvSpPr/>
              <p:nvPr/>
            </p:nvSpPr>
            <p:spPr>
              <a:xfrm>
                <a:off x="1564105" y="2958689"/>
                <a:ext cx="112691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F49FFA0C-5668-1047-882D-45D10EC981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105" y="2958689"/>
                <a:ext cx="1126912" cy="369332"/>
              </a:xfrm>
              <a:prstGeom prst="rect">
                <a:avLst/>
              </a:prstGeom>
              <a:blipFill>
                <a:blip r:embed="rId4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F69750EF-9587-8D41-8C59-3AF705553EEF}"/>
                  </a:ext>
                </a:extLst>
              </p:cNvPr>
              <p:cNvSpPr/>
              <p:nvPr/>
            </p:nvSpPr>
            <p:spPr>
              <a:xfrm>
                <a:off x="2311737" y="3417570"/>
                <a:ext cx="94917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F69750EF-9587-8D41-8C59-3AF705553E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737" y="3417570"/>
                <a:ext cx="949171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5276578C-918F-B14B-A376-6DBD8254E170}"/>
                  </a:ext>
                </a:extLst>
              </p:cNvPr>
              <p:cNvSpPr/>
              <p:nvPr/>
            </p:nvSpPr>
            <p:spPr>
              <a:xfrm>
                <a:off x="7477225" y="3834599"/>
                <a:ext cx="112691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5276578C-918F-B14B-A376-6DBD8254E1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225" y="3834599"/>
                <a:ext cx="1126912" cy="369332"/>
              </a:xfrm>
              <a:prstGeom prst="rect">
                <a:avLst/>
              </a:prstGeom>
              <a:blipFill>
                <a:blip r:embed="rId6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56F79F26-956C-0F43-B706-302C3489D0E9}"/>
                  </a:ext>
                </a:extLst>
              </p:cNvPr>
              <p:cNvSpPr/>
              <p:nvPr/>
            </p:nvSpPr>
            <p:spPr>
              <a:xfrm>
                <a:off x="8545683" y="4356578"/>
                <a:ext cx="94917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56F79F26-956C-0F43-B706-302C3489D0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683" y="4356578"/>
                <a:ext cx="949171" cy="369332"/>
              </a:xfrm>
              <a:prstGeom prst="rect">
                <a:avLst/>
              </a:prstGeom>
              <a:blipFill>
                <a:blip r:embed="rId7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85D08BB-76CE-1847-80FB-778259437D63}"/>
              </a:ext>
            </a:extLst>
          </p:cNvPr>
          <p:cNvSpPr/>
          <p:nvPr/>
        </p:nvSpPr>
        <p:spPr>
          <a:xfrm>
            <a:off x="10185793" y="6270603"/>
            <a:ext cx="1813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Figure: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BorelisAI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586098A-DEAF-3658-D6D6-0AB1649246B7}"/>
                  </a:ext>
                </a:extLst>
              </p14:cNvPr>
              <p14:cNvContentPartPr/>
              <p14:nvPr/>
            </p14:nvContentPartPr>
            <p14:xfrm>
              <a:off x="6469560" y="342900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586098A-DEAF-3658-D6D6-0AB1649246B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453720" y="3365640"/>
                <a:ext cx="3168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9214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Reconstruction Loss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27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CD313F10-8AB0-0F48-9A74-D8A4DB5B3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2" y="1422110"/>
                <a:ext cx="11034424" cy="4546204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Reconstruction loss:</a:t>
                </a:r>
                <a:endParaRPr lang="en" dirty="0"/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subHide m:val="on"/>
                          <m:supHide m:val="on"/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func>
                            <m:funcPr>
                              <m:ctrlPr>
                                <a:rPr lang="en-US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>
                  <a:solidFill>
                    <a:schemeClr val="tx2"/>
                  </a:solidFill>
                </a:endParaRPr>
              </a:p>
              <a:p>
                <a:r>
                  <a:rPr lang="en-US" dirty="0"/>
                  <a:t>Still troubles to compute directly, we can approximate it with mathematical expectation (even with one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) and thus have:</a:t>
                </a:r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𝐸𝐿𝐵𝑂</m:t>
                      </m:r>
                      <m:d>
                        <m:dPr>
                          <m:ctrlPr>
                            <a:rPr lang="el-GR" i="1" dirty="0" err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i="1" dirty="0" err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l-GR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i="1" dirty="0" err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func>
                            <m:funcPr>
                              <m:ctrlPr>
                                <a:rPr lang="en-US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en-US" i="1" dirty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𝐾𝐿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dirty="0"/>
              </a:p>
              <a:p>
                <a:pPr marL="30960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i="1" dirty="0" err="1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l-GR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)]−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CD313F10-8AB0-0F48-9A74-D8A4DB5B3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2" y="1422110"/>
                <a:ext cx="11034424" cy="4546204"/>
              </a:xfrm>
              <a:blipFill>
                <a:blip r:embed="rId2"/>
                <a:stretch>
                  <a:fillRect t="-20334" r="-690" b="-239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0259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Variational Autoencoder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28</a:t>
            </a:fld>
            <a:endParaRPr lang="ru-RU"/>
          </a:p>
        </p:txBody>
      </p:sp>
      <p:pic>
        <p:nvPicPr>
          <p:cNvPr id="35841" name="Picture 1" descr="page15image61676448">
            <a:extLst>
              <a:ext uri="{FF2B5EF4-FFF2-40B4-BE49-F238E27FC236}">
                <a16:creationId xmlns:a16="http://schemas.microsoft.com/office/drawing/2014/main" id="{F8A12F8E-3932-F942-ACE2-2BF247813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295" y="334537"/>
            <a:ext cx="5029200" cy="576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1A522B15-7D90-9B45-B387-A04B135B545E}"/>
                  </a:ext>
                </a:extLst>
              </p:cNvPr>
              <p:cNvSpPr/>
              <p:nvPr/>
            </p:nvSpPr>
            <p:spPr>
              <a:xfrm>
                <a:off x="479532" y="1824584"/>
                <a:ext cx="6203736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Maximize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𝑉𝐴𝐸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" sz="2400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" sz="24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sz="2400" i="1" dirty="0">
                          <a:latin typeface="Cambria Math" panose="02040503050406030204" pitchFamily="18" charset="0"/>
                        </a:rPr>
                        <m:t>)]−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𝐾𝐿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" sz="24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l-GR" sz="2400" i="1" dirty="0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b="1" dirty="0">
                    <a:solidFill>
                      <a:schemeClr val="tx2"/>
                    </a:solidFill>
                  </a:rPr>
                  <a:t>Autoencoder</a:t>
                </a:r>
                <a:r>
                  <a:rPr lang="en-US" sz="2400" dirty="0"/>
                  <a:t>, as we reconstruct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r>
                  <a:rPr lang="en-US" sz="2400" b="1" dirty="0">
                    <a:solidFill>
                      <a:schemeClr val="tx2"/>
                    </a:solidFill>
                  </a:rPr>
                  <a:t>Variational</a:t>
                </a:r>
                <a:r>
                  <a:rPr lang="en-US" sz="2400" dirty="0"/>
                  <a:t>, as it constructs Gaussian approximation to the posterior distribution.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1A522B15-7D90-9B45-B387-A04B135B54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32" y="1824584"/>
                <a:ext cx="6203736" cy="3785652"/>
              </a:xfrm>
              <a:prstGeom prst="rect">
                <a:avLst/>
              </a:prstGeom>
              <a:blipFill>
                <a:blip r:embed="rId3"/>
                <a:stretch>
                  <a:fillRect l="-1429" t="-1338" r="-2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A6F544B-C8F2-FF4F-B537-3C2DD1D9D3EC}"/>
              </a:ext>
            </a:extLst>
          </p:cNvPr>
          <p:cNvSpPr/>
          <p:nvPr/>
        </p:nvSpPr>
        <p:spPr>
          <a:xfrm>
            <a:off x="9036872" y="6169552"/>
            <a:ext cx="2799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Fig: Kao UCLA DL lectures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515095-7D43-1352-B9E7-581632A0068F}"/>
                  </a:ext>
                </a:extLst>
              </p14:cNvPr>
              <p14:cNvContentPartPr/>
              <p14:nvPr/>
            </p14:nvContentPartPr>
            <p14:xfrm>
              <a:off x="1093680" y="1708560"/>
              <a:ext cx="5970240" cy="1313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A515095-7D43-1352-B9E7-581632A006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4320" y="1699200"/>
                <a:ext cx="5988960" cy="13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5764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Training VAE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29</a:t>
            </a:fld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C579C09-ADD9-1C4C-9F85-F0E3BD6C5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968" y="1108192"/>
            <a:ext cx="9376064" cy="464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585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Reparameterization trick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30</a:t>
            </a:fld>
            <a:endParaRPr lang="ru-RU"/>
          </a:p>
        </p:txBody>
      </p:sp>
      <p:pic>
        <p:nvPicPr>
          <p:cNvPr id="37889" name="Picture 1" descr="page22image61757536">
            <a:extLst>
              <a:ext uri="{FF2B5EF4-FFF2-40B4-BE49-F238E27FC236}">
                <a16:creationId xmlns:a16="http://schemas.microsoft.com/office/drawing/2014/main" id="{5672171F-A55E-5D4D-B44F-FBA22839F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765" y="1578109"/>
            <a:ext cx="5451060" cy="427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8763DF07-014D-0844-B3E7-2484DB6404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6088" y="1606006"/>
                <a:ext cx="4877348" cy="1656739"/>
              </a:xfrm>
            </p:spPr>
            <p:txBody>
              <a:bodyPr>
                <a:noAutofit/>
              </a:bodyPr>
              <a:lstStyle/>
              <a:p>
                <a:r>
                  <a:rPr lang="en" dirty="0"/>
                  <a:t>Sampling:</a:t>
                </a:r>
              </a:p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 ∼ </m:t>
                      </m:r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" i="1" dirty="0" err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" dirty="0"/>
              </a:p>
              <a:p>
                <a:r>
                  <a:rPr lang="en" dirty="0"/>
                  <a:t>Can be done:</a:t>
                </a:r>
              </a:p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b="0" dirty="0"/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l-GR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 err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" i="1" dirty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l-GR" i="0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lang="e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l-GR" i="1" dirty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Backpropagation now does not pass through sampling.</a:t>
                </a:r>
                <a:endParaRPr lang="en-US" b="0" dirty="0"/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8763DF07-014D-0844-B3E7-2484DB6404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6088" y="1606006"/>
                <a:ext cx="4877348" cy="1656739"/>
              </a:xfrm>
              <a:blipFill>
                <a:blip r:embed="rId3"/>
                <a:stretch>
                  <a:fillRect b="-132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24082C1-DAB3-5A6E-175F-1F104D065F60}"/>
                  </a:ext>
                </a:extLst>
              </p14:cNvPr>
              <p14:cNvContentPartPr/>
              <p14:nvPr/>
            </p14:nvContentPartPr>
            <p14:xfrm>
              <a:off x="6702480" y="1607040"/>
              <a:ext cx="5365440" cy="4917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24082C1-DAB3-5A6E-175F-1F104D065F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93120" y="1597680"/>
                <a:ext cx="5384160" cy="493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8504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Final </a:t>
            </a:r>
            <a:r>
              <a:rPr lang="en" dirty="0"/>
              <a:t>P</a:t>
            </a:r>
            <a:r>
              <a:rPr lang="en" dirty="0">
                <a:effectLst/>
              </a:rPr>
              <a:t>er-event Objective and Results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31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90F30A65-8256-4E43-848C-407D31610B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2946" y="1420470"/>
                <a:ext cx="10086108" cy="1738745"/>
              </a:xfrm>
            </p:spPr>
            <p:txBody>
              <a:bodyPr>
                <a:noAutofit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Write out</a:t>
                </a:r>
              </a:p>
              <a:p>
                <a:pPr marL="30960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𝑉𝐴𝐸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a:rPr lang="en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)]−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𝐾𝐿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" i="1" dirty="0" err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b="0" dirty="0"/>
                  <a:t>We can even use a si</a:t>
                </a:r>
                <a:r>
                  <a:rPr lang="en-US" dirty="0"/>
                  <a:t>ngle noise sample: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" dirty="0"/>
                  <a:t>Note that the gradient estimates from per-event ELBO will be unbiased.</a:t>
                </a:r>
                <a:br>
                  <a:rPr lang="en" dirty="0"/>
                </a:br>
                <a:endParaRPr lang="e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90F30A65-8256-4E43-848C-407D31610B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2946" y="1420470"/>
                <a:ext cx="10086108" cy="1738745"/>
              </a:xfrm>
              <a:blipFill>
                <a:blip r:embed="rId2"/>
                <a:stretch>
                  <a:fillRect b="-1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BF045B69-DA55-DE41-8A92-F1130F985AAE}"/>
                  </a:ext>
                </a:extLst>
              </p:cNvPr>
              <p:cNvSpPr/>
              <p:nvPr/>
            </p:nvSpPr>
            <p:spPr>
              <a:xfrm>
                <a:off x="2326103" y="3406907"/>
                <a:ext cx="7806304" cy="461665"/>
              </a:xfrm>
              <a:prstGeom prst="rect">
                <a:avLst/>
              </a:prstGeom>
              <a:ln w="38100"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𝑉𝐴𝐸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" sz="2400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" sz="24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2400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" sz="24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sz="2400" i="1" dirty="0">
                          <a:latin typeface="Cambria Math" panose="02040503050406030204" pitchFamily="18" charset="0"/>
                        </a:rPr>
                        <m:t>)]−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𝐾𝐿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" sz="2400" i="1" dirty="0" err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" sz="24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2400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l-GR" sz="2400" i="1" dirty="0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BF045B69-DA55-DE41-8A92-F1130F985A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103" y="3406907"/>
                <a:ext cx="7806304" cy="461665"/>
              </a:xfrm>
              <a:prstGeom prst="rect">
                <a:avLst/>
              </a:prstGeom>
              <a:blipFill>
                <a:blip r:embed="rId3"/>
                <a:stretch>
                  <a:fillRect b="-14634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8022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Sampling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32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444F861-B193-6A4E-ACF0-03E706C77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07" y="1757920"/>
            <a:ext cx="6400800" cy="3848100"/>
          </a:xfrm>
          <a:prstGeom prst="rect">
            <a:avLst/>
          </a:prstGeom>
        </p:spPr>
      </p:pic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14EF7F65-D1A4-2545-A895-136C1CDF1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1607" y="2792224"/>
            <a:ext cx="4877348" cy="1779491"/>
          </a:xfrm>
        </p:spPr>
        <p:txBody>
          <a:bodyPr>
            <a:noAutofit/>
          </a:bodyPr>
          <a:lstStyle/>
          <a:p>
            <a:r>
              <a:rPr lang="en-US" dirty="0"/>
              <a:t>We now can use the same idea like in GMM. </a:t>
            </a:r>
          </a:p>
          <a:p>
            <a:r>
              <a:rPr lang="en-US" b="0" dirty="0"/>
              <a:t>Sampling </a:t>
            </a:r>
            <a:r>
              <a:rPr lang="en-US" dirty="0"/>
              <a:t>from prior</a:t>
            </a:r>
            <a:r>
              <a:rPr lang="en-US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8509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Results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33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2C8921E-6D99-734D-99B0-36FEFD662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505" y="287001"/>
            <a:ext cx="5671990" cy="6283997"/>
          </a:xfrm>
          <a:prstGeom prst="rect">
            <a:avLst/>
          </a:prstGeom>
        </p:spPr>
      </p:pic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7D756BBB-9D07-8141-A9AD-4A74C1C5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226" y="2196478"/>
            <a:ext cx="4877348" cy="1779491"/>
          </a:xfrm>
        </p:spPr>
        <p:txBody>
          <a:bodyPr>
            <a:noAutofit/>
          </a:bodyPr>
          <a:lstStyle/>
          <a:p>
            <a:r>
              <a:rPr lang="en-US" dirty="0"/>
              <a:t>The latent space is well organized.</a:t>
            </a:r>
          </a:p>
          <a:p>
            <a:r>
              <a:rPr lang="en-US" b="0" dirty="0"/>
              <a:t>The r</a:t>
            </a:r>
            <a:r>
              <a:rPr lang="en-US" dirty="0"/>
              <a:t>esults are good.</a:t>
            </a:r>
            <a:endParaRPr lang="en-US" b="0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93826E36-30D5-1843-806C-5F247924E7AC}"/>
              </a:ext>
            </a:extLst>
          </p:cNvPr>
          <p:cNvCxnSpPr/>
          <p:nvPr/>
        </p:nvCxnSpPr>
        <p:spPr>
          <a:xfrm flipV="1">
            <a:off x="5915891" y="1911927"/>
            <a:ext cx="0" cy="23968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EA6AFBE-D702-FE41-8B9D-1EF3FBAF1092}"/>
              </a:ext>
            </a:extLst>
          </p:cNvPr>
          <p:cNvCxnSpPr>
            <a:cxnSpLocks/>
          </p:cNvCxnSpPr>
          <p:nvPr/>
        </p:nvCxnSpPr>
        <p:spPr>
          <a:xfrm>
            <a:off x="7898549" y="6501823"/>
            <a:ext cx="271549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F0E4C133-8C25-B641-8173-7505D7ADC2C5}"/>
                  </a:ext>
                </a:extLst>
              </p:cNvPr>
              <p:cNvSpPr/>
              <p:nvPr/>
            </p:nvSpPr>
            <p:spPr>
              <a:xfrm>
                <a:off x="5352670" y="2879512"/>
                <a:ext cx="5538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F0E4C133-8C25-B641-8173-7505D7ADC2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670" y="2879512"/>
                <a:ext cx="55380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40C42107-317A-614F-8935-9A38DA4ECD21}"/>
                  </a:ext>
                </a:extLst>
              </p:cNvPr>
              <p:cNvSpPr/>
              <p:nvPr/>
            </p:nvSpPr>
            <p:spPr>
              <a:xfrm>
                <a:off x="8886597" y="6395585"/>
                <a:ext cx="5538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40C42107-317A-614F-8935-9A38DA4ECD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6597" y="6395585"/>
                <a:ext cx="553805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2D2FCC-DDC6-9BAD-7BB0-0C6BE060AEF3}"/>
                  </a:ext>
                </a:extLst>
              </p14:cNvPr>
              <p14:cNvContentPartPr/>
              <p14:nvPr/>
            </p14:nvContentPartPr>
            <p14:xfrm>
              <a:off x="2151000" y="214920"/>
              <a:ext cx="9992520" cy="6349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2D2FCC-DDC6-9BAD-7BB0-0C6BE060AE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41640" y="205560"/>
                <a:ext cx="10011240" cy="636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34585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Results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34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1DC197-BB12-A641-A80E-23CF3FD7E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6507"/>
            <a:ext cx="12192000" cy="44849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4965BA-8F49-0EED-D4BE-667D2425F2BE}"/>
                  </a:ext>
                </a:extLst>
              </p14:cNvPr>
              <p14:cNvContentPartPr/>
              <p14:nvPr/>
            </p14:nvContentPartPr>
            <p14:xfrm>
              <a:off x="2266920" y="51480"/>
              <a:ext cx="9676440" cy="6653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64965BA-8F49-0EED-D4BE-667D2425F2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7560" y="42120"/>
                <a:ext cx="9695160" cy="667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12227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Results Discussed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35</a:t>
            </a:fld>
            <a:endParaRPr lang="ru-RU"/>
          </a:p>
        </p:txBody>
      </p:sp>
      <p:pic>
        <p:nvPicPr>
          <p:cNvPr id="53250" name="Picture 2" descr="Screen-Shot-2018-03-18-at-7.22.24-PM">
            <a:extLst>
              <a:ext uri="{FF2B5EF4-FFF2-40B4-BE49-F238E27FC236}">
                <a16:creationId xmlns:a16="http://schemas.microsoft.com/office/drawing/2014/main" id="{6486C6C0-3520-5844-85B5-DEBC7E575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2025"/>
            <a:ext cx="12192000" cy="493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CCF2330-B76D-9540-A7C1-F31A9BF90C47}"/>
              </a:ext>
            </a:extLst>
          </p:cNvPr>
          <p:cNvSpPr/>
          <p:nvPr/>
        </p:nvSpPr>
        <p:spPr>
          <a:xfrm>
            <a:off x="10398159" y="6123543"/>
            <a:ext cx="16013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Shafkat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’s blog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5B0D9E-0D43-50FD-1E9A-CA0AE08C23FC}"/>
                  </a:ext>
                </a:extLst>
              </p14:cNvPr>
              <p14:cNvContentPartPr/>
              <p14:nvPr/>
            </p14:nvContentPartPr>
            <p14:xfrm>
              <a:off x="1058760" y="425160"/>
              <a:ext cx="11077920" cy="4815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5B0D9E-0D43-50FD-1E9A-CA0AE08C23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9400" y="415800"/>
                <a:ext cx="11096640" cy="483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66194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Amortized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36</a:t>
            </a:fld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06176F8-26CA-BA40-8EF1-D603A198D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52" y="1866763"/>
            <a:ext cx="4547528" cy="36612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8F4CBA55-065E-D346-B5C6-22E72946F0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17621" y="1295306"/>
                <a:ext cx="4877348" cy="1779491"/>
              </a:xfrm>
            </p:spPr>
            <p:txBody>
              <a:bodyPr>
                <a:noAutofit/>
              </a:bodyPr>
              <a:lstStyle/>
              <a:p>
                <a:r>
                  <a:rPr lang="en" dirty="0"/>
                  <a:t>variational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" dirty="0"/>
                  <a:t> </a:t>
                </a:r>
                <a:r>
                  <a:rPr lang="en-US" dirty="0"/>
                  <a:t>should be </a:t>
                </a:r>
                <a:r>
                  <a:rPr lang="en" dirty="0"/>
                  <a:t>calculated for every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" dirty="0"/>
                  <a:t>; </a:t>
                </a:r>
              </a:p>
              <a:p>
                <a:r>
                  <a:rPr lang="en" dirty="0"/>
                  <a:t>for big datasets this is unsustainable; </a:t>
                </a:r>
              </a:p>
              <a:p>
                <a:r>
                  <a:rPr lang="en" dirty="0"/>
                  <a:t>forget about it and make a single model. </a:t>
                </a:r>
                <a:endParaRPr lang="en" dirty="0">
                  <a:effectLst/>
                </a:endParaRP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8F4CBA55-065E-D346-B5C6-22E72946F0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7621" y="1295306"/>
                <a:ext cx="4877348" cy="1779491"/>
              </a:xfrm>
              <a:blipFill>
                <a:blip r:embed="rId3"/>
                <a:stretch>
                  <a:fillRect b="-1028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DD48E8-FEED-E146-97BD-550A99CD5085}"/>
              </a:ext>
            </a:extLst>
          </p:cNvPr>
          <p:cNvSpPr/>
          <p:nvPr/>
        </p:nvSpPr>
        <p:spPr>
          <a:xfrm>
            <a:off x="3960172" y="6123543"/>
            <a:ext cx="78631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dirty="0">
                <a:solidFill>
                  <a:schemeClr val="bg1">
                    <a:lumMod val="50000"/>
                  </a:schemeClr>
                </a:solidFill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Cremer et al </a:t>
            </a:r>
            <a:r>
              <a:rPr lang="en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Inference Suboptimality in Variational Autoencoders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ICML 2018</a:t>
            </a:r>
            <a:endParaRPr lang="en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575089E-6763-26D7-1434-9693DDB52F47}"/>
                  </a:ext>
                </a:extLst>
              </p14:cNvPr>
              <p14:cNvContentPartPr/>
              <p14:nvPr/>
            </p14:nvContentPartPr>
            <p14:xfrm>
              <a:off x="1155960" y="2998800"/>
              <a:ext cx="950040" cy="520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575089E-6763-26D7-1434-9693DDB52F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6600" y="2989440"/>
                <a:ext cx="968760" cy="53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80472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-US" dirty="0"/>
              <a:t>Images for Amortization Gap</a:t>
            </a:r>
            <a:endParaRPr lang="en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37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0C2F81E-713B-3F4D-80AA-D5B81DC26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225" y="1083918"/>
            <a:ext cx="9056240" cy="526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361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VAE: starting optimization problem </a:t>
            </a:r>
            <a:endParaRPr lang="en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38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AA18DFC9-CB87-0A40-A9C6-880D1B4437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6684" y="1261243"/>
                <a:ext cx="10489072" cy="4871928"/>
              </a:xfrm>
            </p:spPr>
            <p:txBody>
              <a:bodyPr>
                <a:noAutofit/>
              </a:bodyPr>
              <a:lstStyle/>
              <a:p>
                <a:r>
                  <a:rPr lang="en" dirty="0"/>
                  <a:t>Stochastic optimization can get stuck:</a:t>
                </a:r>
              </a:p>
              <a:p>
                <a:pPr lvl="1"/>
                <a:r>
                  <a:rPr lang="en" sz="2400" dirty="0"/>
                  <a:t>in the beginning, likelihood term log </a:t>
                </a:r>
                <a14:m>
                  <m:oMath xmlns:m="http://schemas.openxmlformats.org/officeDocument/2006/math"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sz="240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" sz="24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sz="2400" dirty="0"/>
                  <a:t> is relatively weak, such that an initially attractive state is where </a:t>
                </a:r>
                <a14:m>
                  <m:oMath xmlns:m="http://schemas.openxmlformats.org/officeDocument/2006/math"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" sz="24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" sz="240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sz="2400" i="1" dirty="0">
                        <a:latin typeface="Cambria Math" panose="02040503050406030204" pitchFamily="18" charset="0"/>
                      </a:rPr>
                      <m:t>) ≈ </m:t>
                    </m:r>
                    <m:r>
                      <a:rPr lang="en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sz="2400" dirty="0"/>
                  <a:t>.</a:t>
                </a:r>
              </a:p>
              <a:p>
                <a:r>
                  <a:rPr lang="en" dirty="0"/>
                  <a:t>Several ideas possible: </a:t>
                </a:r>
              </a:p>
              <a:p>
                <a:pPr lvl="1"/>
                <a:r>
                  <a:rPr lang="en" sz="2400" dirty="0"/>
                  <a:t>optimization schedule - gradually increase weight of KL. </a:t>
                </a:r>
              </a:p>
              <a:p>
                <a:pPr lvl="1"/>
                <a:r>
                  <a:rPr lang="en" sz="2400" dirty="0"/>
                  <a:t>free bits - ensure that on average, a certain minimum number of bits of information are encoded per latent variable. </a:t>
                </a:r>
                <a:endParaRPr lang="en" sz="2400" dirty="0">
                  <a:effectLst/>
                </a:endParaRPr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AA18DFC9-CB87-0A40-A9C6-880D1B4437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6684" y="1261243"/>
                <a:ext cx="10489072" cy="4871928"/>
              </a:xfrm>
              <a:blipFill>
                <a:blip r:embed="rId2"/>
                <a:stretch>
                  <a:fillRect r="-8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BC5EE93-C8B4-9546-A8CE-9226430CBFC2}"/>
              </a:ext>
            </a:extLst>
          </p:cNvPr>
          <p:cNvSpPr/>
          <p:nvPr/>
        </p:nvSpPr>
        <p:spPr>
          <a:xfrm>
            <a:off x="5628565" y="6128357"/>
            <a:ext cx="6237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D. Kingma et al., </a:t>
            </a:r>
            <a:r>
              <a:rPr lang="en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 Introduction to Variational Autoencoders</a:t>
            </a:r>
            <a:endParaRPr lang="en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6618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VAE: posterior collapse</a:t>
            </a:r>
            <a:endParaRPr lang="en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39</a:t>
            </a:fld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EF0D095-7907-1147-993E-ED5D0E188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95" y="941945"/>
            <a:ext cx="6032500" cy="499110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7B1E19-0505-EE4F-B13C-DFA27713CEB0}"/>
              </a:ext>
            </a:extLst>
          </p:cNvPr>
          <p:cNvSpPr/>
          <p:nvPr/>
        </p:nvSpPr>
        <p:spPr>
          <a:xfrm>
            <a:off x="6655396" y="1360003"/>
            <a:ext cx="505600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9600" indent="0">
              <a:buNone/>
            </a:pPr>
            <a:r>
              <a:rPr lang="en-US" sz="2400" dirty="0">
                <a:latin typeface="+mj-lt"/>
              </a:rPr>
              <a:t>Can happen to weak encoders or noisy data. </a:t>
            </a:r>
          </a:p>
          <a:p>
            <a:pPr marL="309600" indent="0">
              <a:buNone/>
            </a:pPr>
            <a:endParaRPr lang="en-US" sz="2400" dirty="0">
              <a:latin typeface="+mj-lt"/>
            </a:endParaRPr>
          </a:p>
          <a:p>
            <a:pPr marL="309600" indent="0">
              <a:buNone/>
            </a:pPr>
            <a:r>
              <a:rPr lang="en-US" sz="2400" dirty="0">
                <a:latin typeface="+mj-lt"/>
              </a:rPr>
              <a:t>The sampling does not depend on the latent model.</a:t>
            </a:r>
          </a:p>
          <a:p>
            <a:pPr marL="309600" indent="0">
              <a:buNone/>
            </a:pPr>
            <a:endParaRPr lang="en-US" sz="2400" dirty="0">
              <a:latin typeface="+mj-lt"/>
            </a:endParaRPr>
          </a:p>
          <a:p>
            <a:pPr marL="309600" indent="0">
              <a:buNone/>
            </a:pPr>
            <a:r>
              <a:rPr lang="en-US" sz="2400" dirty="0">
                <a:latin typeface="+mj-lt"/>
              </a:rPr>
              <a:t>An averaged figures are produced.</a:t>
            </a:r>
          </a:p>
          <a:p>
            <a:pPr marL="309600" indent="0">
              <a:buNone/>
            </a:pPr>
            <a:endParaRPr lang="en-US" sz="2400" dirty="0">
              <a:latin typeface="+mj-lt"/>
            </a:endParaRPr>
          </a:p>
          <a:p>
            <a:pPr marL="309600" indent="0">
              <a:buNone/>
            </a:pPr>
            <a:r>
              <a:rPr lang="en-US" sz="2400" dirty="0">
                <a:latin typeface="+mj-lt"/>
              </a:rPr>
              <a:t>KL-divergence term annealing is proposed.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5FAB128-C435-B940-9139-6F1507EE8735}"/>
              </a:ext>
            </a:extLst>
          </p:cNvPr>
          <p:cNvSpPr/>
          <p:nvPr/>
        </p:nvSpPr>
        <p:spPr>
          <a:xfrm>
            <a:off x="5628565" y="6128357"/>
            <a:ext cx="6372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Fig: J. Chou Generated Loss and Augmented Training of MNIST VAE</a:t>
            </a:r>
            <a:endParaRPr lang="en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FACB7D-9C32-034B-FBCE-011A50F02CB0}"/>
                  </a:ext>
                </a:extLst>
              </p14:cNvPr>
              <p14:cNvContentPartPr/>
              <p14:nvPr/>
            </p14:nvContentPartPr>
            <p14:xfrm>
              <a:off x="533520" y="351000"/>
              <a:ext cx="10169640" cy="5441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FACB7D-9C32-034B-FBCE-011A50F02C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160" y="341640"/>
                <a:ext cx="10188360" cy="545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3942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VAE: blurred problem </a:t>
            </a:r>
            <a:endParaRPr lang="en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40</a:t>
            </a:fld>
            <a:endParaRPr lang="ru-RU"/>
          </a:p>
        </p:txBody>
      </p:sp>
      <p:pic>
        <p:nvPicPr>
          <p:cNvPr id="46081" name="Picture 1" descr="page29image61814176">
            <a:extLst>
              <a:ext uri="{FF2B5EF4-FFF2-40B4-BE49-F238E27FC236}">
                <a16:creationId xmlns:a16="http://schemas.microsoft.com/office/drawing/2014/main" id="{C4E4C3C0-345E-6143-86B3-2607FA53B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625" y="746512"/>
            <a:ext cx="5364976" cy="536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65B06B1F-C396-EE40-B000-EA61DBDC3C55}"/>
                  </a:ext>
                </a:extLst>
              </p:cNvPr>
              <p:cNvSpPr/>
              <p:nvPr/>
            </p:nvSpPr>
            <p:spPr>
              <a:xfrm>
                <a:off x="521399" y="2170159"/>
                <a:ext cx="5056009" cy="30945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09600" indent="0">
                  <a:buNone/>
                </a:pPr>
                <a:r>
                  <a:rPr lang="en-US" sz="2400" dirty="0">
                    <a:latin typeface="+mj-lt"/>
                  </a:rPr>
                  <a:t>Due to minimization of KL</a:t>
                </a:r>
              </a:p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>
                          <a:latin typeface="Cambria Math" panose="02040503050406030204" pitchFamily="18" charset="0"/>
                        </a:rPr>
                        <m:t>𝐾𝐿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→0.</m:t>
                      </m:r>
                    </m:oMath>
                  </m:oMathPara>
                </a14:m>
                <a:endParaRPr lang="en-US" sz="2400" dirty="0"/>
              </a:p>
              <a:p>
                <a:pPr marL="309600" indent="0">
                  <a:buNone/>
                </a:pPr>
                <a:endParaRPr lang="en-US" sz="2400" dirty="0"/>
              </a:p>
              <a:p>
                <a:pPr marL="309600" indent="0">
                  <a:buNone/>
                </a:pPr>
                <a:endParaRPr lang="en-US" sz="2400" dirty="0"/>
              </a:p>
              <a:p>
                <a:pPr marL="309600"/>
                <a:r>
                  <a:rPr lang="en" sz="2400" dirty="0"/>
                  <a:t>Can be countered by choosing a sufficiently flexible inference model, and/or a sufficiently flexible generative model. </a:t>
                </a:r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65B06B1F-C396-EE40-B000-EA61DBDC3C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99" y="2170159"/>
                <a:ext cx="5056009" cy="3094501"/>
              </a:xfrm>
              <a:prstGeom prst="rect">
                <a:avLst/>
              </a:prstGeom>
              <a:blipFill>
                <a:blip r:embed="rId3"/>
                <a:stretch>
                  <a:fillRect t="-1224" b="-36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C0A21E-763D-B9AF-A7C3-A41496DF2E49}"/>
                  </a:ext>
                </a:extLst>
              </p14:cNvPr>
              <p14:cNvContentPartPr/>
              <p14:nvPr/>
            </p14:nvContentPartPr>
            <p14:xfrm>
              <a:off x="583560" y="5486040"/>
              <a:ext cx="3576960" cy="1239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C0A21E-763D-B9AF-A7C3-A41496DF2E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4200" y="5476680"/>
                <a:ext cx="3595680" cy="125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04861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9D22-7949-6544-A49E-361186E0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ru-RU" dirty="0"/>
              <a:t>VQ-VAE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0177564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Latent Spa</a:t>
            </a:r>
            <a:r>
              <a:rPr lang="en" dirty="0"/>
              <a:t>ces</a:t>
            </a:r>
            <a:endParaRPr lang="en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42</a:t>
            </a:fld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5B06B1F-C396-EE40-B000-EA61DBDC3C55}"/>
              </a:ext>
            </a:extLst>
          </p:cNvPr>
          <p:cNvSpPr/>
          <p:nvPr/>
        </p:nvSpPr>
        <p:spPr>
          <a:xfrm>
            <a:off x="616248" y="1489879"/>
            <a:ext cx="50560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9600" indent="0">
              <a:buNone/>
            </a:pPr>
            <a:r>
              <a:rPr lang="en-US" sz="2400" dirty="0">
                <a:latin typeface="+mj-lt"/>
              </a:rPr>
              <a:t>VAE gives a good representations</a:t>
            </a:r>
          </a:p>
          <a:p>
            <a:pPr marL="309600" indent="0">
              <a:buNone/>
            </a:pPr>
            <a:endParaRPr lang="en-US" sz="2400" dirty="0">
              <a:latin typeface="+mj-lt"/>
            </a:endParaRPr>
          </a:p>
          <a:p>
            <a:pPr marL="309600" indent="0">
              <a:buNone/>
            </a:pPr>
            <a:r>
              <a:rPr lang="en-US" sz="2400" dirty="0">
                <a:latin typeface="+mj-lt"/>
              </a:rPr>
              <a:t>Can we study it? </a:t>
            </a:r>
            <a:endParaRPr lang="en-US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923065F-911B-65FC-968E-21D16A9A1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04672"/>
            <a:ext cx="5871452" cy="4834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DBADDB6-30F1-862A-EAA2-45C67229D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87" y="3544283"/>
            <a:ext cx="5241270" cy="2751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5685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35468E6-BA69-1833-F49F-724F7FEE2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36153"/>
            <a:ext cx="9464386" cy="402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Latent Space Quantization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2025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43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476B238D-DC6A-0D7F-4413-288F4D4A6D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3947501"/>
                <a:ext cx="11999495" cy="2910500"/>
              </a:xfrm>
              <a:solidFill>
                <a:schemeClr val="bg1"/>
              </a:solidFill>
            </p:spPr>
            <p:txBody>
              <a:bodyPr>
                <a:noAutofit/>
              </a:bodyPr>
              <a:lstStyle/>
              <a:p>
                <a:r>
                  <a:rPr lang="en-US" dirty="0"/>
                  <a:t>Reconstruction loss:</a:t>
                </a:r>
                <a:endParaRPr lang="en" dirty="0"/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argmi</m:t>
                      </m:r>
                      <m:sSub>
                        <m:sSubPr>
                          <m:ctrlPr>
                            <a:rPr lang="en-US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ru-RU" b="0" dirty="0">
                  <a:solidFill>
                    <a:schemeClr val="tx2"/>
                  </a:solidFill>
                </a:endParaRPr>
              </a:p>
              <a:p>
                <a:pPr marL="30960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>
                    <a:solidFill>
                      <a:schemeClr val="tx2"/>
                    </a:solidFill>
                  </a:rPr>
                  <a:t> - </a:t>
                </a:r>
                <a:r>
                  <a:rPr lang="en" dirty="0"/>
                  <a:t>encoder vector for some raw input x</a:t>
                </a:r>
              </a:p>
              <a:p>
                <a:pPr marL="30960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chemeClr val="tx2"/>
                    </a:solidFill>
                  </a:rPr>
                  <a:t> - </a:t>
                </a:r>
                <a:r>
                  <a:rPr lang="en" dirty="0" err="1"/>
                  <a:t>i-th</a:t>
                </a:r>
                <a:r>
                  <a:rPr lang="en" dirty="0"/>
                  <a:t> codebook vector</a:t>
                </a:r>
              </a:p>
              <a:p>
                <a:pPr marL="30960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>
                    <a:solidFill>
                      <a:schemeClr val="tx2"/>
                    </a:solidFill>
                  </a:rPr>
                  <a:t> - r</a:t>
                </a:r>
                <a:r>
                  <a:rPr lang="en" dirty="0" err="1"/>
                  <a:t>esulting</a:t>
                </a:r>
                <a:r>
                  <a:rPr lang="en" dirty="0"/>
                  <a:t> quantized vector that is passed as input to the decoder</a:t>
                </a:r>
              </a:p>
              <a:p>
                <a:pPr marL="309600" indent="0" algn="ctr">
                  <a:buNone/>
                </a:pPr>
                <a:endParaRPr lang="en" dirty="0"/>
              </a:p>
              <a:p>
                <a:pPr marL="309600" indent="0" algn="ctr">
                  <a:buNone/>
                </a:pPr>
                <a:endParaRPr lang="en" i="1" dirty="0"/>
              </a:p>
            </p:txBody>
          </p:sp>
        </mc:Choice>
        <mc:Fallback xmlns="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476B238D-DC6A-0D7F-4413-288F4D4A6D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3947501"/>
                <a:ext cx="11999495" cy="29105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1C81607-C2DD-021D-AA01-582A2463A53C}"/>
              </a:ext>
            </a:extLst>
          </p:cNvPr>
          <p:cNvSpPr txBox="1"/>
          <p:nvPr/>
        </p:nvSpPr>
        <p:spPr>
          <a:xfrm rot="16200000">
            <a:off x="7462019" y="1527593"/>
            <a:ext cx="85209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dirty="0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Aaron van den Oord</a:t>
            </a:r>
            <a:r>
              <a:rPr lang="ru-RU" sz="1200" dirty="0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200" dirty="0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 al., 	</a:t>
            </a:r>
            <a:r>
              <a:rPr lang="en" sz="1200" dirty="0">
                <a:solidFill>
                  <a:schemeClr val="tx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 Discrete Representation Learning</a:t>
            </a:r>
            <a:endParaRPr lang="ru-RU" sz="12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68103C-D1BA-B23E-216E-8511E03B94D7}"/>
                  </a:ext>
                </a:extLst>
              </p14:cNvPr>
              <p14:cNvContentPartPr/>
              <p14:nvPr/>
            </p14:nvContentPartPr>
            <p14:xfrm>
              <a:off x="1472400" y="1346760"/>
              <a:ext cx="9695520" cy="4934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68103C-D1BA-B23E-216E-8511E03B94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63040" y="1337400"/>
                <a:ext cx="9714240" cy="495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34608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17610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VQ-VAE results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44</a:t>
            </a:fld>
            <a:endParaRPr lang="ru-RU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3B0BB96-CBF0-6D83-E996-6EAE767E5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5888"/>
            <a:ext cx="12192000" cy="408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F64DC4-995E-5C44-4A90-CFA8D36C2F14}"/>
                  </a:ext>
                </a:extLst>
              </p14:cNvPr>
              <p14:cNvContentPartPr/>
              <p14:nvPr/>
            </p14:nvContentPartPr>
            <p14:xfrm>
              <a:off x="6078960" y="973800"/>
              <a:ext cx="300600" cy="4707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F64DC4-995E-5C44-4A90-CFA8D36C2F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9600" y="964440"/>
                <a:ext cx="319320" cy="472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1124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9D22-7949-6544-A49E-361186E0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ru-RU" dirty="0"/>
              <a:t>VAE+GAN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711939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46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Improving GANs </a:t>
            </a:r>
            <a:endParaRPr lang="en" dirty="0">
              <a:effectLst/>
            </a:endParaRP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49E3AD6E-D165-BB4E-8611-16457314D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51" y="1269069"/>
            <a:ext cx="5761735" cy="4731681"/>
          </a:xfrm>
        </p:spPr>
        <p:txBody>
          <a:bodyPr>
            <a:noAutofit/>
          </a:bodyPr>
          <a:lstStyle/>
          <a:p>
            <a:r>
              <a:rPr lang="en" dirty="0"/>
              <a:t>Main problems with GAN: </a:t>
            </a:r>
            <a:endParaRPr lang="ru-RU" dirty="0"/>
          </a:p>
          <a:p>
            <a:pPr lvl="1"/>
            <a:r>
              <a:rPr lang="en" dirty="0"/>
              <a:t>mode collapse;</a:t>
            </a:r>
            <a:endParaRPr lang="ru-RU" dirty="0"/>
          </a:p>
          <a:p>
            <a:pPr lvl="1"/>
            <a:r>
              <a:rPr lang="en" dirty="0"/>
              <a:t>intractable likelihood. </a:t>
            </a:r>
          </a:p>
          <a:p>
            <a:r>
              <a:rPr lang="en" dirty="0"/>
              <a:t>Idea:</a:t>
            </a:r>
            <a:endParaRPr lang="ru-RU" dirty="0"/>
          </a:p>
          <a:p>
            <a:pPr lvl="1"/>
            <a:r>
              <a:rPr lang="en" dirty="0"/>
              <a:t>use likelihood-based mode</a:t>
            </a:r>
            <a:r>
              <a:rPr lang="en-US" dirty="0"/>
              <a:t>;</a:t>
            </a:r>
            <a:r>
              <a:rPr lang="en" dirty="0"/>
              <a:t>. </a:t>
            </a:r>
            <a:endParaRPr lang="ru-RU" dirty="0"/>
          </a:p>
          <a:p>
            <a:pPr lvl="1"/>
            <a:r>
              <a:rPr lang="en" dirty="0"/>
              <a:t>have easier inference; </a:t>
            </a:r>
            <a:endParaRPr lang="ru-RU" dirty="0"/>
          </a:p>
          <a:p>
            <a:pPr lvl="1"/>
            <a:r>
              <a:rPr lang="en" dirty="0"/>
              <a:t>diversify sampling. </a:t>
            </a:r>
            <a:endParaRPr lang="en" dirty="0">
              <a:effectLst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77AD844-80E9-1549-9396-809282012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50" y="1222513"/>
            <a:ext cx="2691191" cy="441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220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47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Reminder: VAE structure </a:t>
            </a:r>
            <a:endParaRPr lang="en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25F65A4E-F5E1-8C4F-90AC-335D46A046CB}"/>
                  </a:ext>
                </a:extLst>
              </p:cNvPr>
              <p:cNvSpPr/>
              <p:nvPr/>
            </p:nvSpPr>
            <p:spPr>
              <a:xfrm>
                <a:off x="5220393" y="1495048"/>
                <a:ext cx="3879267" cy="4901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" sz="2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2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𝑝𝑟𝑖𝑜𝑟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𝐾𝐿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)||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" sz="2400" i="1" dirty="0">
                  <a:effectLst/>
                </a:endParaRPr>
              </a:p>
            </p:txBody>
          </p:sp>
        </mc:Choice>
        <mc:Fallback xmlns=""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25F65A4E-F5E1-8C4F-90AC-335D46A046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393" y="1495048"/>
                <a:ext cx="3879267" cy="490199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BC21C5CF-65BB-894E-BD7D-697A265C64CC}"/>
                  </a:ext>
                </a:extLst>
              </p:cNvPr>
              <p:cNvSpPr/>
              <p:nvPr/>
            </p:nvSpPr>
            <p:spPr>
              <a:xfrm>
                <a:off x="5123924" y="4382555"/>
                <a:ext cx="4275786" cy="4953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" sz="2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𝑝𝑖𝑥𝑒𝑙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2400" b="0" i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" sz="2400" dirty="0">
                  <a:effectLst/>
                </a:endParaRPr>
              </a:p>
            </p:txBody>
          </p:sp>
        </mc:Choice>
        <mc:Fallback xmlns="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BC21C5CF-65BB-894E-BD7D-697A265C64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924" y="4382555"/>
                <a:ext cx="4275786" cy="495328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D7BD876-5F0C-8649-8D77-F2D653B6F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397" y="1084200"/>
            <a:ext cx="3632375" cy="45181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1FC852FF-5892-9A46-A11D-E032554DD340}"/>
                  </a:ext>
                </a:extLst>
              </p:cNvPr>
              <p:cNvSpPr/>
              <p:nvPr/>
            </p:nvSpPr>
            <p:spPr>
              <a:xfrm>
                <a:off x="6795129" y="2953068"/>
                <a:ext cx="4988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" sz="2400" i="1" dirty="0">
                  <a:effectLst/>
                </a:endParaRPr>
              </a:p>
            </p:txBody>
          </p:sp>
        </mc:Choice>
        <mc:Fallback xmlns="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1FC852FF-5892-9A46-A11D-E032554DD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129" y="2953068"/>
                <a:ext cx="49885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0AA2D3EA-CCB1-A343-8784-1727E65EF0B4}"/>
                  </a:ext>
                </a:extLst>
              </p:cNvPr>
              <p:cNvSpPr/>
              <p:nvPr/>
            </p:nvSpPr>
            <p:spPr>
              <a:xfrm>
                <a:off x="6643581" y="5529767"/>
                <a:ext cx="13008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𝑉𝐴𝐸</m:t>
                          </m:r>
                        </m:sub>
                      </m:sSub>
                    </m:oMath>
                  </m:oMathPara>
                </a14:m>
                <a:endParaRPr lang="en" sz="2400" i="1" dirty="0">
                  <a:effectLst/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0AA2D3EA-CCB1-A343-8784-1727E65EF0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581" y="5529767"/>
                <a:ext cx="1300805" cy="461665"/>
              </a:xfrm>
              <a:prstGeom prst="rect">
                <a:avLst/>
              </a:prstGeom>
              <a:blipFill>
                <a:blip r:embed="rId6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06647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D25F22-96F0-7646-8816-52A0A0E53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766" y="415357"/>
            <a:ext cx="9460468" cy="414344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48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VAE+GAN</a:t>
            </a:r>
            <a:endParaRPr lang="en" dirty="0">
              <a:effectLst/>
            </a:endParaRP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C8C9026A-9E16-D84C-9323-1035EACD6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095" y="4558803"/>
            <a:ext cx="8661731" cy="2646947"/>
          </a:xfrm>
        </p:spPr>
        <p:txBody>
          <a:bodyPr>
            <a:noAutofit/>
          </a:bodyPr>
          <a:lstStyle/>
          <a:p>
            <a:r>
              <a:rPr lang="en" dirty="0"/>
              <a:t>problem of VAE is blurry output </a:t>
            </a:r>
          </a:p>
          <a:p>
            <a:r>
              <a:rPr lang="en" dirty="0"/>
              <a:t>GAN overcomes due to the use of discriminator</a:t>
            </a:r>
          </a:p>
          <a:p>
            <a:r>
              <a:rPr lang="en" dirty="0"/>
              <a:t>add GAN loss to VAE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CA11C4F-4031-8542-A645-9AD79299ED47}"/>
              </a:ext>
            </a:extLst>
          </p:cNvPr>
          <p:cNvSpPr/>
          <p:nvPr/>
        </p:nvSpPr>
        <p:spPr>
          <a:xfrm>
            <a:off x="7677737" y="6416476"/>
            <a:ext cx="38879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arxiv.org</a:t>
            </a:r>
            <a:r>
              <a:rPr lang="ru-RU" dirty="0"/>
              <a:t>/</a:t>
            </a:r>
            <a:r>
              <a:rPr lang="ru-RU" dirty="0" err="1"/>
              <a:t>pdf</a:t>
            </a:r>
            <a:r>
              <a:rPr lang="ru-RU" dirty="0"/>
              <a:t>/1512.09300.pdf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CBC525C-B4CF-C93D-FF0A-A2098E6B6A59}"/>
                  </a:ext>
                </a:extLst>
              </p14:cNvPr>
              <p14:cNvContentPartPr/>
              <p14:nvPr/>
            </p14:nvContentPartPr>
            <p14:xfrm>
              <a:off x="1732320" y="412920"/>
              <a:ext cx="6634080" cy="3605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BC525C-B4CF-C93D-FF0A-A2098E6B6A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2960" y="403560"/>
                <a:ext cx="6652800" cy="362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33755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9CEB4F6-57F3-414A-BBA9-903297A4A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095" y="591989"/>
            <a:ext cx="7403183" cy="421286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49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VAE+GAN expanded</a:t>
            </a:r>
            <a:endParaRPr lang="en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">
                <a:extLst>
                  <a:ext uri="{FF2B5EF4-FFF2-40B4-BE49-F238E27FC236}">
                    <a16:creationId xmlns:a16="http://schemas.microsoft.com/office/drawing/2014/main" id="{C8C9026A-9E16-D84C-9323-1035EACD66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4804850"/>
                <a:ext cx="11999494" cy="1461161"/>
              </a:xfrm>
            </p:spPr>
            <p:txBody>
              <a:bodyPr>
                <a:noAutofit/>
              </a:bodyPr>
              <a:lstStyle/>
              <a:p>
                <a:r>
                  <a:rPr lang="en" dirty="0"/>
                  <a:t>Consider image as a whole:</a:t>
                </a:r>
              </a:p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𝐷𝐼𝑆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" i="1" dirty="0" err="1">
                          <a:latin typeface="Cambria Math" panose="02040503050406030204" pitchFamily="18" charset="0"/>
                        </a:rPr>
                        <m:t>𝐷𝑖</m:t>
                      </m:r>
                      <m:sSub>
                        <m:sSubPr>
                          <m:ctrlPr>
                            <a:rPr lang="en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i="1" dirty="0" err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" i="1" dirty="0" err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)|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) 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" i="1" dirty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endChr m:val="|"/>
                          <m:ctrlPr>
                            <a:rPr lang="en" i="1" dirty="0" err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i="1" dirty="0" err="1">
                              <a:latin typeface="Cambria Math" panose="02040503050406030204" pitchFamily="18" charset="0"/>
                            </a:rPr>
                            <m:t>𝐷𝑖</m:t>
                          </m:r>
                          <m:sSub>
                            <m:sSubPr>
                              <m:ctrlPr>
                                <a:rPr lang="en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i="1" dirty="0" err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" i="1" dirty="0" err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d>
                            <m:dPr>
                              <m:ctrlPr>
                                <a:rPr lang="e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" i="1" dirty="0" err="1">
                          <a:latin typeface="Cambria Math" panose="02040503050406030204" pitchFamily="18" charset="0"/>
                        </a:rPr>
                        <m:t>𝐷𝑖</m:t>
                      </m:r>
                      <m:sSub>
                        <m:sSubPr>
                          <m:ctrlPr>
                            <a:rPr lang="en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i="1" dirty="0" err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" i="1" dirty="0" err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" i="1" dirty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̃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" i="1" dirty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),  </m:t>
                      </m:r>
                      <m:acc>
                        <m:accPr>
                          <m:chr m:val="̃"/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𝐷𝑒𝑐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 </m:t>
                      </m:r>
                    </m:oMath>
                  </m:oMathPara>
                </a14:m>
                <a:endParaRPr lang="en" dirty="0"/>
              </a:p>
              <a:p>
                <a:pPr marL="309600" indent="0">
                  <a:buNone/>
                </a:pPr>
                <a:r>
                  <a:rPr lang="en" dirty="0"/>
                  <a:t>where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𝐷𝑖</m:t>
                    </m:r>
                    <m:sSub>
                      <m:sSubPr>
                        <m:ctrlPr>
                          <a:rPr lang="e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dirty="0"/>
                  <a:t> denote the hidden representation of the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" dirty="0"/>
                  <a:t>-th layer of the discriminator.</a:t>
                </a:r>
              </a:p>
            </p:txBody>
          </p:sp>
        </mc:Choice>
        <mc:Fallback xmlns="">
          <p:sp>
            <p:nvSpPr>
              <p:cNvPr id="12" name="Content Placeholder 1">
                <a:extLst>
                  <a:ext uri="{FF2B5EF4-FFF2-40B4-BE49-F238E27FC236}">
                    <a16:creationId xmlns:a16="http://schemas.microsoft.com/office/drawing/2014/main" id="{C8C9026A-9E16-D84C-9323-1035EACD66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4804850"/>
                <a:ext cx="11999494" cy="1461161"/>
              </a:xfrm>
              <a:blipFill>
                <a:blip r:embed="rId3"/>
                <a:stretch>
                  <a:fillRect r="-212" b="-181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7254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9CEB4F6-57F3-414A-BBA9-903297A4A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095" y="591989"/>
            <a:ext cx="7403183" cy="421286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50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VAE+GAN final loss</a:t>
            </a:r>
            <a:endParaRPr lang="en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062C3EBA-6B01-1C4A-92F9-04FD6125278A}"/>
                  </a:ext>
                </a:extLst>
              </p:cNvPr>
              <p:cNvSpPr/>
              <p:nvPr/>
            </p:nvSpPr>
            <p:spPr>
              <a:xfrm>
                <a:off x="3423712" y="5079547"/>
                <a:ext cx="4734758" cy="4901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" sz="2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2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𝐺𝐴𝑁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𝑉𝐴𝐸</m:t>
                          </m:r>
                        </m:sub>
                      </m:sSub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𝑝𝑟𝑖𝑜𝑟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𝐷𝐼𝑆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𝐺𝐴𝑁</m:t>
                          </m:r>
                        </m:sub>
                      </m:sSub>
                    </m:oMath>
                  </m:oMathPara>
                </a14:m>
                <a:endParaRPr lang="en" sz="2400" dirty="0">
                  <a:effectLst/>
                </a:endParaRPr>
              </a:p>
            </p:txBody>
          </p:sp>
        </mc:Choice>
        <mc:Fallback xmlns="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062C3EBA-6B01-1C4A-92F9-04FD612527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712" y="5079547"/>
                <a:ext cx="4734758" cy="490199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F50E34F8-0AEF-C344-A48D-B2A975436657}"/>
              </a:ext>
            </a:extLst>
          </p:cNvPr>
          <p:cNvCxnSpPr>
            <a:cxnSpLocks/>
          </p:cNvCxnSpPr>
          <p:nvPr/>
        </p:nvCxnSpPr>
        <p:spPr>
          <a:xfrm>
            <a:off x="5220393" y="5569746"/>
            <a:ext cx="175121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A830603A-BEB5-E84E-8A70-6FD77F0D34A1}"/>
              </a:ext>
            </a:extLst>
          </p:cNvPr>
          <p:cNvCxnSpPr>
            <a:cxnSpLocks/>
          </p:cNvCxnSpPr>
          <p:nvPr/>
        </p:nvCxnSpPr>
        <p:spPr>
          <a:xfrm>
            <a:off x="7282863" y="5569746"/>
            <a:ext cx="6895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67CC33B-A1C0-654C-8BF5-F615F717386F}"/>
              </a:ext>
            </a:extLst>
          </p:cNvPr>
          <p:cNvSpPr/>
          <p:nvPr/>
        </p:nvSpPr>
        <p:spPr>
          <a:xfrm>
            <a:off x="5554024" y="5690613"/>
            <a:ext cx="8627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b="1" dirty="0">
                <a:solidFill>
                  <a:schemeClr val="accent1"/>
                </a:solidFill>
              </a:rPr>
              <a:t>Image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F7781C1-CCF5-844B-AC27-E8210E4457C9}"/>
              </a:ext>
            </a:extLst>
          </p:cNvPr>
          <p:cNvSpPr/>
          <p:nvPr/>
        </p:nvSpPr>
        <p:spPr>
          <a:xfrm>
            <a:off x="7323431" y="5690613"/>
            <a:ext cx="712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b="1" dirty="0">
                <a:solidFill>
                  <a:schemeClr val="tx2"/>
                </a:solidFill>
              </a:rPr>
              <a:t>Style</a:t>
            </a:r>
            <a:endParaRPr lang="ru-R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9865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51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VAE+GAN results</a:t>
            </a:r>
            <a:endParaRPr lang="en" dirty="0">
              <a:effectLst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9038A1-FFF7-604B-BF7F-9E87FD571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789" y="961789"/>
            <a:ext cx="7438422" cy="540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5610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52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Wrap-up</a:t>
            </a:r>
            <a:endParaRPr lang="en" dirty="0">
              <a:effectLst/>
            </a:endParaRP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49E3AD6E-D165-BB4E-8611-16457314D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86" y="1905174"/>
            <a:ext cx="10344028" cy="2646947"/>
          </a:xfrm>
        </p:spPr>
        <p:txBody>
          <a:bodyPr>
            <a:noAutofit/>
          </a:bodyPr>
          <a:lstStyle/>
          <a:p>
            <a:r>
              <a:rPr lang="en-US" dirty="0">
                <a:effectLst/>
              </a:rPr>
              <a:t>Benefits from combined loss and combined architecture. </a:t>
            </a:r>
          </a:p>
          <a:p>
            <a:r>
              <a:rPr lang="en-US" dirty="0"/>
              <a:t>Better images than VAE or GAN standalone. </a:t>
            </a:r>
          </a:p>
          <a:p>
            <a:r>
              <a:rPr lang="en" dirty="0"/>
              <a:t>Can be viewed as extension of VAE with adversarial selection. </a:t>
            </a:r>
          </a:p>
          <a:p>
            <a:r>
              <a:rPr lang="en" dirty="0"/>
              <a:t>Can be viewed as extension of GAN with better latent space construction.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6151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9D22-7949-6544-A49E-361186E0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ru-RU" dirty="0"/>
              <a:t>More VAEGANs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1571707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54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VAE structure </a:t>
            </a:r>
            <a:endParaRPr lang="en" dirty="0">
              <a:effectLst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6D2AF3-32CA-5A4D-8B6D-16116D432D7B}"/>
              </a:ext>
            </a:extLst>
          </p:cNvPr>
          <p:cNvSpPr/>
          <p:nvPr/>
        </p:nvSpPr>
        <p:spPr>
          <a:xfrm>
            <a:off x="8231828" y="6123543"/>
            <a:ext cx="38879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arxiv.org</a:t>
            </a:r>
            <a:r>
              <a:rPr lang="ru-RU" dirty="0"/>
              <a:t>/</a:t>
            </a:r>
            <a:r>
              <a:rPr lang="ru-RU" dirty="0" err="1"/>
              <a:t>pdf</a:t>
            </a:r>
            <a:r>
              <a:rPr lang="ru-RU" dirty="0"/>
              <a:t>/1511.05644.pdf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79F2AF3-EC0E-BC49-8849-D17058AD9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97" y="1084200"/>
            <a:ext cx="3632375" cy="4518122"/>
          </a:xfrm>
          <a:prstGeom prst="rect">
            <a:avLst/>
          </a:prstGeom>
        </p:spPr>
      </p:pic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4E8A134F-E4ED-AF40-9F58-0A73FBC54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51" y="1269069"/>
            <a:ext cx="5761735" cy="4731681"/>
          </a:xfrm>
        </p:spPr>
        <p:txBody>
          <a:bodyPr>
            <a:noAutofit/>
          </a:bodyPr>
          <a:lstStyle/>
          <a:p>
            <a:r>
              <a:rPr lang="en-US" dirty="0"/>
              <a:t>KL divergence is considered as one of blurriness causes.</a:t>
            </a:r>
          </a:p>
          <a:p>
            <a:r>
              <a:rPr lang="en-US" dirty="0">
                <a:effectLst/>
              </a:rPr>
              <a:t>We can switch this objective to GAN-like.</a:t>
            </a:r>
            <a:endParaRPr lang="e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360395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55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AAE structure </a:t>
            </a:r>
            <a:endParaRPr lang="en" dirty="0">
              <a:effectLst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6D2AF3-32CA-5A4D-8B6D-16116D432D7B}"/>
              </a:ext>
            </a:extLst>
          </p:cNvPr>
          <p:cNvSpPr/>
          <p:nvPr/>
        </p:nvSpPr>
        <p:spPr>
          <a:xfrm>
            <a:off x="8231828" y="6123543"/>
            <a:ext cx="38879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arxiv.org</a:t>
            </a:r>
            <a:r>
              <a:rPr lang="ru-RU" dirty="0"/>
              <a:t>/</a:t>
            </a:r>
            <a:r>
              <a:rPr lang="ru-RU" dirty="0" err="1"/>
              <a:t>pdf</a:t>
            </a:r>
            <a:r>
              <a:rPr lang="ru-RU" dirty="0"/>
              <a:t>/1511.05644.pdf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4E8A134F-E4ED-AF40-9F58-0A73FBC54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51" y="1269069"/>
            <a:ext cx="5761735" cy="4731681"/>
          </a:xfrm>
        </p:spPr>
        <p:txBody>
          <a:bodyPr>
            <a:noAutofit/>
          </a:bodyPr>
          <a:lstStyle/>
          <a:p>
            <a:r>
              <a:rPr lang="en-US" dirty="0"/>
              <a:t>KL divergence is considered as one of blurriness causes.</a:t>
            </a:r>
          </a:p>
          <a:p>
            <a:r>
              <a:rPr lang="en-US" dirty="0">
                <a:effectLst/>
              </a:rPr>
              <a:t>We can switch this objective to GAN-like.</a:t>
            </a:r>
            <a:endParaRPr lang="ru-RU" dirty="0">
              <a:effectLst/>
            </a:endParaRPr>
          </a:p>
          <a:p>
            <a:r>
              <a:rPr lang="en-US" dirty="0">
                <a:effectLst/>
              </a:rPr>
              <a:t>Price to pay</a:t>
            </a:r>
            <a:r>
              <a:rPr lang="en-US" dirty="0"/>
              <a:t>: ELBO becomes less constrained. </a:t>
            </a:r>
            <a:endParaRPr lang="en" dirty="0">
              <a:effectLst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D4BDBE-E1AC-A446-A243-5FF266311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99" y="1269069"/>
            <a:ext cx="3767666" cy="459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793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56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AAE results </a:t>
            </a:r>
            <a:endParaRPr lang="en" dirty="0">
              <a:effectLst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6D2AF3-32CA-5A4D-8B6D-16116D432D7B}"/>
              </a:ext>
            </a:extLst>
          </p:cNvPr>
          <p:cNvSpPr/>
          <p:nvPr/>
        </p:nvSpPr>
        <p:spPr>
          <a:xfrm>
            <a:off x="8231828" y="6123543"/>
            <a:ext cx="38879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dirty="0"/>
              <a:t>https://</a:t>
            </a:r>
            <a:r>
              <a:rPr lang="en" dirty="0" err="1"/>
              <a:t>arxiv.org</a:t>
            </a:r>
            <a:r>
              <a:rPr lang="en" dirty="0"/>
              <a:t>/pdf/1802.06847.pdf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115D9C-4A1F-974D-9965-F1F8C33AF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916" y="850632"/>
            <a:ext cx="9549509" cy="515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83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2025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D.. Derkach  Generative </a:t>
            </a:r>
            <a:r>
              <a:rPr lang="en-GB" err="1"/>
              <a:t>Modeling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57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VEEGAN and VGH</a:t>
            </a:r>
            <a:endParaRPr lang="en" dirty="0">
              <a:effectLst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299158-D477-D14C-B87F-366ACE95D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203" y="971550"/>
            <a:ext cx="3188804" cy="39116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55356E-E2A7-9F47-AAB8-2D4ED899D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714" y="1020680"/>
            <a:ext cx="3095132" cy="3813340"/>
          </a:xfrm>
          <a:prstGeom prst="rect">
            <a:avLst/>
          </a:prstGeom>
        </p:spPr>
      </p:pic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A048DECE-BCFD-EA4B-B61F-CDB0C54AA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0151" y="5016665"/>
            <a:ext cx="9892749" cy="1769143"/>
          </a:xfrm>
        </p:spPr>
        <p:txBody>
          <a:bodyPr>
            <a:noAutofit/>
          </a:bodyPr>
          <a:lstStyle/>
          <a:p>
            <a:r>
              <a:rPr lang="en" dirty="0"/>
              <a:t>VGH: Marginal matching and implicit distributions using GANs both in latent and visible space;</a:t>
            </a:r>
          </a:p>
          <a:p>
            <a:r>
              <a:rPr lang="en" dirty="0"/>
              <a:t>VEEGAN: Directly match in joint space. </a:t>
            </a:r>
            <a:endParaRPr lang="e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534436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2025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D.. Derkach  Generative </a:t>
            </a:r>
            <a:r>
              <a:rPr lang="en-GB" err="1"/>
              <a:t>Modeling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58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>
                <a:effectLst/>
              </a:rPr>
              <a:t>VAE+GAN merged</a:t>
            </a:r>
          </a:p>
        </p:txBody>
      </p:sp>
      <p:pic>
        <p:nvPicPr>
          <p:cNvPr id="27649" name="Picture 1" descr="page30image30426336">
            <a:extLst>
              <a:ext uri="{FF2B5EF4-FFF2-40B4-BE49-F238E27FC236}">
                <a16:creationId xmlns:a16="http://schemas.microsoft.com/office/drawing/2014/main" id="{4CF8EF65-20D5-FE46-A5E5-BAB50732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73" y="1173079"/>
            <a:ext cx="10925227" cy="451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0A62D7B9-5056-4744-9A0C-937257AFC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8751" y="5377612"/>
            <a:ext cx="9892749" cy="1769143"/>
          </a:xfrm>
        </p:spPr>
        <p:txBody>
          <a:bodyPr>
            <a:noAutofit/>
          </a:bodyPr>
          <a:lstStyle/>
          <a:p>
            <a:r>
              <a:rPr lang="en" dirty="0"/>
              <a:t>Our aim was to improve GAN mode collapse and VAE blurriness. </a:t>
            </a:r>
          </a:p>
          <a:p>
            <a:r>
              <a:rPr lang="en" dirty="0"/>
              <a:t>The results are yet to be improved. </a:t>
            </a:r>
            <a:endParaRPr lang="e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074872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2025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D.. Derkach  Generative </a:t>
            </a:r>
            <a:r>
              <a:rPr lang="en-GB" err="1"/>
              <a:t>Modeling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59</a:t>
            </a:fld>
            <a:endParaRPr lang="ru-RU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-US" dirty="0"/>
              <a:t>Conclusions</a:t>
            </a:r>
            <a:endParaRPr lang="en" dirty="0">
              <a:effectLst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0A62D7B9-5056-4744-9A0C-937257AFC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625" y="1451999"/>
            <a:ext cx="9892749" cy="4523132"/>
          </a:xfrm>
        </p:spPr>
        <p:txBody>
          <a:bodyPr>
            <a:noAutofit/>
          </a:bodyPr>
          <a:lstStyle/>
          <a:p>
            <a:r>
              <a:rPr lang="en" dirty="0"/>
              <a:t>VAE </a:t>
            </a:r>
            <a:r>
              <a:rPr lang="en-US" dirty="0"/>
              <a:t>is one of the strong generative models that is used in current days.</a:t>
            </a:r>
          </a:p>
          <a:p>
            <a:r>
              <a:rPr lang="en-US" dirty="0"/>
              <a:t>Several attempts were made to merge strong points of GANs and VAE. </a:t>
            </a:r>
          </a:p>
          <a:p>
            <a:r>
              <a:rPr lang="en-US" dirty="0">
                <a:effectLst/>
              </a:rPr>
              <a:t>Work is ongoing.</a:t>
            </a:r>
            <a:endParaRPr lang="e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25260356"/>
      </p:ext>
    </p:extLst>
  </p:cSld>
  <p:clrMapOvr>
    <a:masterClrMapping/>
  </p:clrMapOvr>
</p:sld>
</file>

<file path=ppt/theme/theme1.xml><?xml version="1.0" encoding="utf-8"?>
<a:theme xmlns:a="http://schemas.openxmlformats.org/drawingml/2006/main" name="HSE">
  <a:themeElements>
    <a:clrScheme name="HSE">
      <a:dk1>
        <a:srgbClr val="000000"/>
      </a:dk1>
      <a:lt1>
        <a:srgbClr val="FFFFFF"/>
      </a:lt1>
      <a:dk2>
        <a:srgbClr val="005AAA"/>
      </a:dk2>
      <a:lt2>
        <a:srgbClr val="CED9EA"/>
      </a:lt2>
      <a:accent1>
        <a:srgbClr val="992622"/>
      </a:accent1>
      <a:accent2>
        <a:srgbClr val="F36C2A"/>
      </a:accent2>
      <a:accent3>
        <a:srgbClr val="E58224"/>
      </a:accent3>
      <a:accent4>
        <a:srgbClr val="142B50"/>
      </a:accent4>
      <a:accent5>
        <a:srgbClr val="4C5FAB"/>
      </a:accent5>
      <a:accent6>
        <a:srgbClr val="28A348"/>
      </a:accent6>
      <a:hlink>
        <a:srgbClr val="000000"/>
      </a:hlink>
      <a:folHlink>
        <a:srgbClr val="000000"/>
      </a:folHlink>
    </a:clrScheme>
    <a:fontScheme name="HSE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B3B6E8855B7F49B120F8602D1CA6D7" ma:contentTypeVersion="2" ma:contentTypeDescription="Создание документа." ma:contentTypeScope="" ma:versionID="dd2baa9108a1d638c0c3c5f2210dbf69">
  <xsd:schema xmlns:xsd="http://www.w3.org/2001/XMLSchema" xmlns:xs="http://www.w3.org/2001/XMLSchema" xmlns:p="http://schemas.microsoft.com/office/2006/metadata/properties" xmlns:ns2="f618065f-d651-42a5-a541-f54a375c730d" targetNamespace="http://schemas.microsoft.com/office/2006/metadata/properties" ma:root="true" ma:fieldsID="404f9b357b704157babbb5750c46c698" ns2:_="">
    <xsd:import namespace="f618065f-d651-42a5-a541-f54a375c73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8065f-d651-42a5-a541-f54a375c73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79E5CD-C7C0-431E-A74D-9FDEFF22CB4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f618065f-d651-42a5-a541-f54a375c730d"/>
  </ds:schemaRefs>
</ds:datastoreItem>
</file>

<file path=customXml/itemProps2.xml><?xml version="1.0" encoding="utf-8"?>
<ds:datastoreItem xmlns:ds="http://schemas.openxmlformats.org/officeDocument/2006/customXml" ds:itemID="{F9DCFF4E-7731-4E81-AB1D-41746E451C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B40442-68EA-4285-AAFD-0966C47C499C}">
  <ds:schemaRefs>
    <ds:schemaRef ds:uri="http://schemas.microsoft.com/office/2006/metadata/propertie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22000</TotalTime>
  <Words>2350</Words>
  <Application>Microsoft Office PowerPoint</Application>
  <PresentationFormat>Widescreen</PresentationFormat>
  <Paragraphs>442</Paragraphs>
  <Slides>59</Slides>
  <Notes>0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HSE</vt:lpstr>
      <vt:lpstr>Generative Modeling</vt:lpstr>
      <vt:lpstr>Today’s quiz</vt:lpstr>
      <vt:lpstr>In this Lecture</vt:lpstr>
      <vt:lpstr>Idea</vt:lpstr>
      <vt:lpstr>Latent variables - MNIST</vt:lpstr>
      <vt:lpstr>Latent Variables - Celeb </vt:lpstr>
      <vt:lpstr>Latent Variables - Celeb </vt:lpstr>
      <vt:lpstr>Latent Variable Models: Motivation </vt:lpstr>
      <vt:lpstr>Gaussian Mixture Model </vt:lpstr>
      <vt:lpstr>Mixture of Gaussians as Latent Variable Model </vt:lpstr>
      <vt:lpstr>Combination of  p(x)</vt:lpstr>
      <vt:lpstr>Combination of  p(x)</vt:lpstr>
      <vt:lpstr>Finding parameters θ</vt:lpstr>
      <vt:lpstr>Maximizing the likelihood</vt:lpstr>
      <vt:lpstr>Estimating likelihood: Naive Monte-Carlo </vt:lpstr>
      <vt:lpstr>Wrap-up </vt:lpstr>
      <vt:lpstr>Evidence Lower Bound</vt:lpstr>
      <vt:lpstr>Jensen’s inequality</vt:lpstr>
      <vt:lpstr>Deriving the Evidence Lower BOund </vt:lpstr>
      <vt:lpstr>ELBO so far</vt:lpstr>
      <vt:lpstr>Tightness of bound</vt:lpstr>
      <vt:lpstr>Variational Autoencoder</vt:lpstr>
      <vt:lpstr>Dependence on prior on z</vt:lpstr>
      <vt:lpstr>Latent Parametrization Agreement</vt:lpstr>
      <vt:lpstr>Latent Parametrization Agreement: training</vt:lpstr>
      <vt:lpstr>Problems of parametrization choice </vt:lpstr>
      <vt:lpstr>Reconstruction Loss</vt:lpstr>
      <vt:lpstr>Variational Autoencoder</vt:lpstr>
      <vt:lpstr>Training VAE</vt:lpstr>
      <vt:lpstr>Reparameterization trick</vt:lpstr>
      <vt:lpstr>Final Per-event Objective and Results</vt:lpstr>
      <vt:lpstr>Sampling</vt:lpstr>
      <vt:lpstr>Results</vt:lpstr>
      <vt:lpstr>Results</vt:lpstr>
      <vt:lpstr>Results Discussed</vt:lpstr>
      <vt:lpstr>Amortized Inference</vt:lpstr>
      <vt:lpstr>Images for Amortization Gap</vt:lpstr>
      <vt:lpstr>VAE: starting optimization problem </vt:lpstr>
      <vt:lpstr>VAE: posterior collapse</vt:lpstr>
      <vt:lpstr>VAE: blurred problem </vt:lpstr>
      <vt:lpstr>VQ-VAE</vt:lpstr>
      <vt:lpstr>Latent Spaces</vt:lpstr>
      <vt:lpstr>Latent Space Quantization</vt:lpstr>
      <vt:lpstr>VQ-VAE results</vt:lpstr>
      <vt:lpstr>VAE+GAN</vt:lpstr>
      <vt:lpstr>Improving GANs </vt:lpstr>
      <vt:lpstr>Reminder: VAE structure </vt:lpstr>
      <vt:lpstr>VAE+GAN</vt:lpstr>
      <vt:lpstr>VAE+GAN expanded</vt:lpstr>
      <vt:lpstr>VAE+GAN final loss</vt:lpstr>
      <vt:lpstr>VAE+GAN results</vt:lpstr>
      <vt:lpstr>Wrap-up</vt:lpstr>
      <vt:lpstr>More VAEGANs</vt:lpstr>
      <vt:lpstr>VAE structure </vt:lpstr>
      <vt:lpstr>AAE structure </vt:lpstr>
      <vt:lpstr>AAE results </vt:lpstr>
      <vt:lpstr>VEEGAN and VGH</vt:lpstr>
      <vt:lpstr>VAE+GAN merged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Digits Classification</dc:title>
  <dc:creator>Artem Maevskij</dc:creator>
  <cp:lastModifiedBy>RAMAZYAN Nelli</cp:lastModifiedBy>
  <cp:revision>351</cp:revision>
  <dcterms:created xsi:type="dcterms:W3CDTF">2020-04-10T16:25:38Z</dcterms:created>
  <dcterms:modified xsi:type="dcterms:W3CDTF">2026-10-15T08:17:03Z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0x0101000BB3B6E8855B7F49B120F8602D1CA6D7</vt:lpwstr>
  </property>
</Properties>
</file>